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charts/chart1.xml" ContentType="application/vnd.openxmlformats-officedocument.drawingml.chart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2.xml" ContentType="application/vnd.openxmlformats-officedocument.drawingml.chart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8367" r:id="rId5"/>
    <p:sldId id="8384" r:id="rId6"/>
    <p:sldId id="2145706999" r:id="rId7"/>
    <p:sldId id="8376" r:id="rId8"/>
    <p:sldId id="8378" r:id="rId9"/>
    <p:sldId id="8382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0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DBE7F5"/>
    <a:srgbClr val="EFF4FB"/>
    <a:srgbClr val="FDBC0D"/>
    <a:srgbClr val="920D29"/>
    <a:srgbClr val="D9D9D9"/>
    <a:srgbClr val="7F7F7F"/>
    <a:srgbClr val="1E4C7F"/>
    <a:srgbClr val="2B6E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33D131-BA93-4658-BE33-892050A9654E}" v="1166" dt="2026-06-24T23:10:00.830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022" y="48"/>
      </p:cViewPr>
      <p:guideLst>
        <p:guide pos="240"/>
        <p:guide pos="7464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an Shank" userId="daada91c-9173-4cf9-a78f-555f7d7e1aa5" providerId="ADAL" clId="{A8CAC1B1-1B5B-434C-9E5F-ED85875A3A22}"/>
    <pc:docChg chg="custSel addSld delSld modSld">
      <pc:chgData name="Sylvan Shank" userId="daada91c-9173-4cf9-a78f-555f7d7e1aa5" providerId="ADAL" clId="{A8CAC1B1-1B5B-434C-9E5F-ED85875A3A22}" dt="2026-06-24T23:10:00.830" v="2160"/>
      <pc:docMkLst>
        <pc:docMk/>
      </pc:docMkLst>
      <pc:sldChg chg="del">
        <pc:chgData name="Sylvan Shank" userId="daada91c-9173-4cf9-a78f-555f7d7e1aa5" providerId="ADAL" clId="{A8CAC1B1-1B5B-434C-9E5F-ED85875A3A22}" dt="2026-06-24T19:53:00.514" v="1244" actId="47"/>
        <pc:sldMkLst>
          <pc:docMk/>
          <pc:sldMk cId="3162197535" sldId="262"/>
        </pc:sldMkLst>
      </pc:sldChg>
      <pc:sldChg chg="del">
        <pc:chgData name="Sylvan Shank" userId="daada91c-9173-4cf9-a78f-555f7d7e1aa5" providerId="ADAL" clId="{A8CAC1B1-1B5B-434C-9E5F-ED85875A3A22}" dt="2026-06-24T19:28:28.203" v="19" actId="47"/>
        <pc:sldMkLst>
          <pc:docMk/>
          <pc:sldMk cId="1555658321" sldId="265"/>
        </pc:sldMkLst>
      </pc:sldChg>
      <pc:sldChg chg="del">
        <pc:chgData name="Sylvan Shank" userId="daada91c-9173-4cf9-a78f-555f7d7e1aa5" providerId="ADAL" clId="{A8CAC1B1-1B5B-434C-9E5F-ED85875A3A22}" dt="2026-06-24T19:27:12.661" v="0" actId="47"/>
        <pc:sldMkLst>
          <pc:docMk/>
          <pc:sldMk cId="153179637" sldId="269"/>
        </pc:sldMkLst>
      </pc:sldChg>
      <pc:sldChg chg="del">
        <pc:chgData name="Sylvan Shank" userId="daada91c-9173-4cf9-a78f-555f7d7e1aa5" providerId="ADAL" clId="{A8CAC1B1-1B5B-434C-9E5F-ED85875A3A22}" dt="2026-06-24T19:27:13.201" v="1" actId="47"/>
        <pc:sldMkLst>
          <pc:docMk/>
          <pc:sldMk cId="2269905363" sldId="270"/>
        </pc:sldMkLst>
      </pc:sldChg>
      <pc:sldChg chg="del">
        <pc:chgData name="Sylvan Shank" userId="daada91c-9173-4cf9-a78f-555f7d7e1aa5" providerId="ADAL" clId="{A8CAC1B1-1B5B-434C-9E5F-ED85875A3A22}" dt="2026-06-24T19:27:13.731" v="2" actId="47"/>
        <pc:sldMkLst>
          <pc:docMk/>
          <pc:sldMk cId="558407584" sldId="272"/>
        </pc:sldMkLst>
      </pc:sldChg>
      <pc:sldChg chg="del">
        <pc:chgData name="Sylvan Shank" userId="daada91c-9173-4cf9-a78f-555f7d7e1aa5" providerId="ADAL" clId="{A8CAC1B1-1B5B-434C-9E5F-ED85875A3A22}" dt="2026-06-24T19:29:22.922" v="36" actId="47"/>
        <pc:sldMkLst>
          <pc:docMk/>
          <pc:sldMk cId="1083382816" sldId="275"/>
        </pc:sldMkLst>
      </pc:sldChg>
      <pc:sldChg chg="del">
        <pc:chgData name="Sylvan Shank" userId="daada91c-9173-4cf9-a78f-555f7d7e1aa5" providerId="ADAL" clId="{A8CAC1B1-1B5B-434C-9E5F-ED85875A3A22}" dt="2026-06-24T19:29:20.232" v="35" actId="47"/>
        <pc:sldMkLst>
          <pc:docMk/>
          <pc:sldMk cId="1165307809" sldId="278"/>
        </pc:sldMkLst>
      </pc:sldChg>
      <pc:sldChg chg="del">
        <pc:chgData name="Sylvan Shank" userId="daada91c-9173-4cf9-a78f-555f7d7e1aa5" providerId="ADAL" clId="{A8CAC1B1-1B5B-434C-9E5F-ED85875A3A22}" dt="2026-06-24T19:27:14.920" v="5" actId="47"/>
        <pc:sldMkLst>
          <pc:docMk/>
          <pc:sldMk cId="2636403232" sldId="279"/>
        </pc:sldMkLst>
      </pc:sldChg>
      <pc:sldChg chg="del">
        <pc:chgData name="Sylvan Shank" userId="daada91c-9173-4cf9-a78f-555f7d7e1aa5" providerId="ADAL" clId="{A8CAC1B1-1B5B-434C-9E5F-ED85875A3A22}" dt="2026-06-24T19:28:22.330" v="17" actId="47"/>
        <pc:sldMkLst>
          <pc:docMk/>
          <pc:sldMk cId="4150390639" sldId="319"/>
        </pc:sldMkLst>
      </pc:sldChg>
      <pc:sldChg chg="del">
        <pc:chgData name="Sylvan Shank" userId="daada91c-9173-4cf9-a78f-555f7d7e1aa5" providerId="ADAL" clId="{A8CAC1B1-1B5B-434C-9E5F-ED85875A3A22}" dt="2026-06-24T19:27:18.992" v="6" actId="47"/>
        <pc:sldMkLst>
          <pc:docMk/>
          <pc:sldMk cId="3436158490" sldId="363"/>
        </pc:sldMkLst>
      </pc:sldChg>
      <pc:sldChg chg="del">
        <pc:chgData name="Sylvan Shank" userId="daada91c-9173-4cf9-a78f-555f7d7e1aa5" providerId="ADAL" clId="{A8CAC1B1-1B5B-434C-9E5F-ED85875A3A22}" dt="2026-06-24T19:28:35.110" v="24" actId="47"/>
        <pc:sldMkLst>
          <pc:docMk/>
          <pc:sldMk cId="1455603448" sldId="931"/>
        </pc:sldMkLst>
      </pc:sldChg>
      <pc:sldChg chg="del">
        <pc:chgData name="Sylvan Shank" userId="daada91c-9173-4cf9-a78f-555f7d7e1aa5" providerId="ADAL" clId="{A8CAC1B1-1B5B-434C-9E5F-ED85875A3A22}" dt="2026-06-24T19:28:29.319" v="20" actId="47"/>
        <pc:sldMkLst>
          <pc:docMk/>
          <pc:sldMk cId="618898689" sldId="933"/>
        </pc:sldMkLst>
      </pc:sldChg>
      <pc:sldChg chg="del">
        <pc:chgData name="Sylvan Shank" userId="daada91c-9173-4cf9-a78f-555f7d7e1aa5" providerId="ADAL" clId="{A8CAC1B1-1B5B-434C-9E5F-ED85875A3A22}" dt="2026-06-24T19:28:30.201" v="21" actId="47"/>
        <pc:sldMkLst>
          <pc:docMk/>
          <pc:sldMk cId="3402273925" sldId="934"/>
        </pc:sldMkLst>
      </pc:sldChg>
      <pc:sldChg chg="del">
        <pc:chgData name="Sylvan Shank" userId="daada91c-9173-4cf9-a78f-555f7d7e1aa5" providerId="ADAL" clId="{A8CAC1B1-1B5B-434C-9E5F-ED85875A3A22}" dt="2026-06-24T19:28:32.360" v="22" actId="47"/>
        <pc:sldMkLst>
          <pc:docMk/>
          <pc:sldMk cId="3127523400" sldId="935"/>
        </pc:sldMkLst>
      </pc:sldChg>
      <pc:sldChg chg="del">
        <pc:chgData name="Sylvan Shank" userId="daada91c-9173-4cf9-a78f-555f7d7e1aa5" providerId="ADAL" clId="{A8CAC1B1-1B5B-434C-9E5F-ED85875A3A22}" dt="2026-06-24T19:28:33.696" v="23" actId="47"/>
        <pc:sldMkLst>
          <pc:docMk/>
          <pc:sldMk cId="2946394012" sldId="939"/>
        </pc:sldMkLst>
      </pc:sldChg>
      <pc:sldChg chg="del">
        <pc:chgData name="Sylvan Shank" userId="daada91c-9173-4cf9-a78f-555f7d7e1aa5" providerId="ADAL" clId="{A8CAC1B1-1B5B-434C-9E5F-ED85875A3A22}" dt="2026-06-24T19:28:51.718" v="29" actId="47"/>
        <pc:sldMkLst>
          <pc:docMk/>
          <pc:sldMk cId="1849772687" sldId="941"/>
        </pc:sldMkLst>
      </pc:sldChg>
      <pc:sldChg chg="del">
        <pc:chgData name="Sylvan Shank" userId="daada91c-9173-4cf9-a78f-555f7d7e1aa5" providerId="ADAL" clId="{A8CAC1B1-1B5B-434C-9E5F-ED85875A3A22}" dt="2026-06-24T19:53:07.423" v="1246" actId="47"/>
        <pc:sldMkLst>
          <pc:docMk/>
          <pc:sldMk cId="2618374571" sldId="942"/>
        </pc:sldMkLst>
      </pc:sldChg>
      <pc:sldChg chg="del">
        <pc:chgData name="Sylvan Shank" userId="daada91c-9173-4cf9-a78f-555f7d7e1aa5" providerId="ADAL" clId="{A8CAC1B1-1B5B-434C-9E5F-ED85875A3A22}" dt="2026-06-24T19:28:59.481" v="30" actId="47"/>
        <pc:sldMkLst>
          <pc:docMk/>
          <pc:sldMk cId="3003634638" sldId="943"/>
        </pc:sldMkLst>
      </pc:sldChg>
      <pc:sldChg chg="del">
        <pc:chgData name="Sylvan Shank" userId="daada91c-9173-4cf9-a78f-555f7d7e1aa5" providerId="ADAL" clId="{A8CAC1B1-1B5B-434C-9E5F-ED85875A3A22}" dt="2026-06-24T19:29:01.549" v="31" actId="47"/>
        <pc:sldMkLst>
          <pc:docMk/>
          <pc:sldMk cId="3111000205" sldId="945"/>
        </pc:sldMkLst>
      </pc:sldChg>
      <pc:sldChg chg="del">
        <pc:chgData name="Sylvan Shank" userId="daada91c-9173-4cf9-a78f-555f7d7e1aa5" providerId="ADAL" clId="{A8CAC1B1-1B5B-434C-9E5F-ED85875A3A22}" dt="2026-06-24T19:29:34.769" v="38" actId="47"/>
        <pc:sldMkLst>
          <pc:docMk/>
          <pc:sldMk cId="3046825787" sldId="948"/>
        </pc:sldMkLst>
      </pc:sldChg>
      <pc:sldChg chg="del">
        <pc:chgData name="Sylvan Shank" userId="daada91c-9173-4cf9-a78f-555f7d7e1aa5" providerId="ADAL" clId="{A8CAC1B1-1B5B-434C-9E5F-ED85875A3A22}" dt="2026-06-24T19:29:24.395" v="37" actId="47"/>
        <pc:sldMkLst>
          <pc:docMk/>
          <pc:sldMk cId="1283679395" sldId="967"/>
        </pc:sldMkLst>
      </pc:sldChg>
      <pc:sldChg chg="del">
        <pc:chgData name="Sylvan Shank" userId="daada91c-9173-4cf9-a78f-555f7d7e1aa5" providerId="ADAL" clId="{A8CAC1B1-1B5B-434C-9E5F-ED85875A3A22}" dt="2026-06-24T19:29:03.029" v="32" actId="47"/>
        <pc:sldMkLst>
          <pc:docMk/>
          <pc:sldMk cId="3554168546" sldId="968"/>
        </pc:sldMkLst>
      </pc:sldChg>
      <pc:sldChg chg="del">
        <pc:chgData name="Sylvan Shank" userId="daada91c-9173-4cf9-a78f-555f7d7e1aa5" providerId="ADAL" clId="{A8CAC1B1-1B5B-434C-9E5F-ED85875A3A22}" dt="2026-06-24T19:53:08.661" v="1247" actId="47"/>
        <pc:sldMkLst>
          <pc:docMk/>
          <pc:sldMk cId="193629240" sldId="1004"/>
        </pc:sldMkLst>
      </pc:sldChg>
      <pc:sldChg chg="del">
        <pc:chgData name="Sylvan Shank" userId="daada91c-9173-4cf9-a78f-555f7d7e1aa5" providerId="ADAL" clId="{A8CAC1B1-1B5B-434C-9E5F-ED85875A3A22}" dt="2026-06-24T19:30:11.021" v="43" actId="47"/>
        <pc:sldMkLst>
          <pc:docMk/>
          <pc:sldMk cId="2068301763" sldId="1008"/>
        </pc:sldMkLst>
      </pc:sldChg>
      <pc:sldChg chg="del">
        <pc:chgData name="Sylvan Shank" userId="daada91c-9173-4cf9-a78f-555f7d7e1aa5" providerId="ADAL" clId="{A8CAC1B1-1B5B-434C-9E5F-ED85875A3A22}" dt="2026-06-24T19:30:09.422" v="42" actId="47"/>
        <pc:sldMkLst>
          <pc:docMk/>
          <pc:sldMk cId="1051424348" sldId="1009"/>
        </pc:sldMkLst>
      </pc:sldChg>
      <pc:sldChg chg="del">
        <pc:chgData name="Sylvan Shank" userId="daada91c-9173-4cf9-a78f-555f7d7e1aa5" providerId="ADAL" clId="{A8CAC1B1-1B5B-434C-9E5F-ED85875A3A22}" dt="2026-06-24T19:53:06.090" v="1245" actId="47"/>
        <pc:sldMkLst>
          <pc:docMk/>
          <pc:sldMk cId="2006506040" sldId="1010"/>
        </pc:sldMkLst>
      </pc:sldChg>
      <pc:sldChg chg="del">
        <pc:chgData name="Sylvan Shank" userId="daada91c-9173-4cf9-a78f-555f7d7e1aa5" providerId="ADAL" clId="{A8CAC1B1-1B5B-434C-9E5F-ED85875A3A22}" dt="2026-06-24T19:28:38.985" v="25" actId="47"/>
        <pc:sldMkLst>
          <pc:docMk/>
          <pc:sldMk cId="953250261" sldId="1011"/>
        </pc:sldMkLst>
      </pc:sldChg>
      <pc:sldChg chg="del">
        <pc:chgData name="Sylvan Shank" userId="daada91c-9173-4cf9-a78f-555f7d7e1aa5" providerId="ADAL" clId="{A8CAC1B1-1B5B-434C-9E5F-ED85875A3A22}" dt="2026-06-24T19:28:44.173" v="26" actId="47"/>
        <pc:sldMkLst>
          <pc:docMk/>
          <pc:sldMk cId="2591397590" sldId="1012"/>
        </pc:sldMkLst>
      </pc:sldChg>
      <pc:sldChg chg="del">
        <pc:chgData name="Sylvan Shank" userId="daada91c-9173-4cf9-a78f-555f7d7e1aa5" providerId="ADAL" clId="{A8CAC1B1-1B5B-434C-9E5F-ED85875A3A22}" dt="2026-06-24T19:53:09.942" v="1248" actId="47"/>
        <pc:sldMkLst>
          <pc:docMk/>
          <pc:sldMk cId="2723328366" sldId="1015"/>
        </pc:sldMkLst>
      </pc:sldChg>
      <pc:sldChg chg="del">
        <pc:chgData name="Sylvan Shank" userId="daada91c-9173-4cf9-a78f-555f7d7e1aa5" providerId="ADAL" clId="{A8CAC1B1-1B5B-434C-9E5F-ED85875A3A22}" dt="2026-06-24T19:29:56.327" v="41" actId="47"/>
        <pc:sldMkLst>
          <pc:docMk/>
          <pc:sldMk cId="3873538381" sldId="1016"/>
        </pc:sldMkLst>
      </pc:sldChg>
      <pc:sldChg chg="del">
        <pc:chgData name="Sylvan Shank" userId="daada91c-9173-4cf9-a78f-555f7d7e1aa5" providerId="ADAL" clId="{A8CAC1B1-1B5B-434C-9E5F-ED85875A3A22}" dt="2026-06-24T19:28:26.606" v="18" actId="47"/>
        <pc:sldMkLst>
          <pc:docMk/>
          <pc:sldMk cId="1659475805" sldId="8239"/>
        </pc:sldMkLst>
      </pc:sldChg>
      <pc:sldChg chg="del">
        <pc:chgData name="Sylvan Shank" userId="daada91c-9173-4cf9-a78f-555f7d7e1aa5" providerId="ADAL" clId="{A8CAC1B1-1B5B-434C-9E5F-ED85875A3A22}" dt="2026-06-24T19:29:52.881" v="39" actId="47"/>
        <pc:sldMkLst>
          <pc:docMk/>
          <pc:sldMk cId="4045411681" sldId="8357"/>
        </pc:sldMkLst>
      </pc:sldChg>
      <pc:sldChg chg="del">
        <pc:chgData name="Sylvan Shank" userId="daada91c-9173-4cf9-a78f-555f7d7e1aa5" providerId="ADAL" clId="{A8CAC1B1-1B5B-434C-9E5F-ED85875A3A22}" dt="2026-06-24T19:28:49.541" v="28" actId="47"/>
        <pc:sldMkLst>
          <pc:docMk/>
          <pc:sldMk cId="985445024" sldId="8358"/>
        </pc:sldMkLst>
      </pc:sldChg>
      <pc:sldChg chg="del">
        <pc:chgData name="Sylvan Shank" userId="daada91c-9173-4cf9-a78f-555f7d7e1aa5" providerId="ADAL" clId="{A8CAC1B1-1B5B-434C-9E5F-ED85875A3A22}" dt="2026-06-24T19:29:05.272" v="33" actId="47"/>
        <pc:sldMkLst>
          <pc:docMk/>
          <pc:sldMk cId="798227117" sldId="8359"/>
        </pc:sldMkLst>
      </pc:sldChg>
      <pc:sldChg chg="del">
        <pc:chgData name="Sylvan Shank" userId="daada91c-9173-4cf9-a78f-555f7d7e1aa5" providerId="ADAL" clId="{A8CAC1B1-1B5B-434C-9E5F-ED85875A3A22}" dt="2026-06-24T19:29:55.009" v="40" actId="47"/>
        <pc:sldMkLst>
          <pc:docMk/>
          <pc:sldMk cId="1500522682" sldId="8360"/>
        </pc:sldMkLst>
      </pc:sldChg>
      <pc:sldChg chg="del">
        <pc:chgData name="Sylvan Shank" userId="daada91c-9173-4cf9-a78f-555f7d7e1aa5" providerId="ADAL" clId="{A8CAC1B1-1B5B-434C-9E5F-ED85875A3A22}" dt="2026-06-24T19:28:44.858" v="27" actId="47"/>
        <pc:sldMkLst>
          <pc:docMk/>
          <pc:sldMk cId="2081685336" sldId="8362"/>
        </pc:sldMkLst>
      </pc:sldChg>
      <pc:sldChg chg="del">
        <pc:chgData name="Sylvan Shank" userId="daada91c-9173-4cf9-a78f-555f7d7e1aa5" providerId="ADAL" clId="{A8CAC1B1-1B5B-434C-9E5F-ED85875A3A22}" dt="2026-06-24T19:29:16.151" v="34" actId="47"/>
        <pc:sldMkLst>
          <pc:docMk/>
          <pc:sldMk cId="306931625" sldId="8363"/>
        </pc:sldMkLst>
      </pc:sldChg>
      <pc:sldChg chg="del">
        <pc:chgData name="Sylvan Shank" userId="daada91c-9173-4cf9-a78f-555f7d7e1aa5" providerId="ADAL" clId="{A8CAC1B1-1B5B-434C-9E5F-ED85875A3A22}" dt="2026-06-24T19:28:09.994" v="16" actId="47"/>
        <pc:sldMkLst>
          <pc:docMk/>
          <pc:sldMk cId="1221559883" sldId="8364"/>
        </pc:sldMkLst>
      </pc:sldChg>
      <pc:sldChg chg="del">
        <pc:chgData name="Sylvan Shank" userId="daada91c-9173-4cf9-a78f-555f7d7e1aa5" providerId="ADAL" clId="{A8CAC1B1-1B5B-434C-9E5F-ED85875A3A22}" dt="2026-06-24T19:28:03.425" v="15" actId="47"/>
        <pc:sldMkLst>
          <pc:docMk/>
          <pc:sldMk cId="2080737101" sldId="8365"/>
        </pc:sldMkLst>
      </pc:sldChg>
      <pc:sldChg chg="del">
        <pc:chgData name="Sylvan Shank" userId="daada91c-9173-4cf9-a78f-555f7d7e1aa5" providerId="ADAL" clId="{A8CAC1B1-1B5B-434C-9E5F-ED85875A3A22}" dt="2026-06-24T19:27:14.128" v="3" actId="47"/>
        <pc:sldMkLst>
          <pc:docMk/>
          <pc:sldMk cId="2146482741" sldId="8366"/>
        </pc:sldMkLst>
      </pc:sldChg>
      <pc:sldChg chg="addSp delSp modSp mod">
        <pc:chgData name="Sylvan Shank" userId="daada91c-9173-4cf9-a78f-555f7d7e1aa5" providerId="ADAL" clId="{A8CAC1B1-1B5B-434C-9E5F-ED85875A3A22}" dt="2026-06-24T22:23:28.932" v="1553"/>
        <pc:sldMkLst>
          <pc:docMk/>
          <pc:sldMk cId="2874105660" sldId="8367"/>
        </pc:sldMkLst>
        <pc:spChg chg="mod ord">
          <ac:chgData name="Sylvan Shank" userId="daada91c-9173-4cf9-a78f-555f7d7e1aa5" providerId="ADAL" clId="{A8CAC1B1-1B5B-434C-9E5F-ED85875A3A22}" dt="2026-06-24T19:49:16.216" v="181"/>
          <ac:spMkLst>
            <pc:docMk/>
            <pc:sldMk cId="2874105660" sldId="8367"/>
            <ac:spMk id="2" creationId="{F66FC31C-6566-F516-C938-8A7C9CDD2B24}"/>
          </ac:spMkLst>
        </pc:spChg>
        <pc:spChg chg="mod ord">
          <ac:chgData name="Sylvan Shank" userId="daada91c-9173-4cf9-a78f-555f7d7e1aa5" providerId="ADAL" clId="{A8CAC1B1-1B5B-434C-9E5F-ED85875A3A22}" dt="2026-06-24T22:23:27.152" v="1552"/>
          <ac:spMkLst>
            <pc:docMk/>
            <pc:sldMk cId="2874105660" sldId="8367"/>
            <ac:spMk id="3" creationId="{02E5646C-BFC5-32F0-BD97-55D78F7FAA27}"/>
          </ac:spMkLst>
        </pc:spChg>
        <pc:spChg chg="mod ord">
          <ac:chgData name="Sylvan Shank" userId="daada91c-9173-4cf9-a78f-555f7d7e1aa5" providerId="ADAL" clId="{A8CAC1B1-1B5B-434C-9E5F-ED85875A3A22}" dt="2026-06-24T19:49:16.216" v="185"/>
          <ac:spMkLst>
            <pc:docMk/>
            <pc:sldMk cId="2874105660" sldId="8367"/>
            <ac:spMk id="4" creationId="{E032DB5A-5D10-CBC9-96CB-BF6E46824661}"/>
          </ac:spMkLst>
        </pc:spChg>
        <pc:spChg chg="mod ord">
          <ac:chgData name="Sylvan Shank" userId="daada91c-9173-4cf9-a78f-555f7d7e1aa5" providerId="ADAL" clId="{A8CAC1B1-1B5B-434C-9E5F-ED85875A3A22}" dt="2026-06-24T19:49:16.216" v="187"/>
          <ac:spMkLst>
            <pc:docMk/>
            <pc:sldMk cId="2874105660" sldId="8367"/>
            <ac:spMk id="5" creationId="{F7D883C7-9335-E907-2626-2992DA5A4C2E}"/>
          </ac:spMkLst>
        </pc:spChg>
        <pc:spChg chg="add del mod modVis">
          <ac:chgData name="Sylvan Shank" userId="daada91c-9173-4cf9-a78f-555f7d7e1aa5" providerId="ADAL" clId="{A8CAC1B1-1B5B-434C-9E5F-ED85875A3A22}" dt="2026-06-24T19:49:16.216" v="206"/>
          <ac:spMkLst>
            <pc:docMk/>
            <pc:sldMk cId="2874105660" sldId="8367"/>
            <ac:spMk id="6" creationId="{3D544278-7468-C2A9-7EDC-386E95F78997}"/>
          </ac:spMkLst>
        </pc:spChg>
        <pc:spChg chg="mod">
          <ac:chgData name="Sylvan Shank" userId="daada91c-9173-4cf9-a78f-555f7d7e1aa5" providerId="ADAL" clId="{A8CAC1B1-1B5B-434C-9E5F-ED85875A3A22}" dt="2026-06-24T19:49:16.216" v="192"/>
          <ac:spMkLst>
            <pc:docMk/>
            <pc:sldMk cId="2874105660" sldId="8367"/>
            <ac:spMk id="8" creationId="{9E5369F3-732F-9B1B-B843-678C41B6F95C}"/>
          </ac:spMkLst>
        </pc:spChg>
        <pc:spChg chg="mod">
          <ac:chgData name="Sylvan Shank" userId="daada91c-9173-4cf9-a78f-555f7d7e1aa5" providerId="ADAL" clId="{A8CAC1B1-1B5B-434C-9E5F-ED85875A3A22}" dt="2026-06-24T19:49:16.216" v="193"/>
          <ac:spMkLst>
            <pc:docMk/>
            <pc:sldMk cId="2874105660" sldId="8367"/>
            <ac:spMk id="10" creationId="{C1E3AA2C-8A88-6352-5D89-75E3D53737EC}"/>
          </ac:spMkLst>
        </pc:spChg>
        <pc:spChg chg="mod">
          <ac:chgData name="Sylvan Shank" userId="daada91c-9173-4cf9-a78f-555f7d7e1aa5" providerId="ADAL" clId="{A8CAC1B1-1B5B-434C-9E5F-ED85875A3A22}" dt="2026-06-24T19:49:16.216" v="194"/>
          <ac:spMkLst>
            <pc:docMk/>
            <pc:sldMk cId="2874105660" sldId="8367"/>
            <ac:spMk id="11" creationId="{C18E341F-3700-0C75-9C75-62AD7D820E2B}"/>
          </ac:spMkLst>
        </pc:spChg>
        <pc:spChg chg="mod">
          <ac:chgData name="Sylvan Shank" userId="daada91c-9173-4cf9-a78f-555f7d7e1aa5" providerId="ADAL" clId="{A8CAC1B1-1B5B-434C-9E5F-ED85875A3A22}" dt="2026-06-24T19:49:16.216" v="198"/>
          <ac:spMkLst>
            <pc:docMk/>
            <pc:sldMk cId="2874105660" sldId="8367"/>
            <ac:spMk id="15" creationId="{00EDC09A-84DD-2C76-0F68-BD581E947D45}"/>
          </ac:spMkLst>
        </pc:spChg>
        <pc:spChg chg="mod">
          <ac:chgData name="Sylvan Shank" userId="daada91c-9173-4cf9-a78f-555f7d7e1aa5" providerId="ADAL" clId="{A8CAC1B1-1B5B-434C-9E5F-ED85875A3A22}" dt="2026-06-24T19:49:16.216" v="199"/>
          <ac:spMkLst>
            <pc:docMk/>
            <pc:sldMk cId="2874105660" sldId="8367"/>
            <ac:spMk id="16" creationId="{B578CAA7-3E5F-C571-E215-684052237E9F}"/>
          </ac:spMkLst>
        </pc:spChg>
        <pc:spChg chg="mod">
          <ac:chgData name="Sylvan Shank" userId="daada91c-9173-4cf9-a78f-555f7d7e1aa5" providerId="ADAL" clId="{A8CAC1B1-1B5B-434C-9E5F-ED85875A3A22}" dt="2026-06-24T19:49:16.216" v="200"/>
          <ac:spMkLst>
            <pc:docMk/>
            <pc:sldMk cId="2874105660" sldId="8367"/>
            <ac:spMk id="17" creationId="{B2638555-E22C-CF51-90AD-191D501B0EA5}"/>
          </ac:spMkLst>
        </pc:spChg>
        <pc:spChg chg="mod ord">
          <ac:chgData name="Sylvan Shank" userId="daada91c-9173-4cf9-a78f-555f7d7e1aa5" providerId="ADAL" clId="{A8CAC1B1-1B5B-434C-9E5F-ED85875A3A22}" dt="2026-06-24T19:49:16.216" v="202"/>
          <ac:spMkLst>
            <pc:docMk/>
            <pc:sldMk cId="2874105660" sldId="8367"/>
            <ac:spMk id="19" creationId="{21654FF1-07F6-D64F-D52E-5ACCC2FCE2BA}"/>
          </ac:spMkLst>
        </pc:spChg>
        <pc:spChg chg="mod">
          <ac:chgData name="Sylvan Shank" userId="daada91c-9173-4cf9-a78f-555f7d7e1aa5" providerId="ADAL" clId="{A8CAC1B1-1B5B-434C-9E5F-ED85875A3A22}" dt="2026-06-24T19:49:16.216" v="195"/>
          <ac:spMkLst>
            <pc:docMk/>
            <pc:sldMk cId="2874105660" sldId="8367"/>
            <ac:spMk id="26" creationId="{1E7C8DD2-1684-56A9-7178-7630CBFC25E7}"/>
          </ac:spMkLst>
        </pc:spChg>
        <pc:spChg chg="mod">
          <ac:chgData name="Sylvan Shank" userId="daada91c-9173-4cf9-a78f-555f7d7e1aa5" providerId="ADAL" clId="{A8CAC1B1-1B5B-434C-9E5F-ED85875A3A22}" dt="2026-06-24T19:49:16.216" v="196"/>
          <ac:spMkLst>
            <pc:docMk/>
            <pc:sldMk cId="2874105660" sldId="8367"/>
            <ac:spMk id="28" creationId="{6298BE59-66D3-BC37-6B86-7B17C5603B4A}"/>
          </ac:spMkLst>
        </pc:spChg>
        <pc:spChg chg="mod">
          <ac:chgData name="Sylvan Shank" userId="daada91c-9173-4cf9-a78f-555f7d7e1aa5" providerId="ADAL" clId="{A8CAC1B1-1B5B-434C-9E5F-ED85875A3A22}" dt="2026-06-24T19:49:16.216" v="197"/>
          <ac:spMkLst>
            <pc:docMk/>
            <pc:sldMk cId="2874105660" sldId="8367"/>
            <ac:spMk id="29" creationId="{A4A79E1E-57F4-DC81-2AB3-B9F2DE56535E}"/>
          </ac:spMkLst>
        </pc:spChg>
        <pc:spChg chg="mod ord">
          <ac:chgData name="Sylvan Shank" userId="daada91c-9173-4cf9-a78f-555f7d7e1aa5" providerId="ADAL" clId="{A8CAC1B1-1B5B-434C-9E5F-ED85875A3A22}" dt="2026-06-24T22:23:28.932" v="1553"/>
          <ac:spMkLst>
            <pc:docMk/>
            <pc:sldMk cId="2874105660" sldId="8367"/>
            <ac:spMk id="47" creationId="{1498C23A-ED77-3999-08C8-E4676352A1E0}"/>
          </ac:spMkLst>
        </pc:spChg>
        <pc:graphicFrameChg chg="mod">
          <ac:chgData name="Sylvan Shank" userId="daada91c-9173-4cf9-a78f-555f7d7e1aa5" providerId="ADAL" clId="{A8CAC1B1-1B5B-434C-9E5F-ED85875A3A22}" dt="2026-06-24T19:49:16.216" v="208"/>
          <ac:graphicFrameMkLst>
            <pc:docMk/>
            <pc:sldMk cId="2874105660" sldId="8367"/>
            <ac:graphicFrameMk id="7" creationId="{EE2676DE-4EBE-A80E-4D01-C53C1268E714}"/>
          </ac:graphicFrameMkLst>
        </pc:graphicFrameChg>
        <pc:graphicFrameChg chg="add mod ord">
          <ac:chgData name="Sylvan Shank" userId="daada91c-9173-4cf9-a78f-555f7d7e1aa5" providerId="ADAL" clId="{A8CAC1B1-1B5B-434C-9E5F-ED85875A3A22}" dt="2026-06-24T19:49:16.216" v="189"/>
          <ac:graphicFrameMkLst>
            <pc:docMk/>
            <pc:sldMk cId="2874105660" sldId="8367"/>
            <ac:graphicFrameMk id="9" creationId="{4F4126D4-FA62-D5A9-B9B4-B8D3EDE9D2DA}"/>
          </ac:graphicFrameMkLst>
        </pc:graphicFrameChg>
        <pc:graphicFrameChg chg="del">
          <ac:chgData name="Sylvan Shank" userId="daada91c-9173-4cf9-a78f-555f7d7e1aa5" providerId="ADAL" clId="{A8CAC1B1-1B5B-434C-9E5F-ED85875A3A22}" dt="2026-06-24T19:49:16.199" v="174"/>
          <ac:graphicFrameMkLst>
            <pc:docMk/>
            <pc:sldMk cId="2874105660" sldId="8367"/>
            <ac:graphicFrameMk id="13" creationId="{274F0AB4-463C-77B3-0FF1-4C33E066E2A3}"/>
          </ac:graphicFrameMkLst>
        </pc:graphicFrameChg>
        <pc:cxnChg chg="mod ord">
          <ac:chgData name="Sylvan Shank" userId="daada91c-9173-4cf9-a78f-555f7d7e1aa5" providerId="ADAL" clId="{A8CAC1B1-1B5B-434C-9E5F-ED85875A3A22}" dt="2026-06-24T19:49:16.216" v="191"/>
          <ac:cxnSpMkLst>
            <pc:docMk/>
            <pc:sldMk cId="2874105660" sldId="8367"/>
            <ac:cxnSpMk id="21" creationId="{C52A2C8D-9E2B-7310-383F-27147F76ECA9}"/>
          </ac:cxnSpMkLst>
        </pc:cxnChg>
      </pc:sldChg>
      <pc:sldChg chg="del">
        <pc:chgData name="Sylvan Shank" userId="daada91c-9173-4cf9-a78f-555f7d7e1aa5" providerId="ADAL" clId="{A8CAC1B1-1B5B-434C-9E5F-ED85875A3A22}" dt="2026-06-24T19:27:19.628" v="7" actId="47"/>
        <pc:sldMkLst>
          <pc:docMk/>
          <pc:sldMk cId="2009724488" sldId="8371"/>
        </pc:sldMkLst>
      </pc:sldChg>
      <pc:sldChg chg="del">
        <pc:chgData name="Sylvan Shank" userId="daada91c-9173-4cf9-a78f-555f7d7e1aa5" providerId="ADAL" clId="{A8CAC1B1-1B5B-434C-9E5F-ED85875A3A22}" dt="2026-06-24T19:27:28.280" v="8" actId="47"/>
        <pc:sldMkLst>
          <pc:docMk/>
          <pc:sldMk cId="1509319621" sldId="8374"/>
        </pc:sldMkLst>
      </pc:sldChg>
      <pc:sldChg chg="addSp delSp modSp mod">
        <pc:chgData name="Sylvan Shank" userId="daada91c-9173-4cf9-a78f-555f7d7e1aa5" providerId="ADAL" clId="{A8CAC1B1-1B5B-434C-9E5F-ED85875A3A22}" dt="2026-06-24T19:51:56.482" v="1055"/>
        <pc:sldMkLst>
          <pc:docMk/>
          <pc:sldMk cId="514799766" sldId="8376"/>
        </pc:sldMkLst>
        <pc:spChg chg="mod">
          <ac:chgData name="Sylvan Shank" userId="daada91c-9173-4cf9-a78f-555f7d7e1aa5" providerId="ADAL" clId="{A8CAC1B1-1B5B-434C-9E5F-ED85875A3A22}" dt="2026-06-24T19:50:47.197" v="678" actId="299"/>
          <ac:spMkLst>
            <pc:docMk/>
            <pc:sldMk cId="514799766" sldId="8376"/>
            <ac:spMk id="2" creationId="{721AFD87-8178-7F90-79E3-76744BF4A4C1}"/>
          </ac:spMkLst>
        </pc:spChg>
        <pc:spChg chg="add del mod modVis">
          <ac:chgData name="Sylvan Shank" userId="daada91c-9173-4cf9-a78f-555f7d7e1aa5" providerId="ADAL" clId="{A8CAC1B1-1B5B-434C-9E5F-ED85875A3A22}" dt="2026-06-24T19:50:47.381" v="809"/>
          <ac:spMkLst>
            <pc:docMk/>
            <pc:sldMk cId="514799766" sldId="8376"/>
            <ac:spMk id="3" creationId="{D4EE2ED2-C1BE-99BF-5674-DA289E03EA31}"/>
          </ac:spMkLst>
        </pc:spChg>
        <pc:spChg chg="mod">
          <ac:chgData name="Sylvan Shank" userId="daada91c-9173-4cf9-a78f-555f7d7e1aa5" providerId="ADAL" clId="{A8CAC1B1-1B5B-434C-9E5F-ED85875A3A22}" dt="2026-06-24T19:50:47.064" v="505"/>
          <ac:spMkLst>
            <pc:docMk/>
            <pc:sldMk cId="514799766" sldId="8376"/>
            <ac:spMk id="19" creationId="{E8755B6D-4AA4-CD87-684A-BA7C2D3EA669}"/>
          </ac:spMkLst>
        </pc:spChg>
        <pc:spChg chg="mod">
          <ac:chgData name="Sylvan Shank" userId="daada91c-9173-4cf9-a78f-555f7d7e1aa5" providerId="ADAL" clId="{A8CAC1B1-1B5B-434C-9E5F-ED85875A3A22}" dt="2026-06-24T19:50:47.064" v="513"/>
          <ac:spMkLst>
            <pc:docMk/>
            <pc:sldMk cId="514799766" sldId="8376"/>
            <ac:spMk id="21" creationId="{F0FF7732-E770-55E4-5EE7-FF0AE160D57D}"/>
          </ac:spMkLst>
        </pc:spChg>
        <pc:spChg chg="mod">
          <ac:chgData name="Sylvan Shank" userId="daada91c-9173-4cf9-a78f-555f7d7e1aa5" providerId="ADAL" clId="{A8CAC1B1-1B5B-434C-9E5F-ED85875A3A22}" dt="2026-06-24T19:50:47.074" v="521"/>
          <ac:spMkLst>
            <pc:docMk/>
            <pc:sldMk cId="514799766" sldId="8376"/>
            <ac:spMk id="22" creationId="{FFDFA97E-52B3-CF5E-1FA8-50B98DAAEE16}"/>
          </ac:spMkLst>
        </pc:spChg>
        <pc:spChg chg="mod">
          <ac:chgData name="Sylvan Shank" userId="daada91c-9173-4cf9-a78f-555f7d7e1aa5" providerId="ADAL" clId="{A8CAC1B1-1B5B-434C-9E5F-ED85875A3A22}" dt="2026-06-24T19:50:47.080" v="529"/>
          <ac:spMkLst>
            <pc:docMk/>
            <pc:sldMk cId="514799766" sldId="8376"/>
            <ac:spMk id="23" creationId="{963148E0-ADB5-CF23-4DFC-992C834FFA11}"/>
          </ac:spMkLst>
        </pc:spChg>
        <pc:spChg chg="mod">
          <ac:chgData name="Sylvan Shank" userId="daada91c-9173-4cf9-a78f-555f7d7e1aa5" providerId="ADAL" clId="{A8CAC1B1-1B5B-434C-9E5F-ED85875A3A22}" dt="2026-06-24T19:50:47.090" v="537"/>
          <ac:spMkLst>
            <pc:docMk/>
            <pc:sldMk cId="514799766" sldId="8376"/>
            <ac:spMk id="24" creationId="{D96F5D7C-A17A-D4C9-968A-89F87F930AAC}"/>
          </ac:spMkLst>
        </pc:spChg>
        <pc:spChg chg="mod">
          <ac:chgData name="Sylvan Shank" userId="daada91c-9173-4cf9-a78f-555f7d7e1aa5" providerId="ADAL" clId="{A8CAC1B1-1B5B-434C-9E5F-ED85875A3A22}" dt="2026-06-24T19:50:47.096" v="544"/>
          <ac:spMkLst>
            <pc:docMk/>
            <pc:sldMk cId="514799766" sldId="8376"/>
            <ac:spMk id="25" creationId="{A73716E5-D43B-E130-12A4-56F468BB63C2}"/>
          </ac:spMkLst>
        </pc:spChg>
        <pc:spChg chg="mod">
          <ac:chgData name="Sylvan Shank" userId="daada91c-9173-4cf9-a78f-555f7d7e1aa5" providerId="ADAL" clId="{A8CAC1B1-1B5B-434C-9E5F-ED85875A3A22}" dt="2026-06-24T19:50:47.097" v="551"/>
          <ac:spMkLst>
            <pc:docMk/>
            <pc:sldMk cId="514799766" sldId="8376"/>
            <ac:spMk id="26" creationId="{8271CD50-32F1-2272-3DF7-559DB7B92AE0}"/>
          </ac:spMkLst>
        </pc:spChg>
        <pc:spChg chg="mod">
          <ac:chgData name="Sylvan Shank" userId="daada91c-9173-4cf9-a78f-555f7d7e1aa5" providerId="ADAL" clId="{A8CAC1B1-1B5B-434C-9E5F-ED85875A3A22}" dt="2026-06-24T19:50:47.122" v="575"/>
          <ac:spMkLst>
            <pc:docMk/>
            <pc:sldMk cId="514799766" sldId="8376"/>
            <ac:spMk id="29" creationId="{6389D700-CAE0-ABC8-CC9C-5D3462FE9E35}"/>
          </ac:spMkLst>
        </pc:spChg>
        <pc:spChg chg="mod">
          <ac:chgData name="Sylvan Shank" userId="daada91c-9173-4cf9-a78f-555f7d7e1aa5" providerId="ADAL" clId="{A8CAC1B1-1B5B-434C-9E5F-ED85875A3A22}" dt="2026-06-24T19:50:47.128" v="582"/>
          <ac:spMkLst>
            <pc:docMk/>
            <pc:sldMk cId="514799766" sldId="8376"/>
            <ac:spMk id="30" creationId="{55A2A8C2-B2F4-1B25-8A42-95FA94B22A81}"/>
          </ac:spMkLst>
        </pc:spChg>
        <pc:spChg chg="mod">
          <ac:chgData name="Sylvan Shank" userId="daada91c-9173-4cf9-a78f-555f7d7e1aa5" providerId="ADAL" clId="{A8CAC1B1-1B5B-434C-9E5F-ED85875A3A22}" dt="2026-06-24T19:50:47.128" v="589"/>
          <ac:spMkLst>
            <pc:docMk/>
            <pc:sldMk cId="514799766" sldId="8376"/>
            <ac:spMk id="31" creationId="{7B35EC99-6588-D2F2-0BCE-E1AD4DA4BA20}"/>
          </ac:spMkLst>
        </pc:spChg>
        <pc:spChg chg="mod">
          <ac:chgData name="Sylvan Shank" userId="daada91c-9173-4cf9-a78f-555f7d7e1aa5" providerId="ADAL" clId="{A8CAC1B1-1B5B-434C-9E5F-ED85875A3A22}" dt="2026-06-24T19:50:47.128" v="596"/>
          <ac:spMkLst>
            <pc:docMk/>
            <pc:sldMk cId="514799766" sldId="8376"/>
            <ac:spMk id="32" creationId="{D2A652EA-AC18-005A-B553-5E8AD8734C2D}"/>
          </ac:spMkLst>
        </pc:spChg>
        <pc:spChg chg="mod">
          <ac:chgData name="Sylvan Shank" userId="daada91c-9173-4cf9-a78f-555f7d7e1aa5" providerId="ADAL" clId="{A8CAC1B1-1B5B-434C-9E5F-ED85875A3A22}" dt="2026-06-24T19:50:47.138" v="603"/>
          <ac:spMkLst>
            <pc:docMk/>
            <pc:sldMk cId="514799766" sldId="8376"/>
            <ac:spMk id="33" creationId="{DA6D3339-632C-8252-4410-AF37C06DF767}"/>
          </ac:spMkLst>
        </pc:spChg>
        <pc:spChg chg="mod">
          <ac:chgData name="Sylvan Shank" userId="daada91c-9173-4cf9-a78f-555f7d7e1aa5" providerId="ADAL" clId="{A8CAC1B1-1B5B-434C-9E5F-ED85875A3A22}" dt="2026-06-24T19:50:47.153" v="625"/>
          <ac:spMkLst>
            <pc:docMk/>
            <pc:sldMk cId="514799766" sldId="8376"/>
            <ac:spMk id="34" creationId="{86FC240D-CF30-1882-F54A-F62BAB7F3F6A}"/>
          </ac:spMkLst>
        </pc:spChg>
        <pc:spChg chg="mod">
          <ac:chgData name="Sylvan Shank" userId="daada91c-9173-4cf9-a78f-555f7d7e1aa5" providerId="ADAL" clId="{A8CAC1B1-1B5B-434C-9E5F-ED85875A3A22}" dt="2026-06-24T19:50:47.112" v="567"/>
          <ac:spMkLst>
            <pc:docMk/>
            <pc:sldMk cId="514799766" sldId="8376"/>
            <ac:spMk id="61" creationId="{49115520-78C6-6315-F437-552B3C8BC6FA}"/>
          </ac:spMkLst>
        </pc:spChg>
        <pc:spChg chg="mod">
          <ac:chgData name="Sylvan Shank" userId="daada91c-9173-4cf9-a78f-555f7d7e1aa5" providerId="ADAL" clId="{A8CAC1B1-1B5B-434C-9E5F-ED85875A3A22}" dt="2026-06-24T19:50:47.106" v="559" actId="948"/>
          <ac:spMkLst>
            <pc:docMk/>
            <pc:sldMk cId="514799766" sldId="8376"/>
            <ac:spMk id="62" creationId="{3AD92636-5B26-728B-A18C-468266BD1337}"/>
          </ac:spMkLst>
        </pc:spChg>
        <pc:spChg chg="mod">
          <ac:chgData name="Sylvan Shank" userId="daada91c-9173-4cf9-a78f-555f7d7e1aa5" providerId="ADAL" clId="{A8CAC1B1-1B5B-434C-9E5F-ED85875A3A22}" dt="2026-06-24T19:50:47.143" v="610"/>
          <ac:spMkLst>
            <pc:docMk/>
            <pc:sldMk cId="514799766" sldId="8376"/>
            <ac:spMk id="68" creationId="{2F79D06E-3173-3279-E0A6-102A02345472}"/>
          </ac:spMkLst>
        </pc:spChg>
        <pc:spChg chg="mod">
          <ac:chgData name="Sylvan Shank" userId="daada91c-9173-4cf9-a78f-555f7d7e1aa5" providerId="ADAL" clId="{A8CAC1B1-1B5B-434C-9E5F-ED85875A3A22}" dt="2026-06-24T19:50:47.143" v="617"/>
          <ac:spMkLst>
            <pc:docMk/>
            <pc:sldMk cId="514799766" sldId="8376"/>
            <ac:spMk id="72" creationId="{985B9E9B-7F51-1207-EBC6-1D5FE654FD36}"/>
          </ac:spMkLst>
        </pc:spChg>
        <pc:spChg chg="mod">
          <ac:chgData name="Sylvan Shank" userId="daada91c-9173-4cf9-a78f-555f7d7e1aa5" providerId="ADAL" clId="{A8CAC1B1-1B5B-434C-9E5F-ED85875A3A22}" dt="2026-06-24T19:50:47.159" v="632"/>
          <ac:spMkLst>
            <pc:docMk/>
            <pc:sldMk cId="514799766" sldId="8376"/>
            <ac:spMk id="75" creationId="{D7687FC1-D46B-6890-E322-DBEFEB669F38}"/>
          </ac:spMkLst>
        </pc:spChg>
        <pc:spChg chg="mod">
          <ac:chgData name="Sylvan Shank" userId="daada91c-9173-4cf9-a78f-555f7d7e1aa5" providerId="ADAL" clId="{A8CAC1B1-1B5B-434C-9E5F-ED85875A3A22}" dt="2026-06-24T19:50:47.193" v="675"/>
          <ac:spMkLst>
            <pc:docMk/>
            <pc:sldMk cId="514799766" sldId="8376"/>
            <ac:spMk id="76" creationId="{8EF3B4A8-CF94-1793-EA7A-4D9AB9F06FD7}"/>
          </ac:spMkLst>
        </pc:spChg>
        <pc:spChg chg="mod">
          <ac:chgData name="Sylvan Shank" userId="daada91c-9173-4cf9-a78f-555f7d7e1aa5" providerId="ADAL" clId="{A8CAC1B1-1B5B-434C-9E5F-ED85875A3A22}" dt="2026-06-24T19:50:47.175" v="653"/>
          <ac:spMkLst>
            <pc:docMk/>
            <pc:sldMk cId="514799766" sldId="8376"/>
            <ac:spMk id="79" creationId="{D8D1D119-2798-2D82-A19F-346706E38F5E}"/>
          </ac:spMkLst>
        </pc:spChg>
        <pc:spChg chg="mod">
          <ac:chgData name="Sylvan Shank" userId="daada91c-9173-4cf9-a78f-555f7d7e1aa5" providerId="ADAL" clId="{A8CAC1B1-1B5B-434C-9E5F-ED85875A3A22}" dt="2026-06-24T19:50:47.170" v="646"/>
          <ac:spMkLst>
            <pc:docMk/>
            <pc:sldMk cId="514799766" sldId="8376"/>
            <ac:spMk id="80" creationId="{B8B87834-1928-6BAE-D59D-9869F9E3F99F}"/>
          </ac:spMkLst>
        </pc:spChg>
        <pc:spChg chg="mod">
          <ac:chgData name="Sylvan Shank" userId="daada91c-9173-4cf9-a78f-555f7d7e1aa5" providerId="ADAL" clId="{A8CAC1B1-1B5B-434C-9E5F-ED85875A3A22}" dt="2026-06-24T19:50:47.159" v="639"/>
          <ac:spMkLst>
            <pc:docMk/>
            <pc:sldMk cId="514799766" sldId="8376"/>
            <ac:spMk id="81" creationId="{88EB4D47-F9DD-8B12-6FE5-D1AF1EB683A0}"/>
          </ac:spMkLst>
        </pc:spChg>
        <pc:spChg chg="mod">
          <ac:chgData name="Sylvan Shank" userId="daada91c-9173-4cf9-a78f-555f7d7e1aa5" providerId="ADAL" clId="{A8CAC1B1-1B5B-434C-9E5F-ED85875A3A22}" dt="2026-06-24T19:50:47.175" v="660"/>
          <ac:spMkLst>
            <pc:docMk/>
            <pc:sldMk cId="514799766" sldId="8376"/>
            <ac:spMk id="85" creationId="{18E24B1E-B024-6360-8B92-8D8D9BB7D531}"/>
          </ac:spMkLst>
        </pc:spChg>
        <pc:spChg chg="mod">
          <ac:chgData name="Sylvan Shank" userId="daada91c-9173-4cf9-a78f-555f7d7e1aa5" providerId="ADAL" clId="{A8CAC1B1-1B5B-434C-9E5F-ED85875A3A22}" dt="2026-06-24T19:50:47.185" v="667"/>
          <ac:spMkLst>
            <pc:docMk/>
            <pc:sldMk cId="514799766" sldId="8376"/>
            <ac:spMk id="88" creationId="{4FFCD566-72D9-698B-D318-E657E6DAAD6C}"/>
          </ac:spMkLst>
        </pc:spChg>
        <pc:spChg chg="mod">
          <ac:chgData name="Sylvan Shank" userId="daada91c-9173-4cf9-a78f-555f7d7e1aa5" providerId="ADAL" clId="{A8CAC1B1-1B5B-434C-9E5F-ED85875A3A22}" dt="2026-06-24T19:50:47.255" v="705"/>
          <ac:spMkLst>
            <pc:docMk/>
            <pc:sldMk cId="514799766" sldId="8376"/>
            <ac:spMk id="93" creationId="{34C8F852-41D7-64C7-62B5-C066E1E8712C}"/>
          </ac:spMkLst>
        </pc:spChg>
        <pc:spChg chg="mod">
          <ac:chgData name="Sylvan Shank" userId="daada91c-9173-4cf9-a78f-555f7d7e1aa5" providerId="ADAL" clId="{A8CAC1B1-1B5B-434C-9E5F-ED85875A3A22}" dt="2026-06-24T19:50:47.270" v="713"/>
          <ac:spMkLst>
            <pc:docMk/>
            <pc:sldMk cId="514799766" sldId="8376"/>
            <ac:spMk id="94" creationId="{F45F8703-145A-984A-66B9-CB02E4F0B108}"/>
          </ac:spMkLst>
        </pc:spChg>
        <pc:spChg chg="mod">
          <ac:chgData name="Sylvan Shank" userId="daada91c-9173-4cf9-a78f-555f7d7e1aa5" providerId="ADAL" clId="{A8CAC1B1-1B5B-434C-9E5F-ED85875A3A22}" dt="2026-06-24T19:50:47.270" v="721"/>
          <ac:spMkLst>
            <pc:docMk/>
            <pc:sldMk cId="514799766" sldId="8376"/>
            <ac:spMk id="95" creationId="{A82F59D4-6FF8-1FF1-FB55-C5D4A746AB09}"/>
          </ac:spMkLst>
        </pc:spChg>
        <pc:spChg chg="mod">
          <ac:chgData name="Sylvan Shank" userId="daada91c-9173-4cf9-a78f-555f7d7e1aa5" providerId="ADAL" clId="{A8CAC1B1-1B5B-434C-9E5F-ED85875A3A22}" dt="2026-06-24T19:50:47.287" v="729"/>
          <ac:spMkLst>
            <pc:docMk/>
            <pc:sldMk cId="514799766" sldId="8376"/>
            <ac:spMk id="96" creationId="{D61FD53C-D6C7-9AE8-2514-2BE97474266F}"/>
          </ac:spMkLst>
        </pc:spChg>
        <pc:spChg chg="mod">
          <ac:chgData name="Sylvan Shank" userId="daada91c-9173-4cf9-a78f-555f7d7e1aa5" providerId="ADAL" clId="{A8CAC1B1-1B5B-434C-9E5F-ED85875A3A22}" dt="2026-06-24T19:50:47.287" v="737"/>
          <ac:spMkLst>
            <pc:docMk/>
            <pc:sldMk cId="514799766" sldId="8376"/>
            <ac:spMk id="97" creationId="{52EC6D60-49D6-8459-0BD4-8C643DCADBE5}"/>
          </ac:spMkLst>
        </pc:spChg>
        <pc:spChg chg="mod">
          <ac:chgData name="Sylvan Shank" userId="daada91c-9173-4cf9-a78f-555f7d7e1aa5" providerId="ADAL" clId="{A8CAC1B1-1B5B-434C-9E5F-ED85875A3A22}" dt="2026-06-24T19:50:47.302" v="745"/>
          <ac:spMkLst>
            <pc:docMk/>
            <pc:sldMk cId="514799766" sldId="8376"/>
            <ac:spMk id="98" creationId="{B43DB0A0-20E7-491C-83AE-DFC23052B5DD}"/>
          </ac:spMkLst>
        </pc:spChg>
        <pc:spChg chg="mod">
          <ac:chgData name="Sylvan Shank" userId="daada91c-9173-4cf9-a78f-555f7d7e1aa5" providerId="ADAL" clId="{A8CAC1B1-1B5B-434C-9E5F-ED85875A3A22}" dt="2026-06-24T19:50:47.305" v="753"/>
          <ac:spMkLst>
            <pc:docMk/>
            <pc:sldMk cId="514799766" sldId="8376"/>
            <ac:spMk id="99" creationId="{7E9236C2-C81A-285F-2BA7-2A24986CB8D1}"/>
          </ac:spMkLst>
        </pc:spChg>
        <pc:spChg chg="mod">
          <ac:chgData name="Sylvan Shank" userId="daada91c-9173-4cf9-a78f-555f7d7e1aa5" providerId="ADAL" clId="{A8CAC1B1-1B5B-434C-9E5F-ED85875A3A22}" dt="2026-06-24T19:50:47.312" v="761"/>
          <ac:spMkLst>
            <pc:docMk/>
            <pc:sldMk cId="514799766" sldId="8376"/>
            <ac:spMk id="100" creationId="{464A1073-6428-5C87-C6DA-8DCBA5B6A87D}"/>
          </ac:spMkLst>
        </pc:spChg>
        <pc:spChg chg="mod">
          <ac:chgData name="Sylvan Shank" userId="daada91c-9173-4cf9-a78f-555f7d7e1aa5" providerId="ADAL" clId="{A8CAC1B1-1B5B-434C-9E5F-ED85875A3A22}" dt="2026-06-24T19:50:47.318" v="769"/>
          <ac:spMkLst>
            <pc:docMk/>
            <pc:sldMk cId="514799766" sldId="8376"/>
            <ac:spMk id="101" creationId="{DCB3FB3A-B94A-4AD1-EAC1-135DD70D7ACD}"/>
          </ac:spMkLst>
        </pc:spChg>
        <pc:spChg chg="mod">
          <ac:chgData name="Sylvan Shank" userId="daada91c-9173-4cf9-a78f-555f7d7e1aa5" providerId="ADAL" clId="{A8CAC1B1-1B5B-434C-9E5F-ED85875A3A22}" dt="2026-06-24T19:50:47.328" v="777"/>
          <ac:spMkLst>
            <pc:docMk/>
            <pc:sldMk cId="514799766" sldId="8376"/>
            <ac:spMk id="102" creationId="{1F3EA33B-21D3-DCD1-3BBB-D28510F8268B}"/>
          </ac:spMkLst>
        </pc:spChg>
        <pc:spChg chg="mod">
          <ac:chgData name="Sylvan Shank" userId="daada91c-9173-4cf9-a78f-555f7d7e1aa5" providerId="ADAL" clId="{A8CAC1B1-1B5B-434C-9E5F-ED85875A3A22}" dt="2026-06-24T19:50:47.335" v="785"/>
          <ac:spMkLst>
            <pc:docMk/>
            <pc:sldMk cId="514799766" sldId="8376"/>
            <ac:spMk id="103" creationId="{A5025A48-3386-EBE0-3AC3-DD66D388F173}"/>
          </ac:spMkLst>
        </pc:spChg>
        <pc:graphicFrameChg chg="mod">
          <ac:chgData name="Sylvan Shank" userId="daada91c-9173-4cf9-a78f-555f7d7e1aa5" providerId="ADAL" clId="{A8CAC1B1-1B5B-434C-9E5F-ED85875A3A22}" dt="2026-06-24T19:51:56.482" v="1055"/>
          <ac:graphicFrameMkLst>
            <pc:docMk/>
            <pc:sldMk cId="514799766" sldId="8376"/>
            <ac:graphicFrameMk id="7" creationId="{AD1DC0E6-5676-A6DE-9189-69316DE6EB56}"/>
          </ac:graphicFrameMkLst>
        </pc:graphicFrameChg>
        <pc:cxnChg chg="mod">
          <ac:chgData name="Sylvan Shank" userId="daada91c-9173-4cf9-a78f-555f7d7e1aa5" providerId="ADAL" clId="{A8CAC1B1-1B5B-434C-9E5F-ED85875A3A22}" dt="2026-06-24T19:50:47.375" v="787"/>
          <ac:cxnSpMkLst>
            <pc:docMk/>
            <pc:sldMk cId="514799766" sldId="8376"/>
            <ac:cxnSpMk id="107" creationId="{325FA6D3-26B5-A646-4C50-595F67D0E5BA}"/>
          </ac:cxnSpMkLst>
        </pc:cxnChg>
        <pc:cxnChg chg="mod">
          <ac:chgData name="Sylvan Shank" userId="daada91c-9173-4cf9-a78f-555f7d7e1aa5" providerId="ADAL" clId="{A8CAC1B1-1B5B-434C-9E5F-ED85875A3A22}" dt="2026-06-24T19:50:47.375" v="789"/>
          <ac:cxnSpMkLst>
            <pc:docMk/>
            <pc:sldMk cId="514799766" sldId="8376"/>
            <ac:cxnSpMk id="108" creationId="{F8E664BB-C4D9-3FBA-DF34-0584032DCF8A}"/>
          </ac:cxnSpMkLst>
        </pc:cxnChg>
        <pc:cxnChg chg="mod">
          <ac:chgData name="Sylvan Shank" userId="daada91c-9173-4cf9-a78f-555f7d7e1aa5" providerId="ADAL" clId="{A8CAC1B1-1B5B-434C-9E5F-ED85875A3A22}" dt="2026-06-24T19:50:47.381" v="791"/>
          <ac:cxnSpMkLst>
            <pc:docMk/>
            <pc:sldMk cId="514799766" sldId="8376"/>
            <ac:cxnSpMk id="109" creationId="{92F3B1F2-B2DE-AA5C-E8B4-EA4B9B5B657B}"/>
          </ac:cxnSpMkLst>
        </pc:cxnChg>
        <pc:cxnChg chg="mod">
          <ac:chgData name="Sylvan Shank" userId="daada91c-9173-4cf9-a78f-555f7d7e1aa5" providerId="ADAL" clId="{A8CAC1B1-1B5B-434C-9E5F-ED85875A3A22}" dt="2026-06-24T19:50:47.381" v="793"/>
          <ac:cxnSpMkLst>
            <pc:docMk/>
            <pc:sldMk cId="514799766" sldId="8376"/>
            <ac:cxnSpMk id="110" creationId="{0E708128-9742-BCB6-0D7A-64112196B65B}"/>
          </ac:cxnSpMkLst>
        </pc:cxnChg>
        <pc:cxnChg chg="mod">
          <ac:chgData name="Sylvan Shank" userId="daada91c-9173-4cf9-a78f-555f7d7e1aa5" providerId="ADAL" clId="{A8CAC1B1-1B5B-434C-9E5F-ED85875A3A22}" dt="2026-06-24T19:50:47.381" v="795"/>
          <ac:cxnSpMkLst>
            <pc:docMk/>
            <pc:sldMk cId="514799766" sldId="8376"/>
            <ac:cxnSpMk id="111" creationId="{46D0A850-58AC-CDD0-4312-AC525412F321}"/>
          </ac:cxnSpMkLst>
        </pc:cxnChg>
        <pc:cxnChg chg="mod">
          <ac:chgData name="Sylvan Shank" userId="daada91c-9173-4cf9-a78f-555f7d7e1aa5" providerId="ADAL" clId="{A8CAC1B1-1B5B-434C-9E5F-ED85875A3A22}" dt="2026-06-24T19:50:47.381" v="797"/>
          <ac:cxnSpMkLst>
            <pc:docMk/>
            <pc:sldMk cId="514799766" sldId="8376"/>
            <ac:cxnSpMk id="112" creationId="{39BD646E-C9E0-85D1-9025-56F24EDF027A}"/>
          </ac:cxnSpMkLst>
        </pc:cxnChg>
        <pc:cxnChg chg="mod">
          <ac:chgData name="Sylvan Shank" userId="daada91c-9173-4cf9-a78f-555f7d7e1aa5" providerId="ADAL" clId="{A8CAC1B1-1B5B-434C-9E5F-ED85875A3A22}" dt="2026-06-24T19:50:47.381" v="799"/>
          <ac:cxnSpMkLst>
            <pc:docMk/>
            <pc:sldMk cId="514799766" sldId="8376"/>
            <ac:cxnSpMk id="113" creationId="{AE00DE13-5D6D-1701-ED66-943E065F9C17}"/>
          </ac:cxnSpMkLst>
        </pc:cxnChg>
        <pc:cxnChg chg="mod">
          <ac:chgData name="Sylvan Shank" userId="daada91c-9173-4cf9-a78f-555f7d7e1aa5" providerId="ADAL" clId="{A8CAC1B1-1B5B-434C-9E5F-ED85875A3A22}" dt="2026-06-24T19:50:47.381" v="801"/>
          <ac:cxnSpMkLst>
            <pc:docMk/>
            <pc:sldMk cId="514799766" sldId="8376"/>
            <ac:cxnSpMk id="114" creationId="{FB7E3241-AEFA-DCB1-52C7-646E3E8A2D02}"/>
          </ac:cxnSpMkLst>
        </pc:cxnChg>
        <pc:cxnChg chg="mod">
          <ac:chgData name="Sylvan Shank" userId="daada91c-9173-4cf9-a78f-555f7d7e1aa5" providerId="ADAL" clId="{A8CAC1B1-1B5B-434C-9E5F-ED85875A3A22}" dt="2026-06-24T19:50:47.381" v="803"/>
          <ac:cxnSpMkLst>
            <pc:docMk/>
            <pc:sldMk cId="514799766" sldId="8376"/>
            <ac:cxnSpMk id="115" creationId="{30C05896-3EC3-D95B-8112-F367A16F1395}"/>
          </ac:cxnSpMkLst>
        </pc:cxnChg>
        <pc:cxnChg chg="mod">
          <ac:chgData name="Sylvan Shank" userId="daada91c-9173-4cf9-a78f-555f7d7e1aa5" providerId="ADAL" clId="{A8CAC1B1-1B5B-434C-9E5F-ED85875A3A22}" dt="2026-06-24T19:50:47.381" v="805"/>
          <ac:cxnSpMkLst>
            <pc:docMk/>
            <pc:sldMk cId="514799766" sldId="8376"/>
            <ac:cxnSpMk id="116" creationId="{B236F2E1-F5B8-7B25-5AF1-B5EF4AAADC6F}"/>
          </ac:cxnSpMkLst>
        </pc:cxnChg>
        <pc:cxnChg chg="mod">
          <ac:chgData name="Sylvan Shank" userId="daada91c-9173-4cf9-a78f-555f7d7e1aa5" providerId="ADAL" clId="{A8CAC1B1-1B5B-434C-9E5F-ED85875A3A22}" dt="2026-06-24T19:50:47.381" v="807"/>
          <ac:cxnSpMkLst>
            <pc:docMk/>
            <pc:sldMk cId="514799766" sldId="8376"/>
            <ac:cxnSpMk id="117" creationId="{E6FD7F7A-7666-6CE7-76F6-3BCC26031DC2}"/>
          </ac:cxnSpMkLst>
        </pc:cxnChg>
      </pc:sldChg>
      <pc:sldChg chg="del">
        <pc:chgData name="Sylvan Shank" userId="daada91c-9173-4cf9-a78f-555f7d7e1aa5" providerId="ADAL" clId="{A8CAC1B1-1B5B-434C-9E5F-ED85875A3A22}" dt="2026-06-24T19:27:34.064" v="9" actId="47"/>
        <pc:sldMkLst>
          <pc:docMk/>
          <pc:sldMk cId="3730066701" sldId="8377"/>
        </pc:sldMkLst>
      </pc:sldChg>
      <pc:sldChg chg="addSp delSp modSp mod">
        <pc:chgData name="Sylvan Shank" userId="daada91c-9173-4cf9-a78f-555f7d7e1aa5" providerId="ADAL" clId="{A8CAC1B1-1B5B-434C-9E5F-ED85875A3A22}" dt="2026-06-24T19:52:07.759" v="1057"/>
        <pc:sldMkLst>
          <pc:docMk/>
          <pc:sldMk cId="2689816864" sldId="8378"/>
        </pc:sldMkLst>
        <pc:spChg chg="mod">
          <ac:chgData name="Sylvan Shank" userId="daada91c-9173-4cf9-a78f-555f7d7e1aa5" providerId="ADAL" clId="{A8CAC1B1-1B5B-434C-9E5F-ED85875A3A22}" dt="2026-06-24T19:51:13.280" v="814" actId="299"/>
          <ac:spMkLst>
            <pc:docMk/>
            <pc:sldMk cId="2689816864" sldId="8378"/>
            <ac:spMk id="2" creationId="{CF055F62-9487-58CC-8770-8A7604D48692}"/>
          </ac:spMkLst>
        </pc:spChg>
        <pc:spChg chg="add del mod modVis">
          <ac:chgData name="Sylvan Shank" userId="daada91c-9173-4cf9-a78f-555f7d7e1aa5" providerId="ADAL" clId="{A8CAC1B1-1B5B-434C-9E5F-ED85875A3A22}" dt="2026-06-24T19:51:14.776" v="1020"/>
          <ac:spMkLst>
            <pc:docMk/>
            <pc:sldMk cId="2689816864" sldId="8378"/>
            <ac:spMk id="3" creationId="{E1AAD3CE-12DE-27F3-1AD7-3D04C0613136}"/>
          </ac:spMkLst>
        </pc:spChg>
        <pc:spChg chg="mod">
          <ac:chgData name="Sylvan Shank" userId="daada91c-9173-4cf9-a78f-555f7d7e1aa5" providerId="ADAL" clId="{A8CAC1B1-1B5B-434C-9E5F-ED85875A3A22}" dt="2026-06-24T19:51:24.080" v="1024" actId="14100"/>
          <ac:spMkLst>
            <pc:docMk/>
            <pc:sldMk cId="2689816864" sldId="8378"/>
            <ac:spMk id="8" creationId="{C3117CE2-2259-F441-28D3-DC10B568A9BB}"/>
          </ac:spMkLst>
        </pc:spChg>
        <pc:spChg chg="mod">
          <ac:chgData name="Sylvan Shank" userId="daada91c-9173-4cf9-a78f-555f7d7e1aa5" providerId="ADAL" clId="{A8CAC1B1-1B5B-434C-9E5F-ED85875A3A22}" dt="2026-06-24T19:51:27.412" v="1028"/>
          <ac:spMkLst>
            <pc:docMk/>
            <pc:sldMk cId="2689816864" sldId="8378"/>
            <ac:spMk id="16" creationId="{52CD2E46-E595-A1A4-1E96-A6722F4665F6}"/>
          </ac:spMkLst>
        </pc:spChg>
        <pc:spChg chg="mod">
          <ac:chgData name="Sylvan Shank" userId="daada91c-9173-4cf9-a78f-555f7d7e1aa5" providerId="ADAL" clId="{A8CAC1B1-1B5B-434C-9E5F-ED85875A3A22}" dt="2026-06-24T19:51:27.412" v="1035"/>
          <ac:spMkLst>
            <pc:docMk/>
            <pc:sldMk cId="2689816864" sldId="8378"/>
            <ac:spMk id="17" creationId="{95E37178-9A1F-F506-B4E1-F2CB168A5E64}"/>
          </ac:spMkLst>
        </pc:spChg>
        <pc:spChg chg="mod">
          <ac:chgData name="Sylvan Shank" userId="daada91c-9173-4cf9-a78f-555f7d7e1aa5" providerId="ADAL" clId="{A8CAC1B1-1B5B-434C-9E5F-ED85875A3A22}" dt="2026-06-24T19:51:27.412" v="1034"/>
          <ac:spMkLst>
            <pc:docMk/>
            <pc:sldMk cId="2689816864" sldId="8378"/>
            <ac:spMk id="21" creationId="{B73E9DA8-811E-1D63-1C14-F79FD216748E}"/>
          </ac:spMkLst>
        </pc:spChg>
        <pc:spChg chg="mod">
          <ac:chgData name="Sylvan Shank" userId="daada91c-9173-4cf9-a78f-555f7d7e1aa5" providerId="ADAL" clId="{A8CAC1B1-1B5B-434C-9E5F-ED85875A3A22}" dt="2026-06-24T19:51:27.422" v="1041"/>
          <ac:spMkLst>
            <pc:docMk/>
            <pc:sldMk cId="2689816864" sldId="8378"/>
            <ac:spMk id="22" creationId="{24DA4ADD-1D46-27E7-220C-5848E3F28AF4}"/>
          </ac:spMkLst>
        </pc:spChg>
        <pc:spChg chg="mod">
          <ac:chgData name="Sylvan Shank" userId="daada91c-9173-4cf9-a78f-555f7d7e1aa5" providerId="ADAL" clId="{A8CAC1B1-1B5B-434C-9E5F-ED85875A3A22}" dt="2026-06-24T19:51:27.422" v="1040"/>
          <ac:spMkLst>
            <pc:docMk/>
            <pc:sldMk cId="2689816864" sldId="8378"/>
            <ac:spMk id="26" creationId="{AA26047A-3F56-6543-4380-0807570BBF34}"/>
          </ac:spMkLst>
        </pc:spChg>
        <pc:spChg chg="mod">
          <ac:chgData name="Sylvan Shank" userId="daada91c-9173-4cf9-a78f-555f7d7e1aa5" providerId="ADAL" clId="{A8CAC1B1-1B5B-434C-9E5F-ED85875A3A22}" dt="2026-06-24T19:51:27.412" v="1027"/>
          <ac:spMkLst>
            <pc:docMk/>
            <pc:sldMk cId="2689816864" sldId="8378"/>
            <ac:spMk id="33" creationId="{FFEE269D-C4D8-8341-7D02-38C7262838F3}"/>
          </ac:spMkLst>
        </pc:spChg>
        <pc:spChg chg="mod">
          <ac:chgData name="Sylvan Shank" userId="daada91c-9173-4cf9-a78f-555f7d7e1aa5" providerId="ADAL" clId="{A8CAC1B1-1B5B-434C-9E5F-ED85875A3A22}" dt="2026-06-24T19:51:27.412" v="1033"/>
          <ac:spMkLst>
            <pc:docMk/>
            <pc:sldMk cId="2689816864" sldId="8378"/>
            <ac:spMk id="36" creationId="{4773676B-83A4-40D6-2A56-F8382B245E70}"/>
          </ac:spMkLst>
        </pc:spChg>
        <pc:spChg chg="mod">
          <ac:chgData name="Sylvan Shank" userId="daada91c-9173-4cf9-a78f-555f7d7e1aa5" providerId="ADAL" clId="{A8CAC1B1-1B5B-434C-9E5F-ED85875A3A22}" dt="2026-06-24T19:51:27.412" v="1039"/>
          <ac:spMkLst>
            <pc:docMk/>
            <pc:sldMk cId="2689816864" sldId="8378"/>
            <ac:spMk id="39" creationId="{E319D653-5E95-96A0-8EC6-CADBA4AFBCB5}"/>
          </ac:spMkLst>
        </pc:spChg>
        <pc:spChg chg="mod">
          <ac:chgData name="Sylvan Shank" userId="daada91c-9173-4cf9-a78f-555f7d7e1aa5" providerId="ADAL" clId="{A8CAC1B1-1B5B-434C-9E5F-ED85875A3A22}" dt="2026-06-24T19:51:27.422" v="1047"/>
          <ac:spMkLst>
            <pc:docMk/>
            <pc:sldMk cId="2689816864" sldId="8378"/>
            <ac:spMk id="44" creationId="{ADBF139B-73D7-0749-8824-0B519FC75CD9}"/>
          </ac:spMkLst>
        </pc:spChg>
        <pc:spChg chg="mod">
          <ac:chgData name="Sylvan Shank" userId="daada91c-9173-4cf9-a78f-555f7d7e1aa5" providerId="ADAL" clId="{A8CAC1B1-1B5B-434C-9E5F-ED85875A3A22}" dt="2026-06-24T19:51:27.422" v="1046"/>
          <ac:spMkLst>
            <pc:docMk/>
            <pc:sldMk cId="2689816864" sldId="8378"/>
            <ac:spMk id="45" creationId="{EC278BF6-9FC7-A3C4-6427-443324EB9983}"/>
          </ac:spMkLst>
        </pc:spChg>
        <pc:spChg chg="mod">
          <ac:chgData name="Sylvan Shank" userId="daada91c-9173-4cf9-a78f-555f7d7e1aa5" providerId="ADAL" clId="{A8CAC1B1-1B5B-434C-9E5F-ED85875A3A22}" dt="2026-06-24T19:51:27.422" v="1045"/>
          <ac:spMkLst>
            <pc:docMk/>
            <pc:sldMk cId="2689816864" sldId="8378"/>
            <ac:spMk id="52" creationId="{C236633A-6930-CD02-52DC-D74C8854F05C}"/>
          </ac:spMkLst>
        </pc:spChg>
        <pc:spChg chg="mod">
          <ac:chgData name="Sylvan Shank" userId="daada91c-9173-4cf9-a78f-555f7d7e1aa5" providerId="ADAL" clId="{A8CAC1B1-1B5B-434C-9E5F-ED85875A3A22}" dt="2026-06-24T19:51:27.412" v="1029"/>
          <ac:spMkLst>
            <pc:docMk/>
            <pc:sldMk cId="2689816864" sldId="8378"/>
            <ac:spMk id="53" creationId="{FEF00CAF-F53F-5F40-3079-1EEB11E258D3}"/>
          </ac:spMkLst>
        </pc:spChg>
        <pc:spChg chg="mod">
          <ac:chgData name="Sylvan Shank" userId="daada91c-9173-4cf9-a78f-555f7d7e1aa5" providerId="ADAL" clId="{A8CAC1B1-1B5B-434C-9E5F-ED85875A3A22}" dt="2026-06-24T19:51:14.680" v="917"/>
          <ac:spMkLst>
            <pc:docMk/>
            <pc:sldMk cId="2689816864" sldId="8378"/>
            <ac:spMk id="75" creationId="{0B38ECAB-812C-52E3-9F8E-8947B5076761}"/>
          </ac:spMkLst>
        </pc:spChg>
        <pc:spChg chg="mod">
          <ac:chgData name="Sylvan Shank" userId="daada91c-9173-4cf9-a78f-555f7d7e1aa5" providerId="ADAL" clId="{A8CAC1B1-1B5B-434C-9E5F-ED85875A3A22}" dt="2026-06-24T19:51:14.695" v="925"/>
          <ac:spMkLst>
            <pc:docMk/>
            <pc:sldMk cId="2689816864" sldId="8378"/>
            <ac:spMk id="76" creationId="{52D4424E-EEB6-B49D-E58D-C3510B6AEBC1}"/>
          </ac:spMkLst>
        </pc:spChg>
        <pc:spChg chg="mod">
          <ac:chgData name="Sylvan Shank" userId="daada91c-9173-4cf9-a78f-555f7d7e1aa5" providerId="ADAL" clId="{A8CAC1B1-1B5B-434C-9E5F-ED85875A3A22}" dt="2026-06-24T19:51:14.696" v="933"/>
          <ac:spMkLst>
            <pc:docMk/>
            <pc:sldMk cId="2689816864" sldId="8378"/>
            <ac:spMk id="77" creationId="{741DBDB5-E9C9-C10D-49F7-7F940859917E}"/>
          </ac:spMkLst>
        </pc:spChg>
        <pc:spChg chg="mod">
          <ac:chgData name="Sylvan Shank" userId="daada91c-9173-4cf9-a78f-555f7d7e1aa5" providerId="ADAL" clId="{A8CAC1B1-1B5B-434C-9E5F-ED85875A3A22}" dt="2026-06-24T19:51:14.706" v="941"/>
          <ac:spMkLst>
            <pc:docMk/>
            <pc:sldMk cId="2689816864" sldId="8378"/>
            <ac:spMk id="78" creationId="{88517DC8-9F89-DEB0-8C05-40372D48799B}"/>
          </ac:spMkLst>
        </pc:spChg>
        <pc:spChg chg="mod">
          <ac:chgData name="Sylvan Shank" userId="daada91c-9173-4cf9-a78f-555f7d7e1aa5" providerId="ADAL" clId="{A8CAC1B1-1B5B-434C-9E5F-ED85875A3A22}" dt="2026-06-24T19:51:14.712" v="949"/>
          <ac:spMkLst>
            <pc:docMk/>
            <pc:sldMk cId="2689816864" sldId="8378"/>
            <ac:spMk id="79" creationId="{2E6719F8-C329-1878-1673-FE045BE1BFA3}"/>
          </ac:spMkLst>
        </pc:spChg>
        <pc:spChg chg="mod">
          <ac:chgData name="Sylvan Shank" userId="daada91c-9173-4cf9-a78f-555f7d7e1aa5" providerId="ADAL" clId="{A8CAC1B1-1B5B-434C-9E5F-ED85875A3A22}" dt="2026-06-24T19:51:14.722" v="957"/>
          <ac:spMkLst>
            <pc:docMk/>
            <pc:sldMk cId="2689816864" sldId="8378"/>
            <ac:spMk id="80" creationId="{8A41B847-A755-30A4-B4C1-4D2854387E09}"/>
          </ac:spMkLst>
        </pc:spChg>
        <pc:spChg chg="mod">
          <ac:chgData name="Sylvan Shank" userId="daada91c-9173-4cf9-a78f-555f7d7e1aa5" providerId="ADAL" clId="{A8CAC1B1-1B5B-434C-9E5F-ED85875A3A22}" dt="2026-06-24T19:51:14.729" v="965"/>
          <ac:spMkLst>
            <pc:docMk/>
            <pc:sldMk cId="2689816864" sldId="8378"/>
            <ac:spMk id="81" creationId="{E82E4D6C-AC3B-24A5-A84F-13A7E564DDAB}"/>
          </ac:spMkLst>
        </pc:spChg>
        <pc:spChg chg="mod">
          <ac:chgData name="Sylvan Shank" userId="daada91c-9173-4cf9-a78f-555f7d7e1aa5" providerId="ADAL" clId="{A8CAC1B1-1B5B-434C-9E5F-ED85875A3A22}" dt="2026-06-24T19:51:14.744" v="979"/>
          <ac:spMkLst>
            <pc:docMk/>
            <pc:sldMk cId="2689816864" sldId="8378"/>
            <ac:spMk id="99" creationId="{30EC5552-C87C-BC85-38BE-B0756E805533}"/>
          </ac:spMkLst>
        </pc:spChg>
        <pc:spChg chg="mod">
          <ac:chgData name="Sylvan Shank" userId="daada91c-9173-4cf9-a78f-555f7d7e1aa5" providerId="ADAL" clId="{A8CAC1B1-1B5B-434C-9E5F-ED85875A3A22}" dt="2026-06-24T19:51:27.405" v="1025"/>
          <ac:spMkLst>
            <pc:docMk/>
            <pc:sldMk cId="2689816864" sldId="8378"/>
            <ac:spMk id="106" creationId="{3B744B78-E4C3-CC00-BDCE-122059513C90}"/>
          </ac:spMkLst>
        </pc:spChg>
        <pc:graphicFrameChg chg="mod">
          <ac:chgData name="Sylvan Shank" userId="daada91c-9173-4cf9-a78f-555f7d7e1aa5" providerId="ADAL" clId="{A8CAC1B1-1B5B-434C-9E5F-ED85875A3A22}" dt="2026-06-24T19:52:07.759" v="1057"/>
          <ac:graphicFrameMkLst>
            <pc:docMk/>
            <pc:sldMk cId="2689816864" sldId="8378"/>
            <ac:graphicFrameMk id="7" creationId="{4B63BA29-5BB8-C7B4-E9E7-6712A3AA2B11}"/>
          </ac:graphicFrameMkLst>
        </pc:graphicFrameChg>
        <pc:cxnChg chg="mod">
          <ac:chgData name="Sylvan Shank" userId="daada91c-9173-4cf9-a78f-555f7d7e1aa5" providerId="ADAL" clId="{A8CAC1B1-1B5B-434C-9E5F-ED85875A3A22}" dt="2026-06-24T19:51:27.422" v="1049"/>
          <ac:cxnSpMkLst>
            <pc:docMk/>
            <pc:sldMk cId="2689816864" sldId="8378"/>
            <ac:cxnSpMk id="30" creationId="{EE57D4E0-E99D-B3C1-9B87-79B53D482F05}"/>
          </ac:cxnSpMkLst>
        </pc:cxnChg>
        <pc:cxnChg chg="mod">
          <ac:chgData name="Sylvan Shank" userId="daada91c-9173-4cf9-a78f-555f7d7e1aa5" providerId="ADAL" clId="{A8CAC1B1-1B5B-434C-9E5F-ED85875A3A22}" dt="2026-06-24T19:51:14.769" v="1006"/>
          <ac:cxnSpMkLst>
            <pc:docMk/>
            <pc:sldMk cId="2689816864" sldId="8378"/>
            <ac:cxnSpMk id="83" creationId="{BDD25748-2F58-908C-D592-82771182AB98}"/>
          </ac:cxnSpMkLst>
        </pc:cxnChg>
        <pc:cxnChg chg="mod">
          <ac:chgData name="Sylvan Shank" userId="daada91c-9173-4cf9-a78f-555f7d7e1aa5" providerId="ADAL" clId="{A8CAC1B1-1B5B-434C-9E5F-ED85875A3A22}" dt="2026-06-24T19:51:14.769" v="1008"/>
          <ac:cxnSpMkLst>
            <pc:docMk/>
            <pc:sldMk cId="2689816864" sldId="8378"/>
            <ac:cxnSpMk id="84" creationId="{AF31B905-014D-D895-B2C8-E7D53CE6F703}"/>
          </ac:cxnSpMkLst>
        </pc:cxnChg>
        <pc:cxnChg chg="mod">
          <ac:chgData name="Sylvan Shank" userId="daada91c-9173-4cf9-a78f-555f7d7e1aa5" providerId="ADAL" clId="{A8CAC1B1-1B5B-434C-9E5F-ED85875A3A22}" dt="2026-06-24T19:51:14.776" v="1010"/>
          <ac:cxnSpMkLst>
            <pc:docMk/>
            <pc:sldMk cId="2689816864" sldId="8378"/>
            <ac:cxnSpMk id="85" creationId="{BD703CC0-E56F-7FCD-6E74-E69CCA44076A}"/>
          </ac:cxnSpMkLst>
        </pc:cxnChg>
        <pc:cxnChg chg="mod">
          <ac:chgData name="Sylvan Shank" userId="daada91c-9173-4cf9-a78f-555f7d7e1aa5" providerId="ADAL" clId="{A8CAC1B1-1B5B-434C-9E5F-ED85875A3A22}" dt="2026-06-24T19:51:14.776" v="1012"/>
          <ac:cxnSpMkLst>
            <pc:docMk/>
            <pc:sldMk cId="2689816864" sldId="8378"/>
            <ac:cxnSpMk id="86" creationId="{CC734315-82DF-361C-61EF-BA986AAECC2A}"/>
          </ac:cxnSpMkLst>
        </pc:cxnChg>
        <pc:cxnChg chg="mod">
          <ac:chgData name="Sylvan Shank" userId="daada91c-9173-4cf9-a78f-555f7d7e1aa5" providerId="ADAL" clId="{A8CAC1B1-1B5B-434C-9E5F-ED85875A3A22}" dt="2026-06-24T19:51:14.776" v="1014"/>
          <ac:cxnSpMkLst>
            <pc:docMk/>
            <pc:sldMk cId="2689816864" sldId="8378"/>
            <ac:cxnSpMk id="87" creationId="{02320185-3946-E746-7C50-71C3D2B8A8A7}"/>
          </ac:cxnSpMkLst>
        </pc:cxnChg>
        <pc:cxnChg chg="mod">
          <ac:chgData name="Sylvan Shank" userId="daada91c-9173-4cf9-a78f-555f7d7e1aa5" providerId="ADAL" clId="{A8CAC1B1-1B5B-434C-9E5F-ED85875A3A22}" dt="2026-06-24T19:51:14.776" v="1016"/>
          <ac:cxnSpMkLst>
            <pc:docMk/>
            <pc:sldMk cId="2689816864" sldId="8378"/>
            <ac:cxnSpMk id="88" creationId="{1078C1D8-5442-6525-7689-55F6BE6AE9CF}"/>
          </ac:cxnSpMkLst>
        </pc:cxnChg>
        <pc:cxnChg chg="mod">
          <ac:chgData name="Sylvan Shank" userId="daada91c-9173-4cf9-a78f-555f7d7e1aa5" providerId="ADAL" clId="{A8CAC1B1-1B5B-434C-9E5F-ED85875A3A22}" dt="2026-06-24T19:51:14.776" v="1018"/>
          <ac:cxnSpMkLst>
            <pc:docMk/>
            <pc:sldMk cId="2689816864" sldId="8378"/>
            <ac:cxnSpMk id="89" creationId="{97C97491-8635-F2F5-C1B7-071CFDD4DBC3}"/>
          </ac:cxnSpMkLst>
        </pc:cxnChg>
      </pc:sldChg>
      <pc:sldChg chg="del">
        <pc:chgData name="Sylvan Shank" userId="daada91c-9173-4cf9-a78f-555f7d7e1aa5" providerId="ADAL" clId="{A8CAC1B1-1B5B-434C-9E5F-ED85875A3A22}" dt="2026-06-24T19:52:09.690" v="1058" actId="47"/>
        <pc:sldMkLst>
          <pc:docMk/>
          <pc:sldMk cId="2091970381" sldId="8379"/>
        </pc:sldMkLst>
      </pc:sldChg>
      <pc:sldChg chg="addSp delSp modSp mod">
        <pc:chgData name="Sylvan Shank" userId="daada91c-9173-4cf9-a78f-555f7d7e1aa5" providerId="ADAL" clId="{A8CAC1B1-1B5B-434C-9E5F-ED85875A3A22}" dt="2026-06-24T19:52:45.523" v="1243"/>
        <pc:sldMkLst>
          <pc:docMk/>
          <pc:sldMk cId="3244712125" sldId="8382"/>
        </pc:sldMkLst>
        <pc:spChg chg="mod ord">
          <ac:chgData name="Sylvan Shank" userId="daada91c-9173-4cf9-a78f-555f7d7e1aa5" providerId="ADAL" clId="{A8CAC1B1-1B5B-434C-9E5F-ED85875A3A22}" dt="2026-06-24T19:52:45.259" v="1201"/>
          <ac:spMkLst>
            <pc:docMk/>
            <pc:sldMk cId="3244712125" sldId="8382"/>
            <ac:spMk id="2" creationId="{9127A356-0BD2-0B94-F6D8-2AEEB7BD7231}"/>
          </ac:spMkLst>
        </pc:spChg>
        <pc:spChg chg="add del mod modVis">
          <ac:chgData name="Sylvan Shank" userId="daada91c-9173-4cf9-a78f-555f7d7e1aa5" providerId="ADAL" clId="{A8CAC1B1-1B5B-434C-9E5F-ED85875A3A22}" dt="2026-06-24T19:52:45.276" v="1239"/>
          <ac:spMkLst>
            <pc:docMk/>
            <pc:sldMk cId="3244712125" sldId="8382"/>
            <ac:spMk id="3" creationId="{90E50AD9-61FC-48F0-A129-4CE675D32A38}"/>
          </ac:spMkLst>
        </pc:spChg>
        <pc:spChg chg="mod ord">
          <ac:chgData name="Sylvan Shank" userId="daada91c-9173-4cf9-a78f-555f7d7e1aa5" providerId="ADAL" clId="{A8CAC1B1-1B5B-434C-9E5F-ED85875A3A22}" dt="2026-06-24T19:52:45.259" v="1203"/>
          <ac:spMkLst>
            <pc:docMk/>
            <pc:sldMk cId="3244712125" sldId="8382"/>
            <ac:spMk id="4" creationId="{32843A7E-789F-DB2E-0821-CCB92A966CB0}"/>
          </ac:spMkLst>
        </pc:spChg>
        <pc:spChg chg="mod ord">
          <ac:chgData name="Sylvan Shank" userId="daada91c-9173-4cf9-a78f-555f7d7e1aa5" providerId="ADAL" clId="{A8CAC1B1-1B5B-434C-9E5F-ED85875A3A22}" dt="2026-06-24T19:52:45.259" v="1205"/>
          <ac:spMkLst>
            <pc:docMk/>
            <pc:sldMk cId="3244712125" sldId="8382"/>
            <ac:spMk id="5" creationId="{6F192793-0A1C-FFD6-A87E-D20D6D19796B}"/>
          </ac:spMkLst>
        </pc:spChg>
        <pc:spChg chg="mod ord">
          <ac:chgData name="Sylvan Shank" userId="daada91c-9173-4cf9-a78f-555f7d7e1aa5" providerId="ADAL" clId="{A8CAC1B1-1B5B-434C-9E5F-ED85875A3A22}" dt="2026-06-24T19:52:45.259" v="1207"/>
          <ac:spMkLst>
            <pc:docMk/>
            <pc:sldMk cId="3244712125" sldId="8382"/>
            <ac:spMk id="8" creationId="{C51CFB4F-EAA1-0693-802A-A2F51E72C6DB}"/>
          </ac:spMkLst>
        </pc:spChg>
        <pc:spChg chg="mod">
          <ac:chgData name="Sylvan Shank" userId="daada91c-9173-4cf9-a78f-555f7d7e1aa5" providerId="ADAL" clId="{A8CAC1B1-1B5B-434C-9E5F-ED85875A3A22}" dt="2026-06-24T19:52:45.264" v="1216"/>
          <ac:spMkLst>
            <pc:docMk/>
            <pc:sldMk cId="3244712125" sldId="8382"/>
            <ac:spMk id="10" creationId="{6FA2A4A6-5831-FE6D-BE69-2F4C39DD336A}"/>
          </ac:spMkLst>
        </pc:spChg>
        <pc:spChg chg="mod">
          <ac:chgData name="Sylvan Shank" userId="daada91c-9173-4cf9-a78f-555f7d7e1aa5" providerId="ADAL" clId="{A8CAC1B1-1B5B-434C-9E5F-ED85875A3A22}" dt="2026-06-24T19:52:45.264" v="1217"/>
          <ac:spMkLst>
            <pc:docMk/>
            <pc:sldMk cId="3244712125" sldId="8382"/>
            <ac:spMk id="11" creationId="{2D97B8DA-DF12-8316-58BE-ABD4FFC0F1FC}"/>
          </ac:spMkLst>
        </pc:spChg>
        <pc:spChg chg="mod">
          <ac:chgData name="Sylvan Shank" userId="daada91c-9173-4cf9-a78f-555f7d7e1aa5" providerId="ADAL" clId="{A8CAC1B1-1B5B-434C-9E5F-ED85875A3A22}" dt="2026-06-24T19:52:45.264" v="1218"/>
          <ac:spMkLst>
            <pc:docMk/>
            <pc:sldMk cId="3244712125" sldId="8382"/>
            <ac:spMk id="12" creationId="{3FE07999-8A9F-8C56-4B77-09D718413534}"/>
          </ac:spMkLst>
        </pc:spChg>
        <pc:spChg chg="mod ord">
          <ac:chgData name="Sylvan Shank" userId="daada91c-9173-4cf9-a78f-555f7d7e1aa5" providerId="ADAL" clId="{A8CAC1B1-1B5B-434C-9E5F-ED85875A3A22}" dt="2026-06-24T19:52:45.264" v="1220"/>
          <ac:spMkLst>
            <pc:docMk/>
            <pc:sldMk cId="3244712125" sldId="8382"/>
            <ac:spMk id="13" creationId="{F0ADB433-6F38-280A-D2D9-560016AEBA2B}"/>
          </ac:spMkLst>
        </pc:spChg>
        <pc:spChg chg="mod">
          <ac:chgData name="Sylvan Shank" userId="daada91c-9173-4cf9-a78f-555f7d7e1aa5" providerId="ADAL" clId="{A8CAC1B1-1B5B-434C-9E5F-ED85875A3A22}" dt="2026-06-24T19:52:45.264" v="1221"/>
          <ac:spMkLst>
            <pc:docMk/>
            <pc:sldMk cId="3244712125" sldId="8382"/>
            <ac:spMk id="14" creationId="{949D9954-6548-2642-EFF7-F8D2143A838C}"/>
          </ac:spMkLst>
        </pc:spChg>
        <pc:spChg chg="mod">
          <ac:chgData name="Sylvan Shank" userId="daada91c-9173-4cf9-a78f-555f7d7e1aa5" providerId="ADAL" clId="{A8CAC1B1-1B5B-434C-9E5F-ED85875A3A22}" dt="2026-06-24T19:52:45.264" v="1222"/>
          <ac:spMkLst>
            <pc:docMk/>
            <pc:sldMk cId="3244712125" sldId="8382"/>
            <ac:spMk id="259" creationId="{2B3DA0EC-417E-2F95-6B92-AA7A65B35448}"/>
          </ac:spMkLst>
        </pc:spChg>
        <pc:spChg chg="mod">
          <ac:chgData name="Sylvan Shank" userId="daada91c-9173-4cf9-a78f-555f7d7e1aa5" providerId="ADAL" clId="{A8CAC1B1-1B5B-434C-9E5F-ED85875A3A22}" dt="2026-06-24T19:52:45.264" v="1223"/>
          <ac:spMkLst>
            <pc:docMk/>
            <pc:sldMk cId="3244712125" sldId="8382"/>
            <ac:spMk id="264" creationId="{E4D04671-CCD5-0572-E8FF-06FFDCE39688}"/>
          </ac:spMkLst>
        </pc:spChg>
        <pc:spChg chg="mod">
          <ac:chgData name="Sylvan Shank" userId="daada91c-9173-4cf9-a78f-555f7d7e1aa5" providerId="ADAL" clId="{A8CAC1B1-1B5B-434C-9E5F-ED85875A3A22}" dt="2026-06-24T19:52:45.264" v="1224"/>
          <ac:spMkLst>
            <pc:docMk/>
            <pc:sldMk cId="3244712125" sldId="8382"/>
            <ac:spMk id="269" creationId="{0CAC6AA4-A0C0-F512-94F2-4EDA5A1E4552}"/>
          </ac:spMkLst>
        </pc:spChg>
        <pc:spChg chg="mod">
          <ac:chgData name="Sylvan Shank" userId="daada91c-9173-4cf9-a78f-555f7d7e1aa5" providerId="ADAL" clId="{A8CAC1B1-1B5B-434C-9E5F-ED85875A3A22}" dt="2026-06-24T19:52:45.264" v="1225"/>
          <ac:spMkLst>
            <pc:docMk/>
            <pc:sldMk cId="3244712125" sldId="8382"/>
            <ac:spMk id="277" creationId="{DB803CE2-70B5-DE7C-24A6-7B9143B7FCBC}"/>
          </ac:spMkLst>
        </pc:spChg>
        <pc:spChg chg="mod">
          <ac:chgData name="Sylvan Shank" userId="daada91c-9173-4cf9-a78f-555f7d7e1aa5" providerId="ADAL" clId="{A8CAC1B1-1B5B-434C-9E5F-ED85875A3A22}" dt="2026-06-24T19:52:45.264" v="1226"/>
          <ac:spMkLst>
            <pc:docMk/>
            <pc:sldMk cId="3244712125" sldId="8382"/>
            <ac:spMk id="282" creationId="{4B8D93DF-D204-5D99-755F-D2AE9499B6EB}"/>
          </ac:spMkLst>
        </pc:spChg>
        <pc:spChg chg="mod">
          <ac:chgData name="Sylvan Shank" userId="daada91c-9173-4cf9-a78f-555f7d7e1aa5" providerId="ADAL" clId="{A8CAC1B1-1B5B-434C-9E5F-ED85875A3A22}" dt="2026-06-24T19:52:45.276" v="1234"/>
          <ac:spMkLst>
            <pc:docMk/>
            <pc:sldMk cId="3244712125" sldId="8382"/>
            <ac:spMk id="293" creationId="{6F493C97-584A-B6E6-F2E8-683601A1B758}"/>
          </ac:spMkLst>
        </pc:spChg>
        <pc:spChg chg="mod ord">
          <ac:chgData name="Sylvan Shank" userId="daada91c-9173-4cf9-a78f-555f7d7e1aa5" providerId="ADAL" clId="{A8CAC1B1-1B5B-434C-9E5F-ED85875A3A22}" dt="2026-06-24T19:52:45.273" v="1231"/>
          <ac:spMkLst>
            <pc:docMk/>
            <pc:sldMk cId="3244712125" sldId="8382"/>
            <ac:spMk id="295" creationId="{566A24A4-34B3-A0AA-0464-7BB2967FF125}"/>
          </ac:spMkLst>
        </pc:spChg>
        <pc:spChg chg="mod">
          <ac:chgData name="Sylvan Shank" userId="daada91c-9173-4cf9-a78f-555f7d7e1aa5" providerId="ADAL" clId="{A8CAC1B1-1B5B-434C-9E5F-ED85875A3A22}" dt="2026-06-24T19:52:45.264" v="1227"/>
          <ac:spMkLst>
            <pc:docMk/>
            <pc:sldMk cId="3244712125" sldId="8382"/>
            <ac:spMk id="352" creationId="{8A09C994-E404-4775-4A04-A4D95DC3F9FB}"/>
          </ac:spMkLst>
        </pc:spChg>
        <pc:spChg chg="mod">
          <ac:chgData name="Sylvan Shank" userId="daada91c-9173-4cf9-a78f-555f7d7e1aa5" providerId="ADAL" clId="{A8CAC1B1-1B5B-434C-9E5F-ED85875A3A22}" dt="2026-06-24T19:52:45.264" v="1228"/>
          <ac:spMkLst>
            <pc:docMk/>
            <pc:sldMk cId="3244712125" sldId="8382"/>
            <ac:spMk id="357" creationId="{115B2187-C971-52D9-F4E9-29B79CACAB3B}"/>
          </ac:spMkLst>
        </pc:spChg>
        <pc:spChg chg="mod">
          <ac:chgData name="Sylvan Shank" userId="daada91c-9173-4cf9-a78f-555f7d7e1aa5" providerId="ADAL" clId="{A8CAC1B1-1B5B-434C-9E5F-ED85875A3A22}" dt="2026-06-24T19:52:45.273" v="1229"/>
          <ac:spMkLst>
            <pc:docMk/>
            <pc:sldMk cId="3244712125" sldId="8382"/>
            <ac:spMk id="363" creationId="{C86EBBA9-72A5-2102-F76A-04FF8A5DA67D}"/>
          </ac:spMkLst>
        </pc:spChg>
        <pc:spChg chg="mod">
          <ac:chgData name="Sylvan Shank" userId="daada91c-9173-4cf9-a78f-555f7d7e1aa5" providerId="ADAL" clId="{A8CAC1B1-1B5B-434C-9E5F-ED85875A3A22}" dt="2026-06-24T19:52:45.276" v="1235"/>
          <ac:spMkLst>
            <pc:docMk/>
            <pc:sldMk cId="3244712125" sldId="8382"/>
            <ac:spMk id="409" creationId="{91953BFE-3366-A5AC-FF00-63D241438AF2}"/>
          </ac:spMkLst>
        </pc:spChg>
        <pc:spChg chg="mod ord">
          <ac:chgData name="Sylvan Shank" userId="daada91c-9173-4cf9-a78f-555f7d7e1aa5" providerId="ADAL" clId="{A8CAC1B1-1B5B-434C-9E5F-ED85875A3A22}" dt="2026-06-24T19:52:45.275" v="1233"/>
          <ac:spMkLst>
            <pc:docMk/>
            <pc:sldMk cId="3244712125" sldId="8382"/>
            <ac:spMk id="412" creationId="{AE7F994F-1682-2649-8639-098B19EAC9EE}"/>
          </ac:spMkLst>
        </pc:spChg>
        <pc:spChg chg="mod ord">
          <ac:chgData name="Sylvan Shank" userId="daada91c-9173-4cf9-a78f-555f7d7e1aa5" providerId="ADAL" clId="{A8CAC1B1-1B5B-434C-9E5F-ED85875A3A22}" dt="2026-06-24T19:52:45.276" v="1237"/>
          <ac:spMkLst>
            <pc:docMk/>
            <pc:sldMk cId="3244712125" sldId="8382"/>
            <ac:spMk id="447" creationId="{55ACC9AA-E401-BCF4-A0AE-8EC406BCB508}"/>
          </ac:spMkLst>
        </pc:spChg>
        <pc:graphicFrameChg chg="add mod ord">
          <ac:chgData name="Sylvan Shank" userId="daada91c-9173-4cf9-a78f-555f7d7e1aa5" providerId="ADAL" clId="{A8CAC1B1-1B5B-434C-9E5F-ED85875A3A22}" dt="2026-06-24T19:52:45.262" v="1209"/>
          <ac:graphicFrameMkLst>
            <pc:docMk/>
            <pc:sldMk cId="3244712125" sldId="8382"/>
            <ac:graphicFrameMk id="6" creationId="{2F03528A-2C3E-5199-96B1-8B5B95B446CB}"/>
          </ac:graphicFrameMkLst>
        </pc:graphicFrameChg>
        <pc:graphicFrameChg chg="mod">
          <ac:chgData name="Sylvan Shank" userId="daada91c-9173-4cf9-a78f-555f7d7e1aa5" providerId="ADAL" clId="{A8CAC1B1-1B5B-434C-9E5F-ED85875A3A22}" dt="2026-06-24T19:52:45.523" v="1243"/>
          <ac:graphicFrameMkLst>
            <pc:docMk/>
            <pc:sldMk cId="3244712125" sldId="8382"/>
            <ac:graphicFrameMk id="7" creationId="{69995995-06CC-CF48-A78D-9263EDF6C8CA}"/>
          </ac:graphicFrameMkLst>
        </pc:graphicFrameChg>
        <pc:graphicFrameChg chg="del">
          <ac:chgData name="Sylvan Shank" userId="daada91c-9173-4cf9-a78f-555f7d7e1aa5" providerId="ADAL" clId="{A8CAC1B1-1B5B-434C-9E5F-ED85875A3A22}" dt="2026-06-24T19:52:45.227" v="1178"/>
          <ac:graphicFrameMkLst>
            <pc:docMk/>
            <pc:sldMk cId="3244712125" sldId="8382"/>
            <ac:graphicFrameMk id="486" creationId="{11AFECDD-97F8-289C-0301-C8408F41B952}"/>
          </ac:graphicFrameMkLst>
        </pc:graphicFrameChg>
        <pc:cxnChg chg="mod ord">
          <ac:chgData name="Sylvan Shank" userId="daada91c-9173-4cf9-a78f-555f7d7e1aa5" providerId="ADAL" clId="{A8CAC1B1-1B5B-434C-9E5F-ED85875A3A22}" dt="2026-06-24T19:52:45.264" v="1213"/>
          <ac:cxnSpMkLst>
            <pc:docMk/>
            <pc:sldMk cId="3244712125" sldId="8382"/>
            <ac:cxnSpMk id="311" creationId="{F98A07DF-59A3-565C-E2BC-0769EA10B223}"/>
          </ac:cxnSpMkLst>
        </pc:cxnChg>
        <pc:cxnChg chg="mod ord">
          <ac:chgData name="Sylvan Shank" userId="daada91c-9173-4cf9-a78f-555f7d7e1aa5" providerId="ADAL" clId="{A8CAC1B1-1B5B-434C-9E5F-ED85875A3A22}" dt="2026-06-24T19:52:45.262" v="1211"/>
          <ac:cxnSpMkLst>
            <pc:docMk/>
            <pc:sldMk cId="3244712125" sldId="8382"/>
            <ac:cxnSpMk id="320" creationId="{C85EA31B-8567-36C9-8213-B199170B6317}"/>
          </ac:cxnSpMkLst>
        </pc:cxnChg>
        <pc:cxnChg chg="mod ord">
          <ac:chgData name="Sylvan Shank" userId="daada91c-9173-4cf9-a78f-555f7d7e1aa5" providerId="ADAL" clId="{A8CAC1B1-1B5B-434C-9E5F-ED85875A3A22}" dt="2026-06-24T19:52:45.264" v="1215"/>
          <ac:cxnSpMkLst>
            <pc:docMk/>
            <pc:sldMk cId="3244712125" sldId="8382"/>
            <ac:cxnSpMk id="361" creationId="{17341515-A29C-1BC7-9C3B-8FFD94A0E105}"/>
          </ac:cxnSpMkLst>
        </pc:cxnChg>
      </pc:sldChg>
      <pc:sldChg chg="del">
        <pc:chgData name="Sylvan Shank" userId="daada91c-9173-4cf9-a78f-555f7d7e1aa5" providerId="ADAL" clId="{A8CAC1B1-1B5B-434C-9E5F-ED85875A3A22}" dt="2026-06-24T20:00:55.023" v="1551" actId="47"/>
        <pc:sldMkLst>
          <pc:docMk/>
          <pc:sldMk cId="1561240151" sldId="8383"/>
        </pc:sldMkLst>
      </pc:sldChg>
      <pc:sldChg chg="del">
        <pc:chgData name="Sylvan Shank" userId="daada91c-9173-4cf9-a78f-555f7d7e1aa5" providerId="ADAL" clId="{A8CAC1B1-1B5B-434C-9E5F-ED85875A3A22}" dt="2026-06-24T19:27:14.541" v="4" actId="47"/>
        <pc:sldMkLst>
          <pc:docMk/>
          <pc:sldMk cId="165616153" sldId="8384"/>
        </pc:sldMkLst>
      </pc:sldChg>
      <pc:sldChg chg="addSp delSp modSp add mod">
        <pc:chgData name="Sylvan Shank" userId="daada91c-9173-4cf9-a78f-555f7d7e1aa5" providerId="ADAL" clId="{A8CAC1B1-1B5B-434C-9E5F-ED85875A3A22}" dt="2026-06-24T22:23:41.805" v="1555"/>
        <pc:sldMkLst>
          <pc:docMk/>
          <pc:sldMk cId="1129142193" sldId="8384"/>
        </pc:sldMkLst>
        <pc:spChg chg="mod ord">
          <ac:chgData name="Sylvan Shank" userId="daada91c-9173-4cf9-a78f-555f7d7e1aa5" providerId="ADAL" clId="{A8CAC1B1-1B5B-434C-9E5F-ED85875A3A22}" dt="2026-06-24T19:50:07.768" v="451"/>
          <ac:spMkLst>
            <pc:docMk/>
            <pc:sldMk cId="1129142193" sldId="8384"/>
            <ac:spMk id="2" creationId="{01095342-4A0D-D364-9DE0-11719DB3A168}"/>
          </ac:spMkLst>
        </pc:spChg>
        <pc:spChg chg="mod ord">
          <ac:chgData name="Sylvan Shank" userId="daada91c-9173-4cf9-a78f-555f7d7e1aa5" providerId="ADAL" clId="{A8CAC1B1-1B5B-434C-9E5F-ED85875A3A22}" dt="2026-06-24T22:23:40.189" v="1554"/>
          <ac:spMkLst>
            <pc:docMk/>
            <pc:sldMk cId="1129142193" sldId="8384"/>
            <ac:spMk id="3" creationId="{0056348E-95DE-B621-AFC5-3465403895D9}"/>
          </ac:spMkLst>
        </pc:spChg>
        <pc:spChg chg="mod ord">
          <ac:chgData name="Sylvan Shank" userId="daada91c-9173-4cf9-a78f-555f7d7e1aa5" providerId="ADAL" clId="{A8CAC1B1-1B5B-434C-9E5F-ED85875A3A22}" dt="2026-06-24T19:50:07.768" v="455"/>
          <ac:spMkLst>
            <pc:docMk/>
            <pc:sldMk cId="1129142193" sldId="8384"/>
            <ac:spMk id="4" creationId="{9C577602-54F1-3FB5-477D-29C64E9F4D75}"/>
          </ac:spMkLst>
        </pc:spChg>
        <pc:spChg chg="mod ord">
          <ac:chgData name="Sylvan Shank" userId="daada91c-9173-4cf9-a78f-555f7d7e1aa5" providerId="ADAL" clId="{A8CAC1B1-1B5B-434C-9E5F-ED85875A3A22}" dt="2026-06-24T19:50:07.768" v="457"/>
          <ac:spMkLst>
            <pc:docMk/>
            <pc:sldMk cId="1129142193" sldId="8384"/>
            <ac:spMk id="5" creationId="{FD840486-2A9D-307A-062B-DBF439EC3172}"/>
          </ac:spMkLst>
        </pc:spChg>
        <pc:spChg chg="add del mod modVis">
          <ac:chgData name="Sylvan Shank" userId="daada91c-9173-4cf9-a78f-555f7d7e1aa5" providerId="ADAL" clId="{A8CAC1B1-1B5B-434C-9E5F-ED85875A3A22}" dt="2026-06-24T19:50:07.784" v="476"/>
          <ac:spMkLst>
            <pc:docMk/>
            <pc:sldMk cId="1129142193" sldId="8384"/>
            <ac:spMk id="6" creationId="{159AAD92-085B-98C2-6EC2-FED4314B4DB0}"/>
          </ac:spMkLst>
        </pc:spChg>
        <pc:spChg chg="mod">
          <ac:chgData name="Sylvan Shank" userId="daada91c-9173-4cf9-a78f-555f7d7e1aa5" providerId="ADAL" clId="{A8CAC1B1-1B5B-434C-9E5F-ED85875A3A22}" dt="2026-06-24T19:50:07.778" v="462"/>
          <ac:spMkLst>
            <pc:docMk/>
            <pc:sldMk cId="1129142193" sldId="8384"/>
            <ac:spMk id="8" creationId="{B35FA6BF-0240-B752-3EDA-EC60FC3D3DC2}"/>
          </ac:spMkLst>
        </pc:spChg>
        <pc:spChg chg="mod">
          <ac:chgData name="Sylvan Shank" userId="daada91c-9173-4cf9-a78f-555f7d7e1aa5" providerId="ADAL" clId="{A8CAC1B1-1B5B-434C-9E5F-ED85875A3A22}" dt="2026-06-24T19:50:07.778" v="463"/>
          <ac:spMkLst>
            <pc:docMk/>
            <pc:sldMk cId="1129142193" sldId="8384"/>
            <ac:spMk id="10" creationId="{55682BCB-C501-D503-1D95-76BE09FDF35B}"/>
          </ac:spMkLst>
        </pc:spChg>
        <pc:spChg chg="mod">
          <ac:chgData name="Sylvan Shank" userId="daada91c-9173-4cf9-a78f-555f7d7e1aa5" providerId="ADAL" clId="{A8CAC1B1-1B5B-434C-9E5F-ED85875A3A22}" dt="2026-06-24T19:50:07.778" v="464"/>
          <ac:spMkLst>
            <pc:docMk/>
            <pc:sldMk cId="1129142193" sldId="8384"/>
            <ac:spMk id="11" creationId="{F72F699C-EADA-B6C7-DF27-1A686C637913}"/>
          </ac:spMkLst>
        </pc:spChg>
        <pc:spChg chg="mod">
          <ac:chgData name="Sylvan Shank" userId="daada91c-9173-4cf9-a78f-555f7d7e1aa5" providerId="ADAL" clId="{A8CAC1B1-1B5B-434C-9E5F-ED85875A3A22}" dt="2026-06-24T19:50:07.778" v="468"/>
          <ac:spMkLst>
            <pc:docMk/>
            <pc:sldMk cId="1129142193" sldId="8384"/>
            <ac:spMk id="15" creationId="{6E243F44-2280-F398-5670-B7B16AE54C41}"/>
          </ac:spMkLst>
        </pc:spChg>
        <pc:spChg chg="mod">
          <ac:chgData name="Sylvan Shank" userId="daada91c-9173-4cf9-a78f-555f7d7e1aa5" providerId="ADAL" clId="{A8CAC1B1-1B5B-434C-9E5F-ED85875A3A22}" dt="2026-06-24T19:50:07.778" v="469"/>
          <ac:spMkLst>
            <pc:docMk/>
            <pc:sldMk cId="1129142193" sldId="8384"/>
            <ac:spMk id="16" creationId="{A8D791AD-0EDF-A1B5-B33F-848415898C44}"/>
          </ac:spMkLst>
        </pc:spChg>
        <pc:spChg chg="mod">
          <ac:chgData name="Sylvan Shank" userId="daada91c-9173-4cf9-a78f-555f7d7e1aa5" providerId="ADAL" clId="{A8CAC1B1-1B5B-434C-9E5F-ED85875A3A22}" dt="2026-06-24T19:50:07.778" v="470"/>
          <ac:spMkLst>
            <pc:docMk/>
            <pc:sldMk cId="1129142193" sldId="8384"/>
            <ac:spMk id="17" creationId="{AC45659E-29F2-BCDA-2324-1BA3D5C78A67}"/>
          </ac:spMkLst>
        </pc:spChg>
        <pc:spChg chg="mod ord">
          <ac:chgData name="Sylvan Shank" userId="daada91c-9173-4cf9-a78f-555f7d7e1aa5" providerId="ADAL" clId="{A8CAC1B1-1B5B-434C-9E5F-ED85875A3A22}" dt="2026-06-24T19:50:07.778" v="472"/>
          <ac:spMkLst>
            <pc:docMk/>
            <pc:sldMk cId="1129142193" sldId="8384"/>
            <ac:spMk id="19" creationId="{9CF04D84-0686-A351-D166-31807118560B}"/>
          </ac:spMkLst>
        </pc:spChg>
        <pc:spChg chg="mod">
          <ac:chgData name="Sylvan Shank" userId="daada91c-9173-4cf9-a78f-555f7d7e1aa5" providerId="ADAL" clId="{A8CAC1B1-1B5B-434C-9E5F-ED85875A3A22}" dt="2026-06-24T19:50:07.778" v="465"/>
          <ac:spMkLst>
            <pc:docMk/>
            <pc:sldMk cId="1129142193" sldId="8384"/>
            <ac:spMk id="26" creationId="{35C87E1B-7942-BC80-831A-2D2B96F08EEA}"/>
          </ac:spMkLst>
        </pc:spChg>
        <pc:spChg chg="mod">
          <ac:chgData name="Sylvan Shank" userId="daada91c-9173-4cf9-a78f-555f7d7e1aa5" providerId="ADAL" clId="{A8CAC1B1-1B5B-434C-9E5F-ED85875A3A22}" dt="2026-06-24T19:50:07.778" v="466"/>
          <ac:spMkLst>
            <pc:docMk/>
            <pc:sldMk cId="1129142193" sldId="8384"/>
            <ac:spMk id="28" creationId="{BBA88A72-06AC-E6D4-B955-60B45FD91FC4}"/>
          </ac:spMkLst>
        </pc:spChg>
        <pc:spChg chg="mod">
          <ac:chgData name="Sylvan Shank" userId="daada91c-9173-4cf9-a78f-555f7d7e1aa5" providerId="ADAL" clId="{A8CAC1B1-1B5B-434C-9E5F-ED85875A3A22}" dt="2026-06-24T19:50:07.778" v="467"/>
          <ac:spMkLst>
            <pc:docMk/>
            <pc:sldMk cId="1129142193" sldId="8384"/>
            <ac:spMk id="29" creationId="{A38F1339-7BA5-E36B-F550-5E0F1C1A473A}"/>
          </ac:spMkLst>
        </pc:spChg>
        <pc:spChg chg="mod ord">
          <ac:chgData name="Sylvan Shank" userId="daada91c-9173-4cf9-a78f-555f7d7e1aa5" providerId="ADAL" clId="{A8CAC1B1-1B5B-434C-9E5F-ED85875A3A22}" dt="2026-06-24T22:23:41.805" v="1555"/>
          <ac:spMkLst>
            <pc:docMk/>
            <pc:sldMk cId="1129142193" sldId="8384"/>
            <ac:spMk id="47" creationId="{BC1AE453-7325-631A-0B2E-4665EC4C407D}"/>
          </ac:spMkLst>
        </pc:spChg>
        <pc:graphicFrameChg chg="mod">
          <ac:chgData name="Sylvan Shank" userId="daada91c-9173-4cf9-a78f-555f7d7e1aa5" providerId="ADAL" clId="{A8CAC1B1-1B5B-434C-9E5F-ED85875A3A22}" dt="2026-06-24T19:50:23.917" v="480"/>
          <ac:graphicFrameMkLst>
            <pc:docMk/>
            <pc:sldMk cId="1129142193" sldId="8384"/>
            <ac:graphicFrameMk id="7" creationId="{A16CB8A0-0742-57AE-298E-3800B3730FEC}"/>
          </ac:graphicFrameMkLst>
        </pc:graphicFrameChg>
        <pc:graphicFrameChg chg="del">
          <ac:chgData name="Sylvan Shank" userId="daada91c-9173-4cf9-a78f-555f7d7e1aa5" providerId="ADAL" clId="{A8CAC1B1-1B5B-434C-9E5F-ED85875A3A22}" dt="2026-06-24T19:50:07.752" v="444"/>
          <ac:graphicFrameMkLst>
            <pc:docMk/>
            <pc:sldMk cId="1129142193" sldId="8384"/>
            <ac:graphicFrameMk id="9" creationId="{B5D5E3F4-AAB4-F357-BC21-AD1F0FA02C37}"/>
          </ac:graphicFrameMkLst>
        </pc:graphicFrameChg>
        <pc:graphicFrameChg chg="add mod ord">
          <ac:chgData name="Sylvan Shank" userId="daada91c-9173-4cf9-a78f-555f7d7e1aa5" providerId="ADAL" clId="{A8CAC1B1-1B5B-434C-9E5F-ED85875A3A22}" dt="2026-06-24T19:50:07.768" v="459"/>
          <ac:graphicFrameMkLst>
            <pc:docMk/>
            <pc:sldMk cId="1129142193" sldId="8384"/>
            <ac:graphicFrameMk id="12" creationId="{466F17FB-80C9-0F8E-3A7D-D42A3B88FDF8}"/>
          </ac:graphicFrameMkLst>
        </pc:graphicFrameChg>
        <pc:cxnChg chg="mod ord">
          <ac:chgData name="Sylvan Shank" userId="daada91c-9173-4cf9-a78f-555f7d7e1aa5" providerId="ADAL" clId="{A8CAC1B1-1B5B-434C-9E5F-ED85875A3A22}" dt="2026-06-24T19:50:07.768" v="461"/>
          <ac:cxnSpMkLst>
            <pc:docMk/>
            <pc:sldMk cId="1129142193" sldId="8384"/>
            <ac:cxnSpMk id="21" creationId="{31A2F41D-2FC5-4E58-2837-536666947CEB}"/>
          </ac:cxnSpMkLst>
        </pc:cxnChg>
      </pc:sldChg>
      <pc:sldChg chg="del">
        <pc:chgData name="Sylvan Shank" userId="daada91c-9173-4cf9-a78f-555f7d7e1aa5" providerId="ADAL" clId="{A8CAC1B1-1B5B-434C-9E5F-ED85875A3A22}" dt="2026-06-24T19:28:01.795" v="14" actId="47"/>
        <pc:sldMkLst>
          <pc:docMk/>
          <pc:sldMk cId="1963061532" sldId="8385"/>
        </pc:sldMkLst>
      </pc:sldChg>
      <pc:sldChg chg="del">
        <pc:chgData name="Sylvan Shank" userId="daada91c-9173-4cf9-a78f-555f7d7e1aa5" providerId="ADAL" clId="{A8CAC1B1-1B5B-434C-9E5F-ED85875A3A22}" dt="2026-06-24T19:27:42.061" v="10" actId="47"/>
        <pc:sldMkLst>
          <pc:docMk/>
          <pc:sldMk cId="3058663317" sldId="8386"/>
        </pc:sldMkLst>
      </pc:sldChg>
      <pc:sldChg chg="del">
        <pc:chgData name="Sylvan Shank" userId="daada91c-9173-4cf9-a78f-555f7d7e1aa5" providerId="ADAL" clId="{A8CAC1B1-1B5B-434C-9E5F-ED85875A3A22}" dt="2026-06-24T19:27:42.796" v="11" actId="47"/>
        <pc:sldMkLst>
          <pc:docMk/>
          <pc:sldMk cId="1844871126" sldId="8387"/>
        </pc:sldMkLst>
      </pc:sldChg>
      <pc:sldChg chg="del">
        <pc:chgData name="Sylvan Shank" userId="daada91c-9173-4cf9-a78f-555f7d7e1aa5" providerId="ADAL" clId="{A8CAC1B1-1B5B-434C-9E5F-ED85875A3A22}" dt="2026-06-24T19:27:44.451" v="12" actId="47"/>
        <pc:sldMkLst>
          <pc:docMk/>
          <pc:sldMk cId="1383582698" sldId="8388"/>
        </pc:sldMkLst>
      </pc:sldChg>
      <pc:sldChg chg="del">
        <pc:chgData name="Sylvan Shank" userId="daada91c-9173-4cf9-a78f-555f7d7e1aa5" providerId="ADAL" clId="{A8CAC1B1-1B5B-434C-9E5F-ED85875A3A22}" dt="2026-06-24T19:27:59.451" v="13" actId="47"/>
        <pc:sldMkLst>
          <pc:docMk/>
          <pc:sldMk cId="2788734330" sldId="8389"/>
        </pc:sldMkLst>
      </pc:sldChg>
      <pc:sldChg chg="addSp delSp modSp add mod">
        <pc:chgData name="Sylvan Shank" userId="daada91c-9173-4cf9-a78f-555f7d7e1aa5" providerId="ADAL" clId="{A8CAC1B1-1B5B-434C-9E5F-ED85875A3A22}" dt="2026-06-24T23:10:00.830" v="2160"/>
        <pc:sldMkLst>
          <pc:docMk/>
          <pc:sldMk cId="4175419842" sldId="2145706999"/>
        </pc:sldMkLst>
        <pc:spChg chg="mod ord">
          <ac:chgData name="Sylvan Shank" userId="daada91c-9173-4cf9-a78f-555f7d7e1aa5" providerId="ADAL" clId="{A8CAC1B1-1B5B-434C-9E5F-ED85875A3A22}" dt="2026-06-24T23:10:00.807" v="2125"/>
          <ac:spMkLst>
            <pc:docMk/>
            <pc:sldMk cId="4175419842" sldId="2145706999"/>
            <ac:spMk id="2" creationId="{9A1F077B-214A-5E22-C358-82EA60A3E7FF}"/>
          </ac:spMkLst>
        </pc:spChg>
        <pc:spChg chg="mod ord">
          <ac:chgData name="Sylvan Shank" userId="daada91c-9173-4cf9-a78f-555f7d7e1aa5" providerId="ADAL" clId="{A8CAC1B1-1B5B-434C-9E5F-ED85875A3A22}" dt="2026-06-24T23:10:00.807" v="2127"/>
          <ac:spMkLst>
            <pc:docMk/>
            <pc:sldMk cId="4175419842" sldId="2145706999"/>
            <ac:spMk id="3" creationId="{A28A6E25-F607-2862-F952-907A1BC7167D}"/>
          </ac:spMkLst>
        </pc:spChg>
        <pc:spChg chg="mod ord">
          <ac:chgData name="Sylvan Shank" userId="daada91c-9173-4cf9-a78f-555f7d7e1aa5" providerId="ADAL" clId="{A8CAC1B1-1B5B-434C-9E5F-ED85875A3A22}" dt="2026-06-24T23:10:00.807" v="2129"/>
          <ac:spMkLst>
            <pc:docMk/>
            <pc:sldMk cId="4175419842" sldId="2145706999"/>
            <ac:spMk id="4" creationId="{4E4EC034-4FA5-51FE-3BAC-5FD53FD5F491}"/>
          </ac:spMkLst>
        </pc:spChg>
        <pc:spChg chg="add del mod modVis">
          <ac:chgData name="Sylvan Shank" userId="daada91c-9173-4cf9-a78f-555f7d7e1aa5" providerId="ADAL" clId="{A8CAC1B1-1B5B-434C-9E5F-ED85875A3A22}" dt="2026-06-24T23:09:57.969" v="1818"/>
          <ac:spMkLst>
            <pc:docMk/>
            <pc:sldMk cId="4175419842" sldId="2145706999"/>
            <ac:spMk id="5" creationId="{071C5BFB-E6AE-93BF-BA19-CF90C9B38CF6}"/>
          </ac:spMkLst>
        </pc:spChg>
        <pc:spChg chg="add del mod modVis">
          <ac:chgData name="Sylvan Shank" userId="daada91c-9173-4cf9-a78f-555f7d7e1aa5" providerId="ADAL" clId="{A8CAC1B1-1B5B-434C-9E5F-ED85875A3A22}" dt="2026-06-24T19:58:53.534" v="1353"/>
          <ac:spMkLst>
            <pc:docMk/>
            <pc:sldMk cId="4175419842" sldId="2145706999"/>
            <ac:spMk id="5" creationId="{424E2708-CC1F-D3EC-B5DF-EC57D2E5A819}"/>
          </ac:spMkLst>
        </pc:spChg>
        <pc:spChg chg="add del mod modVis">
          <ac:chgData name="Sylvan Shank" userId="daada91c-9173-4cf9-a78f-555f7d7e1aa5" providerId="ADAL" clId="{A8CAC1B1-1B5B-434C-9E5F-ED85875A3A22}" dt="2026-06-24T23:04:07.206" v="1783"/>
          <ac:spMkLst>
            <pc:docMk/>
            <pc:sldMk cId="4175419842" sldId="2145706999"/>
            <ac:spMk id="5" creationId="{6422134A-EBAB-71E7-5A29-935C44AEA6CF}"/>
          </ac:spMkLst>
        </pc:spChg>
        <pc:spChg chg="add del mod modVis">
          <ac:chgData name="Sylvan Shank" userId="daada91c-9173-4cf9-a78f-555f7d7e1aa5" providerId="ADAL" clId="{A8CAC1B1-1B5B-434C-9E5F-ED85875A3A22}" dt="2026-06-24T23:01:33.398" v="1694"/>
          <ac:spMkLst>
            <pc:docMk/>
            <pc:sldMk cId="4175419842" sldId="2145706999"/>
            <ac:spMk id="5" creationId="{72744282-9CE3-B271-0C8B-30B2B5A78546}"/>
          </ac:spMkLst>
        </pc:spChg>
        <pc:spChg chg="add mod">
          <ac:chgData name="Sylvan Shank" userId="daada91c-9173-4cf9-a78f-555f7d7e1aa5" providerId="ADAL" clId="{A8CAC1B1-1B5B-434C-9E5F-ED85875A3A22}" dt="2026-06-24T23:10:00.820" v="2144"/>
          <ac:spMkLst>
            <pc:docMk/>
            <pc:sldMk cId="4175419842" sldId="2145706999"/>
            <ac:spMk id="6" creationId="{80076369-7633-1999-307A-EFC69C349960}"/>
          </ac:spMkLst>
        </pc:spChg>
        <pc:spChg chg="add del mod modVis">
          <ac:chgData name="Sylvan Shank" userId="daada91c-9173-4cf9-a78f-555f7d7e1aa5" providerId="ADAL" clId="{A8CAC1B1-1B5B-434C-9E5F-ED85875A3A22}" dt="2026-06-24T19:59:16.727" v="1445"/>
          <ac:spMkLst>
            <pc:docMk/>
            <pc:sldMk cId="4175419842" sldId="2145706999"/>
            <ac:spMk id="6" creationId="{84F2543F-B77E-BEBC-C478-0BF708CC4444}"/>
          </ac:spMkLst>
        </pc:spChg>
        <pc:spChg chg="del">
          <ac:chgData name="Sylvan Shank" userId="daada91c-9173-4cf9-a78f-555f7d7e1aa5" providerId="ADAL" clId="{A8CAC1B1-1B5B-434C-9E5F-ED85875A3A22}" dt="2026-06-24T19:59:08.728" v="1375" actId="478"/>
          <ac:spMkLst>
            <pc:docMk/>
            <pc:sldMk cId="4175419842" sldId="2145706999"/>
            <ac:spMk id="7" creationId="{440785DB-9C50-E409-3B4C-35187363292E}"/>
          </ac:spMkLst>
        </pc:spChg>
        <pc:spChg chg="add del mod modVis">
          <ac:chgData name="Sylvan Shank" userId="daada91c-9173-4cf9-a78f-555f7d7e1aa5" providerId="ADAL" clId="{A8CAC1B1-1B5B-434C-9E5F-ED85875A3A22}" dt="2026-06-24T23:10:00.820" v="2158"/>
          <ac:spMkLst>
            <pc:docMk/>
            <pc:sldMk cId="4175419842" sldId="2145706999"/>
            <ac:spMk id="7" creationId="{91B88C95-4EA2-9596-E6C1-EAF7C6A5E6EE}"/>
          </ac:spMkLst>
        </pc:spChg>
        <pc:spChg chg="add mod">
          <ac:chgData name="Sylvan Shank" userId="daada91c-9173-4cf9-a78f-555f7d7e1aa5" providerId="ADAL" clId="{A8CAC1B1-1B5B-434C-9E5F-ED85875A3A22}" dt="2026-06-24T23:10:00.820" v="2145"/>
          <ac:spMkLst>
            <pc:docMk/>
            <pc:sldMk cId="4175419842" sldId="2145706999"/>
            <ac:spMk id="8" creationId="{940DAA5E-24B3-80E9-C5C1-08234DACB99E}"/>
          </ac:spMkLst>
        </pc:spChg>
        <pc:spChg chg="del">
          <ac:chgData name="Sylvan Shank" userId="daada91c-9173-4cf9-a78f-555f7d7e1aa5" providerId="ADAL" clId="{A8CAC1B1-1B5B-434C-9E5F-ED85875A3A22}" dt="2026-06-24T19:59:00.110" v="1358" actId="478"/>
          <ac:spMkLst>
            <pc:docMk/>
            <pc:sldMk cId="4175419842" sldId="2145706999"/>
            <ac:spMk id="8" creationId="{F6439DCC-C4EF-5D1A-90F5-6D981D351314}"/>
          </ac:spMkLst>
        </pc:spChg>
        <pc:spChg chg="del mod ord">
          <ac:chgData name="Sylvan Shank" userId="daada91c-9173-4cf9-a78f-555f7d7e1aa5" providerId="ADAL" clId="{A8CAC1B1-1B5B-434C-9E5F-ED85875A3A22}" dt="2026-06-24T19:59:59.597" v="1468" actId="478"/>
          <ac:spMkLst>
            <pc:docMk/>
            <pc:sldMk cId="4175419842" sldId="2145706999"/>
            <ac:spMk id="10" creationId="{8E81D2A2-6428-0E18-375E-9F0AD96C2E96}"/>
          </ac:spMkLst>
        </pc:spChg>
        <pc:spChg chg="add mod">
          <ac:chgData name="Sylvan Shank" userId="daada91c-9173-4cf9-a78f-555f7d7e1aa5" providerId="ADAL" clId="{A8CAC1B1-1B5B-434C-9E5F-ED85875A3A22}" dt="2026-06-24T23:10:00.820" v="2146"/>
          <ac:spMkLst>
            <pc:docMk/>
            <pc:sldMk cId="4175419842" sldId="2145706999"/>
            <ac:spMk id="10" creationId="{9ACCCDE4-0E91-8C67-6918-EAA4C28702C5}"/>
          </ac:spMkLst>
        </pc:spChg>
        <pc:spChg chg="del mod ord">
          <ac:chgData name="Sylvan Shank" userId="daada91c-9173-4cf9-a78f-555f7d7e1aa5" providerId="ADAL" clId="{A8CAC1B1-1B5B-434C-9E5F-ED85875A3A22}" dt="2026-06-24T19:59:40.497" v="1466" actId="478"/>
          <ac:spMkLst>
            <pc:docMk/>
            <pc:sldMk cId="4175419842" sldId="2145706999"/>
            <ac:spMk id="11" creationId="{23A5CEFB-E142-859B-5955-69A03184F0A9}"/>
          </ac:spMkLst>
        </pc:spChg>
        <pc:spChg chg="add mod">
          <ac:chgData name="Sylvan Shank" userId="daada91c-9173-4cf9-a78f-555f7d7e1aa5" providerId="ADAL" clId="{A8CAC1B1-1B5B-434C-9E5F-ED85875A3A22}" dt="2026-06-24T23:10:00.820" v="2147"/>
          <ac:spMkLst>
            <pc:docMk/>
            <pc:sldMk cId="4175419842" sldId="2145706999"/>
            <ac:spMk id="11" creationId="{781CE59E-D3C1-81A2-F578-F23AB01C68B0}"/>
          </ac:spMkLst>
        </pc:spChg>
        <pc:spChg chg="add mod">
          <ac:chgData name="Sylvan Shank" userId="daada91c-9173-4cf9-a78f-555f7d7e1aa5" providerId="ADAL" clId="{A8CAC1B1-1B5B-434C-9E5F-ED85875A3A22}" dt="2026-06-24T23:10:00.820" v="2148"/>
          <ac:spMkLst>
            <pc:docMk/>
            <pc:sldMk cId="4175419842" sldId="2145706999"/>
            <ac:spMk id="12" creationId="{4033DFFD-F2E6-E0B2-0D56-CF0977ECEA34}"/>
          </ac:spMkLst>
        </pc:spChg>
        <pc:spChg chg="add mod">
          <ac:chgData name="Sylvan Shank" userId="daada91c-9173-4cf9-a78f-555f7d7e1aa5" providerId="ADAL" clId="{A8CAC1B1-1B5B-434C-9E5F-ED85875A3A22}" dt="2026-06-24T23:10:00.820" v="2149"/>
          <ac:spMkLst>
            <pc:docMk/>
            <pc:sldMk cId="4175419842" sldId="2145706999"/>
            <ac:spMk id="13" creationId="{223F02B3-67C8-1DC6-71AF-1C3979FD8FD7}"/>
          </ac:spMkLst>
        </pc:spChg>
        <pc:spChg chg="del mod">
          <ac:chgData name="Sylvan Shank" userId="daada91c-9173-4cf9-a78f-555f7d7e1aa5" providerId="ADAL" clId="{A8CAC1B1-1B5B-434C-9E5F-ED85875A3A22}" dt="2026-06-24T23:09:57.907" v="1786"/>
          <ac:spMkLst>
            <pc:docMk/>
            <pc:sldMk cId="4175419842" sldId="2145706999"/>
            <ac:spMk id="14" creationId="{A9D9B5AE-8716-EAF6-E854-7AA450B8BD3D}"/>
          </ac:spMkLst>
        </pc:spChg>
        <pc:spChg chg="add mod">
          <ac:chgData name="Sylvan Shank" userId="daada91c-9173-4cf9-a78f-555f7d7e1aa5" providerId="ADAL" clId="{A8CAC1B1-1B5B-434C-9E5F-ED85875A3A22}" dt="2026-06-24T23:10:00.820" v="2150"/>
          <ac:spMkLst>
            <pc:docMk/>
            <pc:sldMk cId="4175419842" sldId="2145706999"/>
            <ac:spMk id="15" creationId="{C1192BF8-98B9-D211-E575-47F5AFBD498A}"/>
          </ac:spMkLst>
        </pc:spChg>
        <pc:spChg chg="del mod">
          <ac:chgData name="Sylvan Shank" userId="daada91c-9173-4cf9-a78f-555f7d7e1aa5" providerId="ADAL" clId="{A8CAC1B1-1B5B-434C-9E5F-ED85875A3A22}" dt="2026-06-24T23:04:07.141" v="1730"/>
          <ac:spMkLst>
            <pc:docMk/>
            <pc:sldMk cId="4175419842" sldId="2145706999"/>
            <ac:spMk id="16" creationId="{66FD6A9F-AFE7-EF99-58FC-AA08E467CD82}"/>
          </ac:spMkLst>
        </pc:spChg>
        <pc:spChg chg="del mod">
          <ac:chgData name="Sylvan Shank" userId="daada91c-9173-4cf9-a78f-555f7d7e1aa5" providerId="ADAL" clId="{A8CAC1B1-1B5B-434C-9E5F-ED85875A3A22}" dt="2026-06-24T23:09:57.912" v="1789"/>
          <ac:spMkLst>
            <pc:docMk/>
            <pc:sldMk cId="4175419842" sldId="2145706999"/>
            <ac:spMk id="17" creationId="{9F2DDBD1-D7AD-AD9B-16E4-0C799A0796EA}"/>
          </ac:spMkLst>
        </pc:spChg>
        <pc:spChg chg="del">
          <ac:chgData name="Sylvan Shank" userId="daada91c-9173-4cf9-a78f-555f7d7e1aa5" providerId="ADAL" clId="{A8CAC1B1-1B5B-434C-9E5F-ED85875A3A22}" dt="2026-06-24T19:58:53.409" v="1251"/>
          <ac:spMkLst>
            <pc:docMk/>
            <pc:sldMk cId="4175419842" sldId="2145706999"/>
            <ac:spMk id="21" creationId="{F6E9086C-BF92-6DCE-DAC2-141D69E8F760}"/>
          </ac:spMkLst>
        </pc:spChg>
        <pc:spChg chg="del mod">
          <ac:chgData name="Sylvan Shank" userId="daada91c-9173-4cf9-a78f-555f7d7e1aa5" providerId="ADAL" clId="{A8CAC1B1-1B5B-434C-9E5F-ED85875A3A22}" dt="2026-06-24T23:04:07.189" v="1769"/>
          <ac:spMkLst>
            <pc:docMk/>
            <pc:sldMk cId="4175419842" sldId="2145706999"/>
            <ac:spMk id="25" creationId="{FA282FDB-2D65-0A50-F07C-B1611D77B888}"/>
          </ac:spMkLst>
        </pc:spChg>
        <pc:spChg chg="add mod ord">
          <ac:chgData name="Sylvan Shank" userId="daada91c-9173-4cf9-a78f-555f7d7e1aa5" providerId="ADAL" clId="{A8CAC1B1-1B5B-434C-9E5F-ED85875A3A22}" dt="2026-06-24T23:10:00.820" v="2156"/>
          <ac:spMkLst>
            <pc:docMk/>
            <pc:sldMk cId="4175419842" sldId="2145706999"/>
            <ac:spMk id="28" creationId="{9204E036-13C3-6BEA-915D-D2A5F664BF5E}"/>
          </ac:spMkLst>
        </pc:spChg>
        <pc:spChg chg="del mod">
          <ac:chgData name="Sylvan Shank" userId="daada91c-9173-4cf9-a78f-555f7d7e1aa5" providerId="ADAL" clId="{A8CAC1B1-1B5B-434C-9E5F-ED85875A3A22}" dt="2026-06-24T23:04:07.141" v="1732"/>
          <ac:spMkLst>
            <pc:docMk/>
            <pc:sldMk cId="4175419842" sldId="2145706999"/>
            <ac:spMk id="38" creationId="{CEB8AD5E-FB56-5CD7-8CD7-52EE0D9875C4}"/>
          </ac:spMkLst>
        </pc:spChg>
        <pc:spChg chg="del mod">
          <ac:chgData name="Sylvan Shank" userId="daada91c-9173-4cf9-a78f-555f7d7e1aa5" providerId="ADAL" clId="{A8CAC1B1-1B5B-434C-9E5F-ED85875A3A22}" dt="2026-06-24T23:09:57.912" v="1787"/>
          <ac:spMkLst>
            <pc:docMk/>
            <pc:sldMk cId="4175419842" sldId="2145706999"/>
            <ac:spMk id="41" creationId="{4D0DD37A-5CD4-6D88-4773-493F76409EF2}"/>
          </ac:spMkLst>
        </pc:spChg>
        <pc:spChg chg="del mod">
          <ac:chgData name="Sylvan Shank" userId="daada91c-9173-4cf9-a78f-555f7d7e1aa5" providerId="ADAL" clId="{A8CAC1B1-1B5B-434C-9E5F-ED85875A3A22}" dt="2026-06-24T23:09:57.912" v="1788"/>
          <ac:spMkLst>
            <pc:docMk/>
            <pc:sldMk cId="4175419842" sldId="2145706999"/>
            <ac:spMk id="47" creationId="{D8240265-ADC0-0485-A0CF-8613F1C48EE0}"/>
          </ac:spMkLst>
        </pc:spChg>
        <pc:spChg chg="del">
          <ac:chgData name="Sylvan Shank" userId="daada91c-9173-4cf9-a78f-555f7d7e1aa5" providerId="ADAL" clId="{A8CAC1B1-1B5B-434C-9E5F-ED85875A3A22}" dt="2026-06-24T19:58:53.409" v="1250"/>
          <ac:spMkLst>
            <pc:docMk/>
            <pc:sldMk cId="4175419842" sldId="2145706999"/>
            <ac:spMk id="53" creationId="{7CEEEAC3-A2A8-E116-6FD9-DDCDBBC288DA}"/>
          </ac:spMkLst>
        </pc:spChg>
        <pc:spChg chg="del">
          <ac:chgData name="Sylvan Shank" userId="daada91c-9173-4cf9-a78f-555f7d7e1aa5" providerId="ADAL" clId="{A8CAC1B1-1B5B-434C-9E5F-ED85875A3A22}" dt="2026-06-24T19:58:53.409" v="1252"/>
          <ac:spMkLst>
            <pc:docMk/>
            <pc:sldMk cId="4175419842" sldId="2145706999"/>
            <ac:spMk id="64" creationId="{053B5BE8-2264-AFBA-5899-0DCEF088F636}"/>
          </ac:spMkLst>
        </pc:spChg>
        <pc:spChg chg="del mod">
          <ac:chgData name="Sylvan Shank" userId="daada91c-9173-4cf9-a78f-555f7d7e1aa5" providerId="ADAL" clId="{A8CAC1B1-1B5B-434C-9E5F-ED85875A3A22}" dt="2026-06-24T19:59:06.091" v="1372"/>
          <ac:spMkLst>
            <pc:docMk/>
            <pc:sldMk cId="4175419842" sldId="2145706999"/>
            <ac:spMk id="70" creationId="{68DF247C-A294-C60B-37F5-344F81F6750C}"/>
          </ac:spMkLst>
        </pc:spChg>
        <pc:spChg chg="del mod">
          <ac:chgData name="Sylvan Shank" userId="daada91c-9173-4cf9-a78f-555f7d7e1aa5" providerId="ADAL" clId="{A8CAC1B1-1B5B-434C-9E5F-ED85875A3A22}" dt="2026-06-24T19:59:06.091" v="1366"/>
          <ac:spMkLst>
            <pc:docMk/>
            <pc:sldMk cId="4175419842" sldId="2145706999"/>
            <ac:spMk id="80" creationId="{9AAE21B5-6F55-3BE1-5E0A-B636C327901E}"/>
          </ac:spMkLst>
        </pc:spChg>
        <pc:spChg chg="del mod">
          <ac:chgData name="Sylvan Shank" userId="daada91c-9173-4cf9-a78f-555f7d7e1aa5" providerId="ADAL" clId="{A8CAC1B1-1B5B-434C-9E5F-ED85875A3A22}" dt="2026-06-24T19:59:06.091" v="1369"/>
          <ac:spMkLst>
            <pc:docMk/>
            <pc:sldMk cId="4175419842" sldId="2145706999"/>
            <ac:spMk id="85" creationId="{60648ABF-8F93-6CC9-F9F9-3F0F230DAE51}"/>
          </ac:spMkLst>
        </pc:spChg>
        <pc:spChg chg="del mod">
          <ac:chgData name="Sylvan Shank" userId="daada91c-9173-4cf9-a78f-555f7d7e1aa5" providerId="ADAL" clId="{A8CAC1B1-1B5B-434C-9E5F-ED85875A3A22}" dt="2026-06-24T19:59:06.091" v="1363"/>
          <ac:spMkLst>
            <pc:docMk/>
            <pc:sldMk cId="4175419842" sldId="2145706999"/>
            <ac:spMk id="90" creationId="{1F4F3297-C130-E012-1C01-D431EBEE115E}"/>
          </ac:spMkLst>
        </pc:spChg>
        <pc:spChg chg="mod ord">
          <ac:chgData name="Sylvan Shank" userId="daada91c-9173-4cf9-a78f-555f7d7e1aa5" providerId="ADAL" clId="{A8CAC1B1-1B5B-434C-9E5F-ED85875A3A22}" dt="2026-06-24T23:10:00.820" v="2152"/>
          <ac:spMkLst>
            <pc:docMk/>
            <pc:sldMk cId="4175419842" sldId="2145706999"/>
            <ac:spMk id="105" creationId="{A9353633-AF05-A976-682F-0A9C4D22482A}"/>
          </ac:spMkLst>
        </pc:spChg>
        <pc:spChg chg="mod ord">
          <ac:chgData name="Sylvan Shank" userId="daada91c-9173-4cf9-a78f-555f7d7e1aa5" providerId="ADAL" clId="{A8CAC1B1-1B5B-434C-9E5F-ED85875A3A22}" dt="2026-06-24T23:10:00.820" v="2154"/>
          <ac:spMkLst>
            <pc:docMk/>
            <pc:sldMk cId="4175419842" sldId="2145706999"/>
            <ac:spMk id="112" creationId="{A80C837B-3343-F81B-4024-CF481B00C937}"/>
          </ac:spMkLst>
        </pc:spChg>
        <pc:graphicFrameChg chg="mod">
          <ac:chgData name="Sylvan Shank" userId="daada91c-9173-4cf9-a78f-555f7d7e1aa5" providerId="ADAL" clId="{A8CAC1B1-1B5B-434C-9E5F-ED85875A3A22}" dt="2026-06-24T23:10:00.830" v="2160"/>
          <ac:graphicFrameMkLst>
            <pc:docMk/>
            <pc:sldMk cId="4175419842" sldId="2145706999"/>
            <ac:graphicFrameMk id="9" creationId="{4FE0012D-D40D-CF37-6A1E-162D1ECE09BF}"/>
          </ac:graphicFrameMkLst>
        </pc:graphicFrameChg>
        <pc:graphicFrameChg chg="del mod ord">
          <ac:chgData name="Sylvan Shank" userId="daada91c-9173-4cf9-a78f-555f7d7e1aa5" providerId="ADAL" clId="{A8CAC1B1-1B5B-434C-9E5F-ED85875A3A22}" dt="2026-06-24T19:59:57.289" v="1467" actId="478"/>
          <ac:graphicFrameMkLst>
            <pc:docMk/>
            <pc:sldMk cId="4175419842" sldId="2145706999"/>
            <ac:graphicFrameMk id="12" creationId="{BA84F439-2074-8CA7-F7CA-DACD0D5C439E}"/>
          </ac:graphicFrameMkLst>
        </pc:graphicFrameChg>
        <pc:graphicFrameChg chg="del">
          <ac:chgData name="Sylvan Shank" userId="daada91c-9173-4cf9-a78f-555f7d7e1aa5" providerId="ADAL" clId="{A8CAC1B1-1B5B-434C-9E5F-ED85875A3A22}" dt="2026-06-24T19:59:16.695" v="1401"/>
          <ac:graphicFrameMkLst>
            <pc:docMk/>
            <pc:sldMk cId="4175419842" sldId="2145706999"/>
            <ac:graphicFrameMk id="13" creationId="{D2D0F0C5-588D-6FF1-1C6F-FC5D5DD58201}"/>
          </ac:graphicFrameMkLst>
        </pc:graphicFrameChg>
        <pc:graphicFrameChg chg="add del mod ord">
          <ac:chgData name="Sylvan Shank" userId="daada91c-9173-4cf9-a78f-555f7d7e1aa5" providerId="ADAL" clId="{A8CAC1B1-1B5B-434C-9E5F-ED85875A3A22}" dt="2026-06-24T20:00:02.003" v="1501"/>
          <ac:graphicFrameMkLst>
            <pc:docMk/>
            <pc:sldMk cId="4175419842" sldId="2145706999"/>
            <ac:graphicFrameMk id="15" creationId="{49B614D6-8E8C-ED2A-22F9-EA434C63D1AC}"/>
          </ac:graphicFrameMkLst>
        </pc:graphicFrameChg>
        <pc:graphicFrameChg chg="add mod ord">
          <ac:chgData name="Sylvan Shank" userId="daada91c-9173-4cf9-a78f-555f7d7e1aa5" providerId="ADAL" clId="{A8CAC1B1-1B5B-434C-9E5F-ED85875A3A22}" dt="2026-06-24T23:10:00.820" v="2143"/>
          <ac:graphicFrameMkLst>
            <pc:docMk/>
            <pc:sldMk cId="4175419842" sldId="2145706999"/>
            <ac:graphicFrameMk id="23" creationId="{FDDBA3C9-2ACA-0813-D520-BDB9CC3C6033}"/>
          </ac:graphicFrameMkLst>
        </pc:graphicFrameChg>
        <pc:cxnChg chg="mod ord">
          <ac:chgData name="Sylvan Shank" userId="daada91c-9173-4cf9-a78f-555f7d7e1aa5" providerId="ADAL" clId="{A8CAC1B1-1B5B-434C-9E5F-ED85875A3A22}" dt="2026-06-24T23:10:00.807" v="2131"/>
          <ac:cxnSpMkLst>
            <pc:docMk/>
            <pc:sldMk cId="4175419842" sldId="2145706999"/>
            <ac:cxnSpMk id="18" creationId="{ADC38D89-591F-EC78-B751-67D2BDBADD6C}"/>
          </ac:cxnSpMkLst>
        </pc:cxnChg>
        <pc:cxnChg chg="mod ord">
          <ac:chgData name="Sylvan Shank" userId="daada91c-9173-4cf9-a78f-555f7d7e1aa5" providerId="ADAL" clId="{A8CAC1B1-1B5B-434C-9E5F-ED85875A3A22}" dt="2026-06-24T23:10:00.807" v="2141"/>
          <ac:cxnSpMkLst>
            <pc:docMk/>
            <pc:sldMk cId="4175419842" sldId="2145706999"/>
            <ac:cxnSpMk id="19" creationId="{32A81686-7F4D-93F8-09EE-29640B61B93A}"/>
          </ac:cxnSpMkLst>
        </pc:cxnChg>
        <pc:cxnChg chg="mod ord">
          <ac:chgData name="Sylvan Shank" userId="daada91c-9173-4cf9-a78f-555f7d7e1aa5" providerId="ADAL" clId="{A8CAC1B1-1B5B-434C-9E5F-ED85875A3A22}" dt="2026-06-24T23:10:00.807" v="2137"/>
          <ac:cxnSpMkLst>
            <pc:docMk/>
            <pc:sldMk cId="4175419842" sldId="2145706999"/>
            <ac:cxnSpMk id="20" creationId="{16D84332-12BE-EB5A-ADB5-7F000AD9F525}"/>
          </ac:cxnSpMkLst>
        </pc:cxnChg>
        <pc:cxnChg chg="mod ord">
          <ac:chgData name="Sylvan Shank" userId="daada91c-9173-4cf9-a78f-555f7d7e1aa5" providerId="ADAL" clId="{A8CAC1B1-1B5B-434C-9E5F-ED85875A3A22}" dt="2026-06-24T23:10:00.807" v="2139"/>
          <ac:cxnSpMkLst>
            <pc:docMk/>
            <pc:sldMk cId="4175419842" sldId="2145706999"/>
            <ac:cxnSpMk id="22" creationId="{D1AF4FAA-301C-4240-11C6-D8A21FFC90E0}"/>
          </ac:cxnSpMkLst>
        </pc:cxnChg>
        <pc:cxnChg chg="mod ord">
          <ac:chgData name="Sylvan Shank" userId="daada91c-9173-4cf9-a78f-555f7d7e1aa5" providerId="ADAL" clId="{A8CAC1B1-1B5B-434C-9E5F-ED85875A3A22}" dt="2026-06-24T23:10:00.807" v="2133"/>
          <ac:cxnSpMkLst>
            <pc:docMk/>
            <pc:sldMk cId="4175419842" sldId="2145706999"/>
            <ac:cxnSpMk id="24" creationId="{484A6D1D-3511-CF98-A54E-B7C358532AC8}"/>
          </ac:cxnSpMkLst>
        </pc:cxnChg>
        <pc:cxnChg chg="mod ord">
          <ac:chgData name="Sylvan Shank" userId="daada91c-9173-4cf9-a78f-555f7d7e1aa5" providerId="ADAL" clId="{A8CAC1B1-1B5B-434C-9E5F-ED85875A3A22}" dt="2026-06-24T23:10:00.807" v="2135"/>
          <ac:cxnSpMkLst>
            <pc:docMk/>
            <pc:sldMk cId="4175419842" sldId="2145706999"/>
            <ac:cxnSpMk id="27" creationId="{B289B67D-0F19-4928-E859-EABEAC98EF40}"/>
          </ac:cxnSpMkLst>
        </pc:cxnChg>
        <pc:cxnChg chg="del">
          <ac:chgData name="Sylvan Shank" userId="daada91c-9173-4cf9-a78f-555f7d7e1aa5" providerId="ADAL" clId="{A8CAC1B1-1B5B-434C-9E5F-ED85875A3A22}" dt="2026-06-24T19:59:06.091" v="1362"/>
          <ac:cxnSpMkLst>
            <pc:docMk/>
            <pc:sldMk cId="4175419842" sldId="2145706999"/>
            <ac:cxnSpMk id="72" creationId="{52306A63-809A-B695-952B-E26381B8CE69}"/>
          </ac:cxnSpMkLst>
        </pc:cxnChg>
        <pc:cxnChg chg="del">
          <ac:chgData name="Sylvan Shank" userId="daada91c-9173-4cf9-a78f-555f7d7e1aa5" providerId="ADAL" clId="{A8CAC1B1-1B5B-434C-9E5F-ED85875A3A22}" dt="2026-06-24T19:59:06.091" v="1368"/>
          <ac:cxnSpMkLst>
            <pc:docMk/>
            <pc:sldMk cId="4175419842" sldId="2145706999"/>
            <ac:cxnSpMk id="74" creationId="{FDFBB1A2-BA1B-F634-F656-0C86DDBB76DA}"/>
          </ac:cxnSpMkLst>
        </pc:cxnChg>
        <pc:cxnChg chg="del">
          <ac:chgData name="Sylvan Shank" userId="daada91c-9173-4cf9-a78f-555f7d7e1aa5" providerId="ADAL" clId="{A8CAC1B1-1B5B-434C-9E5F-ED85875A3A22}" dt="2026-06-24T19:59:06.091" v="1371"/>
          <ac:cxnSpMkLst>
            <pc:docMk/>
            <pc:sldMk cId="4175419842" sldId="2145706999"/>
            <ac:cxnSpMk id="76" creationId="{1F1B7259-7641-FBAC-1470-B880A5A220BE}"/>
          </ac:cxnSpMkLst>
        </pc:cxnChg>
        <pc:cxnChg chg="del">
          <ac:chgData name="Sylvan Shank" userId="daada91c-9173-4cf9-a78f-555f7d7e1aa5" providerId="ADAL" clId="{A8CAC1B1-1B5B-434C-9E5F-ED85875A3A22}" dt="2026-06-24T19:59:06.091" v="1365"/>
          <ac:cxnSpMkLst>
            <pc:docMk/>
            <pc:sldMk cId="4175419842" sldId="2145706999"/>
            <ac:cxnSpMk id="78" creationId="{3831BEDB-2074-FB0C-3C78-F8C25CFB6D42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629696423204088E-2"/>
          <c:y val="9.0740740740740747E-2"/>
          <c:w val="0.96874060715359178"/>
          <c:h val="0.818518518518518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D23-468B-B6D8-ACC27879CE78}"/>
                </c:ext>
              </c:extLst>
            </c:dLbl>
            <c:dLbl>
              <c:idx val="1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D23-468B-B6D8-ACC27879CE78}"/>
                </c:ext>
              </c:extLst>
            </c:dLbl>
            <c:dLbl>
              <c:idx val="2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D23-468B-B6D8-ACC27879CE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12.9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23-468B-B6D8-ACC27879CE7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D23-468B-B6D8-ACC27879CE78}"/>
                </c:ext>
              </c:extLst>
            </c:dLbl>
            <c:dLbl>
              <c:idx val="1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D23-468B-B6D8-ACC27879CE78}"/>
                </c:ext>
              </c:extLst>
            </c:dLbl>
            <c:dLbl>
              <c:idx val="2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D23-468B-B6D8-ACC27879CE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D23-468B-B6D8-ACC27879CE78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DD23-468B-B6D8-ACC27879CE78}"/>
                </c:ext>
              </c:extLst>
            </c:dLbl>
            <c:dLbl>
              <c:idx val="1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DD23-468B-B6D8-ACC27879CE78}"/>
                </c:ext>
              </c:extLst>
            </c:dLbl>
            <c:dLbl>
              <c:idx val="2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D23-468B-B6D8-ACC27879CE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D23-468B-B6D8-ACC27879C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37202400"/>
        <c:axId val="1"/>
      </c:barChart>
      <c:catAx>
        <c:axId val="4372024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372024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682767917321949E-2"/>
          <c:y val="9.0740740740740747E-2"/>
          <c:w val="0.97663446416535615"/>
          <c:h val="0.818518518518518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ED9-4BEA-A63E-5C366E86FB31}"/>
                </c:ext>
              </c:extLst>
            </c:dLbl>
            <c:dLbl>
              <c:idx val="1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ED9-4BEA-A63E-5C366E86FB31}"/>
                </c:ext>
              </c:extLst>
            </c:dLbl>
            <c:dLbl>
              <c:idx val="2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ED9-4BEA-A63E-5C366E86FB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12.9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D9-4BEA-A63E-5C366E86FB31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ED9-4BEA-A63E-5C366E86FB31}"/>
                </c:ext>
              </c:extLst>
            </c:dLbl>
            <c:dLbl>
              <c:idx val="1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ED9-4BEA-A63E-5C366E86FB31}"/>
                </c:ext>
              </c:extLst>
            </c:dLbl>
            <c:dLbl>
              <c:idx val="2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ED9-4BEA-A63E-5C366E86FB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ED9-4BEA-A63E-5C366E86FB31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85185185185185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7ED9-4BEA-A63E-5C366E86FB31}"/>
                </c:ext>
              </c:extLst>
            </c:dLbl>
            <c:dLbl>
              <c:idx val="1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7ED9-4BEA-A63E-5C366E86FB31}"/>
                </c:ext>
              </c:extLst>
            </c:dLbl>
            <c:dLbl>
              <c:idx val="2"/>
              <c:layout>
                <c:manualLayout>
                  <c:x val="0"/>
                  <c:y val="-2.222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7ED9-4BEA-A63E-5C366E86FB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ED9-4BEA-A63E-5C366E86F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69028431"/>
        <c:axId val="1"/>
      </c:barChart>
      <c:catAx>
        <c:axId val="14690284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690284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741582317702954E-2"/>
          <c:y val="0.10610182666148466"/>
          <c:w val="0.97851683536459411"/>
          <c:h val="0.8188884570540225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7BD-413D-B088-F5A3C49A6D8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7BD-413D-B088-F5A3C49A6D84}"/>
              </c:ext>
            </c:extLst>
          </c:dPt>
          <c:dLbls>
            <c:dLbl>
              <c:idx val="0"/>
              <c:layout>
                <c:manualLayout>
                  <c:x val="0"/>
                  <c:y val="-7.46210649047804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7BD-413D-B088-F5A3C49A6D84}"/>
                </c:ext>
              </c:extLst>
            </c:dLbl>
            <c:dLbl>
              <c:idx val="6"/>
              <c:layout>
                <c:manualLayout>
                  <c:x val="0"/>
                  <c:y val="-0.440730664593859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7BD-413D-B088-F5A3C49A6D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12.5</c:v>
                </c:pt>
                <c:pt idx="1">
                  <c:v>12.5</c:v>
                </c:pt>
                <c:pt idx="2">
                  <c:v>35</c:v>
                </c:pt>
                <c:pt idx="3">
                  <c:v>77.5</c:v>
                </c:pt>
                <c:pt idx="4">
                  <c:v>92.5</c:v>
                </c:pt>
                <c:pt idx="5">
                  <c:v>100</c:v>
                </c:pt>
                <c:pt idx="6">
                  <c:v>117.5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BD-413D-B088-F5A3C49A6D84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109599689078896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7BD-413D-B088-F5A3C49A6D84}"/>
                </c:ext>
              </c:extLst>
            </c:dLbl>
            <c:dLbl>
              <c:idx val="2"/>
              <c:layout>
                <c:manualLayout>
                  <c:x val="0"/>
                  <c:y val="-0.1791682860474154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7BD-413D-B088-F5A3C49A6D84}"/>
                </c:ext>
              </c:extLst>
            </c:dLbl>
            <c:dLbl>
              <c:idx val="3"/>
              <c:layout>
                <c:manualLayout>
                  <c:x val="0"/>
                  <c:y val="-8.356004663816556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7BD-413D-B088-F5A3C49A6D84}"/>
                </c:ext>
              </c:extLst>
            </c:dLbl>
            <c:dLbl>
              <c:idx val="4"/>
              <c:layout>
                <c:manualLayout>
                  <c:x val="0"/>
                  <c:y val="-5.713175281772250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7BD-413D-B088-F5A3C49A6D84}"/>
                </c:ext>
              </c:extLst>
            </c:dLbl>
            <c:dLbl>
              <c:idx val="5"/>
              <c:layout>
                <c:manualLayout>
                  <c:x val="0"/>
                  <c:y val="-9.21103769918383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7BD-413D-B088-F5A3C49A6D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1">
                  <c:v>22.5</c:v>
                </c:pt>
                <c:pt idx="2">
                  <c:v>42.5</c:v>
                </c:pt>
                <c:pt idx="3">
                  <c:v>15</c:v>
                </c:pt>
                <c:pt idx="4">
                  <c:v>7.5</c:v>
                </c:pt>
                <c:pt idx="5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BD-413D-B088-F5A3C49A6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37157280"/>
        <c:axId val="1"/>
      </c:barChart>
      <c:catAx>
        <c:axId val="4371572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7.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371572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5466666666666668E-2"/>
          <c:y val="5.89171974522293E-2"/>
          <c:w val="0.8773333333333333"/>
          <c:h val="0.79418789808917201"/>
        </c:manualLayout>
      </c:layout>
      <c:bubbleChart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xVal>
            <c:numRef>
              <c:f>Sheet1!$A$1:$A$11</c:f>
              <c:numCache>
                <c:formatCode>General</c:formatCode>
                <c:ptCount val="11"/>
                <c:pt idx="0">
                  <c:v>0.5</c:v>
                </c:pt>
                <c:pt idx="1">
                  <c:v>1.7</c:v>
                </c:pt>
                <c:pt idx="2">
                  <c:v>4</c:v>
                </c:pt>
                <c:pt idx="3">
                  <c:v>4.5</c:v>
                </c:pt>
                <c:pt idx="4">
                  <c:v>1</c:v>
                </c:pt>
                <c:pt idx="5">
                  <c:v>1.4</c:v>
                </c:pt>
              </c:numCache>
            </c:numRef>
          </c:xVal>
          <c:yVal>
            <c:numRef>
              <c:f>Sheet1!$B$1:$B$11</c:f>
              <c:numCache>
                <c:formatCode>General</c:formatCode>
                <c:ptCount val="11"/>
                <c:pt idx="0">
                  <c:v>0.6</c:v>
                </c:pt>
                <c:pt idx="1">
                  <c:v>1.2</c:v>
                </c:pt>
                <c:pt idx="2">
                  <c:v>3</c:v>
                </c:pt>
                <c:pt idx="3">
                  <c:v>1</c:v>
                </c:pt>
                <c:pt idx="4">
                  <c:v>4.5</c:v>
                </c:pt>
                <c:pt idx="5">
                  <c:v>2.2999999999999998</c:v>
                </c:pt>
              </c:numCache>
            </c:numRef>
          </c:yVal>
          <c:bubbleSize>
            <c:numRef>
              <c:f>Sheet1!$C$1:$C$11</c:f>
              <c:numCache>
                <c:formatCode>General</c:formatCode>
                <c:ptCount val="11"/>
                <c:pt idx="0">
                  <c:v>5.3</c:v>
                </c:pt>
                <c:pt idx="1">
                  <c:v>8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8DA6-4806-B8DF-E147792DB60E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xVal>
            <c:numRef>
              <c:f>Sheet1!$A$1:$A$11</c:f>
              <c:numCache>
                <c:formatCode>General</c:formatCode>
                <c:ptCount val="11"/>
                <c:pt idx="6">
                  <c:v>2.2999999999999998</c:v>
                </c:pt>
                <c:pt idx="7">
                  <c:v>3</c:v>
                </c:pt>
                <c:pt idx="8">
                  <c:v>3.5</c:v>
                </c:pt>
                <c:pt idx="9">
                  <c:v>4</c:v>
                </c:pt>
                <c:pt idx="10">
                  <c:v>4.5</c:v>
                </c:pt>
              </c:numCache>
            </c:numRef>
          </c:xVal>
          <c:yVal>
            <c:numRef>
              <c:f>Sheet1!$D$1:$D$11</c:f>
              <c:numCache>
                <c:formatCode>General</c:formatCode>
                <c:ptCount val="11"/>
                <c:pt idx="6">
                  <c:v>3.2</c:v>
                </c:pt>
                <c:pt idx="7">
                  <c:v>2</c:v>
                </c:pt>
                <c:pt idx="8">
                  <c:v>4.0999999999999996</c:v>
                </c:pt>
                <c:pt idx="9">
                  <c:v>3</c:v>
                </c:pt>
                <c:pt idx="10">
                  <c:v>3.8</c:v>
                </c:pt>
              </c:numCache>
            </c:numRef>
          </c:yVal>
          <c:bubbleSize>
            <c:numRef>
              <c:f>Sheet1!$E$1:$E$11</c:f>
              <c:numCache>
                <c:formatCode>General</c:formatCode>
                <c:ptCount val="11"/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8DA6-4806-B8DF-E147792DB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86"/>
        <c:showNegBubbles val="0"/>
        <c:axId val="1725840943"/>
        <c:axId val="1"/>
      </c:bubbleChart>
      <c:valAx>
        <c:axId val="1725840943"/>
        <c:scaling>
          <c:orientation val="minMax"/>
          <c:max val="5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crossBetween val="midCat"/>
        <c:majorUnit val="1"/>
      </c:valAx>
      <c:valAx>
        <c:axId val="1"/>
        <c:scaling>
          <c:orientation val="minMax"/>
          <c:max val="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5840943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00ECC-0DA6-435D-9DF2-36E1F02EE3D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368FA-06B8-4001-B754-DD726606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4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A542-9892-7F8F-CC59-895E4B50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F4A44-7AF6-04EB-D317-7A2BE9D2B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05922-B0CF-C0BF-D314-04481D364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4EB71-02ED-01A1-9F78-9F49B2816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905B7-01B6-433D-A0FC-E718C25E3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5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7.tiff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8A5ECE0-3DC2-817F-20D2-D2A9F1AFB6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6126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A5ECE0-3DC2-817F-20D2-D2A9F1AFB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9C918351-CB12-4B15-875A-AA137536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28" y="4412430"/>
            <a:ext cx="8091055" cy="699772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731F10-2F5C-420E-942F-C2EE8038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28" y="5282266"/>
            <a:ext cx="8091055" cy="5629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 descr="Newry_withtagline.png">
            <a:extLst>
              <a:ext uri="{FF2B5EF4-FFF2-40B4-BE49-F238E27FC236}">
                <a16:creationId xmlns:a16="http://schemas.microsoft.com/office/drawing/2014/main" id="{CCD8A712-545B-A7C7-E88D-26D497E3B8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80"/>
          <a:stretch/>
        </p:blipFill>
        <p:spPr>
          <a:xfrm>
            <a:off x="9539555" y="5817809"/>
            <a:ext cx="2308758" cy="529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07135-FB17-5650-5734-577B7432E002}"/>
              </a:ext>
            </a:extLst>
          </p:cNvPr>
          <p:cNvSpPr txBox="1"/>
          <p:nvPr userDrawn="1"/>
        </p:nvSpPr>
        <p:spPr>
          <a:xfrm>
            <a:off x="9539555" y="6347637"/>
            <a:ext cx="230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PRIVATE &amp; CONFIDENTIAL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69B93AF-D52C-CAE1-C7E4-3E7BEFA32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128" y="6193747"/>
            <a:ext cx="3391094" cy="307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8" name="Picture 17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AA2F592A-8FA8-7BF1-490B-E5338C3A4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18079" r="16079" b="11741"/>
          <a:stretch/>
        </p:blipFill>
        <p:spPr>
          <a:xfrm>
            <a:off x="0" y="0"/>
            <a:ext cx="12192000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47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41E2B2-916E-1620-E6D4-23A95CE3B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3568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1E2B2-916E-1620-E6D4-23A95CE3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901E710E-DE9C-2B82-E370-4E6605A1E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11496" b="103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50676-9D25-9888-1719-C6CB072A887E}"/>
              </a:ext>
            </a:extLst>
          </p:cNvPr>
          <p:cNvSpPr/>
          <p:nvPr userDrawn="1"/>
        </p:nvSpPr>
        <p:spPr>
          <a:xfrm>
            <a:off x="0" y="4166937"/>
            <a:ext cx="12192000" cy="1505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658B082-7695-9150-A7C0-92375A81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454772"/>
            <a:ext cx="11430000" cy="92394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8E4BDE28-C7E9-EC23-0406-02DD0B1D6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0"/>
          <a:stretch/>
        </p:blipFill>
        <p:spPr>
          <a:xfrm>
            <a:off x="9866769" y="6220619"/>
            <a:ext cx="2129852" cy="4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3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0655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0" y="0"/>
            <a:ext cx="461309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6388" y="1892595"/>
            <a:ext cx="7074612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5704"/>
            <a:ext cx="3893048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C4E7B-D01F-BB1C-6BAC-8890CDD26DD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28" y="1858237"/>
            <a:ext cx="12192000" cy="52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2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and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FCD4DF4-1CAA-044B-9ED5-1B73AEF989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2463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D4DF4-1CAA-044B-9ED5-1B73AEF989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42ACF36-1969-C3FD-CBDF-753C21155293}"/>
              </a:ext>
            </a:extLst>
          </p:cNvPr>
          <p:cNvSpPr/>
          <p:nvPr userDrawn="1"/>
        </p:nvSpPr>
        <p:spPr>
          <a:xfrm>
            <a:off x="6301555" y="1107239"/>
            <a:ext cx="5486400" cy="5258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09186-1B19-C122-E55C-3C0EFF19FA95}"/>
              </a:ext>
            </a:extLst>
          </p:cNvPr>
          <p:cNvSpPr/>
          <p:nvPr userDrawn="1"/>
        </p:nvSpPr>
        <p:spPr>
          <a:xfrm>
            <a:off x="377651" y="1107239"/>
            <a:ext cx="5501836" cy="5258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DF3101-29A4-67D1-62A0-75AF3C17E0E6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15BAC3F-3EB9-C995-6E47-ADAB6C36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60929"/>
            <a:ext cx="11406955" cy="774017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FA2A22F-AA77-5D52-7AE9-5255DCC8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439736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0BD561B-1132-92E3-2047-5DEB6380E6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9791" y="1496604"/>
            <a:ext cx="5480903" cy="486902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B3C0793-0440-A5E8-1D12-03E9E21DC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9791" y="1107239"/>
            <a:ext cx="5480904" cy="3065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BACKGROUND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96534BF-0278-FDAD-01B4-91313E53A4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1555" y="1111331"/>
            <a:ext cx="5486400" cy="3024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OBJECTIVES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788CD02-6718-5D01-DE5D-00843DA60A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8181" y="1496599"/>
            <a:ext cx="5479774" cy="486902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923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E9EDEA-A558-0897-372C-00462C8B12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999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E9EDEA-A558-0897-372C-00462C8B1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7993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3628"/>
            <a:ext cx="11415765" cy="483551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5B22B-0FB3-B2D0-6CB2-306782767A36}"/>
              </a:ext>
            </a:extLst>
          </p:cNvPr>
          <p:cNvSpPr/>
          <p:nvPr userDrawn="1"/>
        </p:nvSpPr>
        <p:spPr>
          <a:xfrm>
            <a:off x="0" y="6103088"/>
            <a:ext cx="12192000" cy="754912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03B2C28-6825-22F6-D64A-D678EBD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22773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4B2CE3A-E71E-7684-7D73-B470F97175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264823"/>
            <a:ext cx="10946004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C72577-658E-4D0C-D83D-DAE04B299F98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65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5038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6637"/>
            <a:ext cx="11415765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99" y="6307355"/>
            <a:ext cx="1091077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F7293-0224-05BF-D733-19F156C60FFF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831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9FEF2BE-6A72-EF47-C147-95FE769CB6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FEF2BE-6A72-EF47-C147-95FE769CB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4405"/>
            <a:ext cx="11415764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502044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804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D29F9A-1DAE-6201-701C-92563ED26B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74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29F9A-1DAE-6201-701C-92563ED26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2" y="74405"/>
            <a:ext cx="10724102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8876" y="6317988"/>
            <a:ext cx="1095479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64111"/>
            <a:ext cx="11415765" cy="495943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C4AAB9-CF17-4A20-05FC-0E5EBECBC467}"/>
              </a:ext>
            </a:extLst>
          </p:cNvPr>
          <p:cNvSpPr/>
          <p:nvPr userDrawn="1"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B19414-A55B-8382-5EDB-D36FFFA026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1221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582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1" y="85038"/>
            <a:ext cx="10724103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5" y="1116637"/>
            <a:ext cx="11419079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307355"/>
            <a:ext cx="1091410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E32D75-52F5-F1D0-D24F-1EF5ADB1883E}"/>
              </a:ext>
            </a:extLst>
          </p:cNvPr>
          <p:cNvSpPr/>
          <p:nvPr userDrawn="1"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60450DC-D332-7C0F-F290-0A1C32F42D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26B1A2-C0F7-84FC-D538-95C9BFCBD0BE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09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8E1B75A-A3C6-0F97-7892-0BE705856D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676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E1B75A-A3C6-0F97-7892-0BE705856D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9988062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394"/>
            <a:ext cx="925536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18095"/>
            <a:ext cx="11426397" cy="5005455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4AF-E7B0-ECEF-4A1C-9AC55A8697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0041014" y="89395"/>
            <a:ext cx="1766384" cy="939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Insert logo / graphic / image</a:t>
            </a:r>
          </a:p>
        </p:txBody>
      </p:sp>
    </p:spTree>
    <p:extLst>
      <p:ext uri="{BB962C8B-B14F-4D97-AF65-F5344CB8AC3E}">
        <p14:creationId xmlns:p14="http://schemas.microsoft.com/office/powerpoint/2010/main" val="98944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277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51640"/>
            <a:ext cx="11415765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86571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B3766BB-9DF0-745A-1DC6-A0D454D5D0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932960"/>
            <a:ext cx="11415765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676641-556C-2325-13E1-7C4FF9C97F77}"/>
              </a:ext>
            </a:extLst>
          </p:cNvPr>
          <p:cNvCxnSpPr>
            <a:cxnSpLocks/>
          </p:cNvCxnSpPr>
          <p:nvPr userDrawn="1"/>
        </p:nvCxnSpPr>
        <p:spPr>
          <a:xfrm>
            <a:off x="377686" y="6226583"/>
            <a:ext cx="11429711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10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8717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AAD3021-AA2D-B1FC-B7E2-575F1AB42B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pic>
        <p:nvPicPr>
          <p:cNvPr id="10" name="Picture 9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25A717AA-7E21-DC99-CA70-CCCBB5340B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b="19649"/>
          <a:stretch/>
        </p:blipFill>
        <p:spPr>
          <a:xfrm>
            <a:off x="-2" y="1642533"/>
            <a:ext cx="12192001" cy="52154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651640"/>
            <a:ext cx="11022169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93329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256FE51-A810-45B2-C48E-4B946DC90A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7" y="1932960"/>
            <a:ext cx="11419078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A92C5B-3BC2-3A66-6715-52A3260C658A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26583"/>
            <a:ext cx="11419078" cy="0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931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AD27072-DCD4-212F-0EDF-815F761C50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1201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27072-DCD4-212F-0EDF-815F761C5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99A8EF28-4FB9-508F-7908-101C7D0138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65" b="41079"/>
          <a:stretch/>
        </p:blipFill>
        <p:spPr>
          <a:xfrm>
            <a:off x="0" y="6126568"/>
            <a:ext cx="12192000" cy="7314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28132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5"/>
            <a:ext cx="1141907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297981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191205"/>
            <a:ext cx="10945987" cy="560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A44B8DF-3DD1-32B6-E1B5-F981E5DEF8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8145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14D6D0A-003C-6513-8165-436B0A6EDA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7688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9203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7334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5590" y="1892595"/>
            <a:ext cx="5569909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4"/>
            <a:ext cx="5283374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6BB934-39D4-33F2-BA9B-8A09D8DC1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r="64855"/>
          <a:stretch/>
        </p:blipFill>
        <p:spPr>
          <a:xfrm rot="16200000">
            <a:off x="215291" y="977292"/>
            <a:ext cx="5665417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14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and grey logo&#10;&#10;Description automatically generated">
            <a:extLst>
              <a:ext uri="{FF2B5EF4-FFF2-40B4-BE49-F238E27FC236}">
                <a16:creationId xmlns:a16="http://schemas.microsoft.com/office/drawing/2014/main" id="{5F85BADD-F7C0-40D9-5C21-C0313F8C1D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67947F-D05C-1C7E-1E30-5564C73D6F4B}"/>
              </a:ext>
            </a:extLst>
          </p:cNvPr>
          <p:cNvSpPr txBox="1"/>
          <p:nvPr userDrawn="1"/>
        </p:nvSpPr>
        <p:spPr>
          <a:xfrm>
            <a:off x="6868634" y="4200968"/>
            <a:ext cx="494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To learn more about Newry, please visit www.newrycorp.com</a:t>
            </a:r>
          </a:p>
        </p:txBody>
      </p:sp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1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EFF1143-B8C7-E24B-918C-B31A4AB77BB7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5865823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15" imgH="416" progId="TCLayout.ActiveDocument.1">
                  <p:embed/>
                </p:oleObj>
              </mc:Choice>
              <mc:Fallback>
                <p:oleObj name="think-cell Slide" r:id="rId18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FF1143-B8C7-E24B-918C-B31A4AB77B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631C-8F18-1F80-9250-28A9A9B9E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2EA1-6880-DFBF-071B-6871600F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3BCE-9296-7B0F-2E0C-B8238762A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32129-9208-4234-9840-E03E907D1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4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75" r:id="rId3"/>
    <p:sldLayoutId id="2147483660" r:id="rId4"/>
    <p:sldLayoutId id="2147483657" r:id="rId5"/>
    <p:sldLayoutId id="2147483671" r:id="rId6"/>
    <p:sldLayoutId id="2147483658" r:id="rId7"/>
    <p:sldLayoutId id="2147483673" r:id="rId8"/>
    <p:sldLayoutId id="2147483674" r:id="rId9"/>
    <p:sldLayoutId id="2147483672" r:id="rId10"/>
    <p:sldLayoutId id="2147483667" r:id="rId11"/>
    <p:sldLayoutId id="2147483670" r:id="rId12"/>
    <p:sldLayoutId id="2147483665" r:id="rId13"/>
    <p:sldLayoutId id="2147483663" r:id="rId14"/>
    <p:sldLayoutId id="214748366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chart" Target="../charts/chart1.xml"/><Relationship Id="rId2" Type="http://schemas.openxmlformats.org/officeDocument/2006/relationships/tags" Target="../tags/tag19.xml"/><Relationship Id="rId16" Type="http://schemas.openxmlformats.org/officeDocument/2006/relationships/image" Target="../media/image1.emf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oleObject" Target="../embeddings/oleObject17.bin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chart" Target="../charts/chart2.xml"/><Relationship Id="rId2" Type="http://schemas.openxmlformats.org/officeDocument/2006/relationships/tags" Target="../tags/tag32.xml"/><Relationship Id="rId16" Type="http://schemas.openxmlformats.org/officeDocument/2006/relationships/image" Target="../media/image1.emf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oleObject" Target="../embeddings/oleObject18.bin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oleObject" Target="../embeddings/oleObject19.bin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notesSlide" Target="../notesSlides/notesSlide1.xml"/><Relationship Id="rId2" Type="http://schemas.openxmlformats.org/officeDocument/2006/relationships/tags" Target="../tags/tag45.xml"/><Relationship Id="rId16" Type="http://schemas.openxmlformats.org/officeDocument/2006/relationships/slideLayout" Target="../slideLayouts/slideLayout7.xml"/><Relationship Id="rId20" Type="http://schemas.openxmlformats.org/officeDocument/2006/relationships/chart" Target="../charts/chart3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19" Type="http://schemas.openxmlformats.org/officeDocument/2006/relationships/image" Target="../media/image9.emf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84.xml"/><Relationship Id="rId21" Type="http://schemas.openxmlformats.org/officeDocument/2006/relationships/tags" Target="../tags/tag79.xml"/><Relationship Id="rId34" Type="http://schemas.openxmlformats.org/officeDocument/2006/relationships/tags" Target="../tags/tag92.xml"/><Relationship Id="rId42" Type="http://schemas.openxmlformats.org/officeDocument/2006/relationships/tags" Target="../tags/tag100.xml"/><Relationship Id="rId47" Type="http://schemas.openxmlformats.org/officeDocument/2006/relationships/tags" Target="../tags/tag105.xml"/><Relationship Id="rId50" Type="http://schemas.openxmlformats.org/officeDocument/2006/relationships/tags" Target="../tags/tag108.xml"/><Relationship Id="rId55" Type="http://schemas.openxmlformats.org/officeDocument/2006/relationships/tags" Target="../tags/tag113.xml"/><Relationship Id="rId63" Type="http://schemas.openxmlformats.org/officeDocument/2006/relationships/tags" Target="../tags/tag121.xml"/><Relationship Id="rId68" Type="http://schemas.openxmlformats.org/officeDocument/2006/relationships/image" Target="../media/image10.emf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9" Type="http://schemas.openxmlformats.org/officeDocument/2006/relationships/tags" Target="../tags/tag87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tags" Target="../tags/tag90.xml"/><Relationship Id="rId37" Type="http://schemas.openxmlformats.org/officeDocument/2006/relationships/tags" Target="../tags/tag95.xml"/><Relationship Id="rId40" Type="http://schemas.openxmlformats.org/officeDocument/2006/relationships/tags" Target="../tags/tag98.xml"/><Relationship Id="rId45" Type="http://schemas.openxmlformats.org/officeDocument/2006/relationships/tags" Target="../tags/tag103.xml"/><Relationship Id="rId53" Type="http://schemas.openxmlformats.org/officeDocument/2006/relationships/tags" Target="../tags/tag111.xml"/><Relationship Id="rId58" Type="http://schemas.openxmlformats.org/officeDocument/2006/relationships/tags" Target="../tags/tag116.xml"/><Relationship Id="rId66" Type="http://schemas.openxmlformats.org/officeDocument/2006/relationships/slideLayout" Target="../slideLayouts/slideLayout5.xml"/><Relationship Id="rId5" Type="http://schemas.openxmlformats.org/officeDocument/2006/relationships/tags" Target="../tags/tag63.xml"/><Relationship Id="rId61" Type="http://schemas.openxmlformats.org/officeDocument/2006/relationships/tags" Target="../tags/tag119.xml"/><Relationship Id="rId19" Type="http://schemas.openxmlformats.org/officeDocument/2006/relationships/tags" Target="../tags/tag7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tags" Target="../tags/tag88.xml"/><Relationship Id="rId35" Type="http://schemas.openxmlformats.org/officeDocument/2006/relationships/tags" Target="../tags/tag93.xml"/><Relationship Id="rId43" Type="http://schemas.openxmlformats.org/officeDocument/2006/relationships/tags" Target="../tags/tag101.xml"/><Relationship Id="rId48" Type="http://schemas.openxmlformats.org/officeDocument/2006/relationships/tags" Target="../tags/tag106.xml"/><Relationship Id="rId56" Type="http://schemas.openxmlformats.org/officeDocument/2006/relationships/tags" Target="../tags/tag114.xml"/><Relationship Id="rId64" Type="http://schemas.openxmlformats.org/officeDocument/2006/relationships/tags" Target="../tags/tag122.xml"/><Relationship Id="rId8" Type="http://schemas.openxmlformats.org/officeDocument/2006/relationships/tags" Target="../tags/tag66.xml"/><Relationship Id="rId51" Type="http://schemas.openxmlformats.org/officeDocument/2006/relationships/tags" Target="../tags/tag109.xml"/><Relationship Id="rId3" Type="http://schemas.openxmlformats.org/officeDocument/2006/relationships/tags" Target="../tags/tag61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tags" Target="../tags/tag91.xml"/><Relationship Id="rId38" Type="http://schemas.openxmlformats.org/officeDocument/2006/relationships/tags" Target="../tags/tag96.xml"/><Relationship Id="rId46" Type="http://schemas.openxmlformats.org/officeDocument/2006/relationships/tags" Target="../tags/tag104.xml"/><Relationship Id="rId59" Type="http://schemas.openxmlformats.org/officeDocument/2006/relationships/tags" Target="../tags/tag117.xml"/><Relationship Id="rId67" Type="http://schemas.openxmlformats.org/officeDocument/2006/relationships/oleObject" Target="../embeddings/oleObject20.bin"/><Relationship Id="rId20" Type="http://schemas.openxmlformats.org/officeDocument/2006/relationships/tags" Target="../tags/tag78.xml"/><Relationship Id="rId41" Type="http://schemas.openxmlformats.org/officeDocument/2006/relationships/tags" Target="../tags/tag99.xml"/><Relationship Id="rId54" Type="http://schemas.openxmlformats.org/officeDocument/2006/relationships/tags" Target="../tags/tag112.xml"/><Relationship Id="rId62" Type="http://schemas.openxmlformats.org/officeDocument/2006/relationships/tags" Target="../tags/tag12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36" Type="http://schemas.openxmlformats.org/officeDocument/2006/relationships/tags" Target="../tags/tag94.xml"/><Relationship Id="rId49" Type="http://schemas.openxmlformats.org/officeDocument/2006/relationships/tags" Target="../tags/tag107.xml"/><Relationship Id="rId57" Type="http://schemas.openxmlformats.org/officeDocument/2006/relationships/tags" Target="../tags/tag115.xml"/><Relationship Id="rId10" Type="http://schemas.openxmlformats.org/officeDocument/2006/relationships/tags" Target="../tags/tag68.xml"/><Relationship Id="rId31" Type="http://schemas.openxmlformats.org/officeDocument/2006/relationships/tags" Target="../tags/tag89.xml"/><Relationship Id="rId44" Type="http://schemas.openxmlformats.org/officeDocument/2006/relationships/tags" Target="../tags/tag102.xml"/><Relationship Id="rId52" Type="http://schemas.openxmlformats.org/officeDocument/2006/relationships/tags" Target="../tags/tag110.xml"/><Relationship Id="rId60" Type="http://schemas.openxmlformats.org/officeDocument/2006/relationships/tags" Target="../tags/tag118.xml"/><Relationship Id="rId65" Type="http://schemas.openxmlformats.org/officeDocument/2006/relationships/tags" Target="../tags/tag123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39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26" Type="http://schemas.openxmlformats.org/officeDocument/2006/relationships/tags" Target="../tags/tag149.xml"/><Relationship Id="rId3" Type="http://schemas.openxmlformats.org/officeDocument/2006/relationships/tags" Target="../tags/tag126.xml"/><Relationship Id="rId21" Type="http://schemas.openxmlformats.org/officeDocument/2006/relationships/tags" Target="../tags/tag144.xml"/><Relationship Id="rId34" Type="http://schemas.openxmlformats.org/officeDocument/2006/relationships/image" Target="../media/image10.emf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5" Type="http://schemas.openxmlformats.org/officeDocument/2006/relationships/tags" Target="../tags/tag148.xml"/><Relationship Id="rId33" Type="http://schemas.openxmlformats.org/officeDocument/2006/relationships/oleObject" Target="../embeddings/oleObject21.bin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0" Type="http://schemas.openxmlformats.org/officeDocument/2006/relationships/tags" Target="../tags/tag143.xml"/><Relationship Id="rId29" Type="http://schemas.openxmlformats.org/officeDocument/2006/relationships/tags" Target="../tags/tag152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24" Type="http://schemas.openxmlformats.org/officeDocument/2006/relationships/tags" Target="../tags/tag147.xml"/><Relationship Id="rId32" Type="http://schemas.openxmlformats.org/officeDocument/2006/relationships/slideLayout" Target="../slideLayouts/slideLayout5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23" Type="http://schemas.openxmlformats.org/officeDocument/2006/relationships/tags" Target="../tags/tag146.xml"/><Relationship Id="rId28" Type="http://schemas.openxmlformats.org/officeDocument/2006/relationships/tags" Target="../tags/tag151.xml"/><Relationship Id="rId10" Type="http://schemas.openxmlformats.org/officeDocument/2006/relationships/tags" Target="../tags/tag133.xml"/><Relationship Id="rId19" Type="http://schemas.openxmlformats.org/officeDocument/2006/relationships/tags" Target="../tags/tag142.xml"/><Relationship Id="rId31" Type="http://schemas.openxmlformats.org/officeDocument/2006/relationships/tags" Target="../tags/tag154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22" Type="http://schemas.openxmlformats.org/officeDocument/2006/relationships/tags" Target="../tags/tag145.xml"/><Relationship Id="rId27" Type="http://schemas.openxmlformats.org/officeDocument/2006/relationships/tags" Target="../tags/tag150.xml"/><Relationship Id="rId30" Type="http://schemas.openxmlformats.org/officeDocument/2006/relationships/tags" Target="../tags/tag153.xml"/><Relationship Id="rId8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26" Type="http://schemas.openxmlformats.org/officeDocument/2006/relationships/image" Target="../media/image10.emf"/><Relationship Id="rId3" Type="http://schemas.openxmlformats.org/officeDocument/2006/relationships/tags" Target="../tags/tag157.xml"/><Relationship Id="rId21" Type="http://schemas.openxmlformats.org/officeDocument/2006/relationships/tags" Target="../tags/tag175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5" Type="http://schemas.openxmlformats.org/officeDocument/2006/relationships/oleObject" Target="../embeddings/oleObject22.bin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tags" Target="../tags/tag174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23" Type="http://schemas.openxmlformats.org/officeDocument/2006/relationships/tags" Target="../tags/tag177.xml"/><Relationship Id="rId10" Type="http://schemas.openxmlformats.org/officeDocument/2006/relationships/tags" Target="../tags/tag164.xml"/><Relationship Id="rId19" Type="http://schemas.openxmlformats.org/officeDocument/2006/relationships/tags" Target="../tags/tag173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Relationship Id="rId22" Type="http://schemas.openxmlformats.org/officeDocument/2006/relationships/tags" Target="../tags/tag176.xml"/><Relationship Id="rId27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E2676DE-4EBE-A80E-4D01-C53C1268E71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7491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5" imgH="416" progId="TCLayout.ActiveDocument.1">
                  <p:embed/>
                </p:oleObj>
              </mc:Choice>
              <mc:Fallback>
                <p:oleObj name="think-cell Slide" r:id="rId15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2676DE-4EBE-A80E-4D01-C53C1268E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66FC31C-6566-F516-C938-8A7C9CDD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Market Size, Forecast, &amp; Segmentation</a:t>
            </a:r>
          </a:p>
        </p:txBody>
      </p:sp>
      <p:sp>
        <p:nvSpPr>
          <p:cNvPr id="3" name="ChartTitle">
            <a:extLst>
              <a:ext uri="{FF2B5EF4-FFF2-40B4-BE49-F238E27FC236}">
                <a16:creationId xmlns:a16="http://schemas.microsoft.com/office/drawing/2014/main" id="{02E5646C-BFC5-32F0-BD97-55D78F7FAA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7" y="1209676"/>
            <a:ext cx="2070238" cy="73342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solidFill>
                  <a:schemeClr val="accent2"/>
                </a:solidFill>
              </a:rPr>
              <a:t>CHART TITLE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/>
              <a:t>Units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DB5A-5D10-CBC9-96CB-BF6E468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883C7-9335-E907-2626-2992DA5A4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Sources: XXX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F4126D4-FA62-D5A9-B9B4-B8D3EDE9D2D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0599948"/>
              </p:ext>
            </p:extLst>
          </p:nvPr>
        </p:nvGraphicFramePr>
        <p:xfrm>
          <a:off x="295275" y="1482725"/>
          <a:ext cx="5281613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2A2C8D-9E2B-7310-383F-27147F76ECA9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228725" y="1411288"/>
            <a:ext cx="3411538" cy="18827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E5369F3-732F-9B1B-B843-678C41B6F95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977900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0AFBB95-D45A-4498-B128-CE883543F998}" type="datetime'''''''2''''''''''''0''''''''2''2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3AA2C-8A88-6352-5D89-75E3D53737E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684463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EF91168-C925-410D-9011-B654300BEDB6}" type="datetime'''''''''''''''''''2''''''''''''''0''2''''3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8E341F-3700-0C75-9C75-62AD7D820E2B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4389438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4D8BA5C-216A-4CE2-98C1-478B04951F26}" type="datetime'2''''''''''''''''''''''''''''''02''''''''''''''''''''4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7C8DD2-1684-56A9-7178-7630CBFC25E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297488" y="1889124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083F158-3451-4E6C-B94F-CB1E3B0A1120}" type="datetime'''Se''''''''''''g''''''m''''''en''t'''''' ''''''1''''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98BE59-66D3-BC37-6B86-7B17C5603B4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297488" y="2316162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FCDF0F0-E49A-4E31-8DCA-59C763A86167}" type="datetime'''''''''''''''S''''egm''''''''e''''nt'''''' 2''''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A79E1E-57F4-DC81-2AB3-B9F2DE56535E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297488" y="3916362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46011C17-EB72-4DAE-A01A-B50FEA3208D4}" type="datetime'S''''''e''''g''''''m''''''''''en''''''''''''t'' ''3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DC09A-84DD-2C76-0F68-BD581E947D45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1073150" y="3481387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6F389AB-0196-4FA4-B5F9-652AA2061A54}" type="datetime'''''''22''''''''''''''''''''''''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8CAA7-3E5F-C571-E215-684052237E9F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779713" y="2762249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9C50EAD-C1D3-42C2-AC04-DFE437C336EF}" type="datetime'''''''''''3''''''''''''''''''1''''''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638555-E22C-CF51-90AD-191D501B0EA5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4484688" y="1598612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2A1374B-970D-443E-95A6-DF76CF114178}" type="datetime'''''''4''''''''''''''''6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1654FF1-07F6-D64F-D52E-5ACCC2FCE2B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538413" y="2159000"/>
            <a:ext cx="790575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1A933CE-7A65-4A1B-871F-25EBEA2F7A8D}" type="datetime'''''''''''+''''''''4''7''%'''''''''''''''''''''">
              <a:rPr lang="en-US" altLang="en-US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+47%</a:t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7" name="Notes">
            <a:extLst>
              <a:ext uri="{FF2B5EF4-FFF2-40B4-BE49-F238E27FC236}">
                <a16:creationId xmlns:a16="http://schemas.microsoft.com/office/drawing/2014/main" id="{1498C23A-ED77-3999-08C8-E4676352A1E0}"/>
              </a:ext>
            </a:extLst>
          </p:cNvPr>
          <p:cNvSpPr txBox="1">
            <a:spLocks/>
          </p:cNvSpPr>
          <p:nvPr/>
        </p:nvSpPr>
        <p:spPr>
          <a:xfrm>
            <a:off x="7613650" y="1209673"/>
            <a:ext cx="4193747" cy="4521202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KEY QUESTIONS TO ADDRESS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is the market growing?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What’s driving growth (e.g., market, regulatory, technological, socioeconomic, societal, other trends)?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does market size and growth forecast differ by market segment?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Which are the most attractive segments in terms of size and growth? </a:t>
            </a:r>
          </a:p>
        </p:txBody>
      </p:sp>
    </p:spTree>
    <p:extLst>
      <p:ext uri="{BB962C8B-B14F-4D97-AF65-F5344CB8AC3E}">
        <p14:creationId xmlns:p14="http://schemas.microsoft.com/office/powerpoint/2010/main" val="287410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3824-0568-332F-2317-807031FC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16CB8A0-0742-57AE-298E-3800B3730FE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28043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5" imgH="416" progId="TCLayout.ActiveDocument.1">
                  <p:embed/>
                </p:oleObj>
              </mc:Choice>
              <mc:Fallback>
                <p:oleObj name="think-cell Slide" r:id="rId15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CB8A0-0742-57AE-298E-3800B3730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095342-4A0D-D364-9DE0-11719DB3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Market Size, Forecast, &amp; Segmentation</a:t>
            </a:r>
          </a:p>
        </p:txBody>
      </p:sp>
      <p:sp>
        <p:nvSpPr>
          <p:cNvPr id="3" name="ChartTitle">
            <a:extLst>
              <a:ext uri="{FF2B5EF4-FFF2-40B4-BE49-F238E27FC236}">
                <a16:creationId xmlns:a16="http://schemas.microsoft.com/office/drawing/2014/main" id="{0056348E-95DE-B621-AFC5-3465403895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7" y="1209676"/>
            <a:ext cx="2070238" cy="73342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solidFill>
                  <a:schemeClr val="accent2"/>
                </a:solidFill>
              </a:rPr>
              <a:t>CHART TITLE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/>
              <a:t>Units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77602-54F1-3FB5-477D-29C64E9F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40486-2A9D-307A-062B-DBF439EC31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Sources: XXX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66F17FB-80C9-0F8E-3A7D-D42A3B88FDF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7668013"/>
              </p:ext>
            </p:extLst>
          </p:nvPr>
        </p:nvGraphicFramePr>
        <p:xfrm>
          <a:off x="295275" y="1482725"/>
          <a:ext cx="7065963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A2F41D-2FC5-4E58-2837-536666947CE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527175" y="1433513"/>
            <a:ext cx="4600575" cy="18827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35FA6BF-0240-B752-3EDA-EC60FC3D3DC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276350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0AFBB95-D45A-4498-B128-CE883543F998}" type="datetime'''''''2''''''''''''0''''''''2''2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82BCB-C501-D503-1D95-76BE09FDF35B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576638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EF91168-C925-410D-9011-B654300BEDB6}" type="datetime'''''''''''''''''''2''''''''''''''0''2''''3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F699C-EADA-B6C7-DF27-1A686C637913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876925" y="5456237"/>
            <a:ext cx="501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4D8BA5C-216A-4CE2-98C1-478B04951F26}" type="datetime'2''''''''''''''''''''''''''''''02''''''''''''''''''''4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C87E1B-7942-BC80-831A-2D2B96F08EE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950075" y="1889124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083F158-3451-4E6C-B94F-CB1E3B0A1120}" type="datetime'''Se''''''''''''g''''''m''''''en''t'''''' ''''''1''''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A88A72-06AC-E6D4-B955-60B45FD91FC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950075" y="2316162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FCDF0F0-E49A-4E31-8DCA-59C763A86167}" type="datetime'''''''''''''''S''''egm''''''''e''''nt'''''' 2''''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8F1339-7BA5-E36B-F550-5E0F1C1A473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950075" y="3916362"/>
            <a:ext cx="1044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46011C17-EB72-4DAE-A01A-B50FEA3208D4}" type="datetime'S''''''e''''g''''''m''''''''''en''''''''''''t'' ''3'''''">
              <a:rPr lang="en-US" altLang="en-US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Segment 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243F44-2280-F398-5670-B7B16AE54C41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1371600" y="3481387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6F389AB-0196-4FA4-B5F9-652AA2061A54}" type="datetime'''''''22''''''''''''''''''''''''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791AD-0EDF-A1B5-B33F-848415898C44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3671888" y="2762249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9C50EAD-C1D3-42C2-AC04-DFE437C336EF}" type="datetime'''''''''''3''''''''''''''''''1''''''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45659E-29F2-BCDA-2324-1BA3D5C78A67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972175" y="1598612"/>
            <a:ext cx="3111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2A1374B-970D-443E-95A6-DF76CF114178}" type="datetime'''''''4''''''''''''''''6''''''''''''''''''''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F04D84-0686-A351-D166-31807118560B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432175" y="2181225"/>
            <a:ext cx="790575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1A933CE-7A65-4A1B-871F-25EBEA2F7A8D}" type="datetime'''''''''''+''''''''4''7''%'''''''''''''''''''''">
              <a:rPr lang="en-US" altLang="en-US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+47%</a:t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7" name="Notes">
            <a:extLst>
              <a:ext uri="{FF2B5EF4-FFF2-40B4-BE49-F238E27FC236}">
                <a16:creationId xmlns:a16="http://schemas.microsoft.com/office/drawing/2014/main" id="{BC1AE453-7325-631A-0B2E-4665EC4C407D}"/>
              </a:ext>
            </a:extLst>
          </p:cNvPr>
          <p:cNvSpPr txBox="1">
            <a:spLocks/>
          </p:cNvSpPr>
          <p:nvPr/>
        </p:nvSpPr>
        <p:spPr>
          <a:xfrm>
            <a:off x="8639908" y="1209673"/>
            <a:ext cx="3167489" cy="4521202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KEY QUESTIONS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is market growing?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What’s driving growth?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does market size and growth forecast differ by market segment?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Which are the most attractive segments in terms of size and growth? </a:t>
            </a:r>
          </a:p>
        </p:txBody>
      </p:sp>
    </p:spTree>
    <p:extLst>
      <p:ext uri="{BB962C8B-B14F-4D97-AF65-F5344CB8AC3E}">
        <p14:creationId xmlns:p14="http://schemas.microsoft.com/office/powerpoint/2010/main" val="1129142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65FE-49AC-3E16-CB53-B447C74C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FE0012D-D40D-CF37-6A1E-162D1ECE09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0559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23" imgH="423" progId="TCLayout.ActiveDocument.1">
                  <p:embed/>
                </p:oleObj>
              </mc:Choice>
              <mc:Fallback>
                <p:oleObj name="think-cell Slide" r:id="rId18" imgW="423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E0012D-D40D-CF37-6A1E-162D1ECE0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1F077B-214A-5E22-C358-82EA60A3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Waterfall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A6E25-F607-2862-F952-907A1BC7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D58D1B-E4CD-4092-A64A-067BEFC75A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EC034-4FA5-51FE-3BAC-5FD53FD5F4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211888"/>
            <a:ext cx="10942673" cy="525987"/>
          </a:xfrm>
        </p:spPr>
        <p:txBody>
          <a:bodyPr/>
          <a:lstStyle/>
          <a:p>
            <a:r>
              <a:rPr lang="en-US" baseline="30000"/>
              <a:t>1</a:t>
            </a:r>
            <a:r>
              <a:rPr lang="en-US"/>
              <a:t>Assumes $5/layer with 12 layers total; </a:t>
            </a:r>
            <a:r>
              <a:rPr lang="en-US" baseline="30000"/>
              <a:t>2</a:t>
            </a:r>
            <a:r>
              <a:rPr lang="en-US"/>
              <a:t>Assumes $10/layer with 12 layers total; </a:t>
            </a:r>
            <a:r>
              <a:rPr lang="en-US" baseline="30000"/>
              <a:t>3</a:t>
            </a:r>
            <a:r>
              <a:rPr lang="en-US"/>
              <a:t>Based on Ibiden’s recent operating margins (12.99 – 18.1%, trending up)</a:t>
            </a:r>
          </a:p>
          <a:p>
            <a:r>
              <a:rPr lang="en-US"/>
              <a:t>Source: Newry Interviews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C38D89-591F-EC78-B751-67D2BDBADD6C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217613" y="5106988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4A6D1D-3511-CF98-A54E-B7C358532AC8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290763" y="4465638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9B67D-0F19-4928-E859-EABEAC98EF4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365500" y="3255963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D84332-12BE-EB5A-ADB5-7F000AD9F52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440238" y="2828925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AF4FAA-301C-4240-11C6-D8A21FFC90E0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514975" y="2616200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A81686-7F4D-93F8-09EE-29640B61B93A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588125" y="2117725"/>
            <a:ext cx="476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DDBA3C9-2ACA-0813-D520-BDB9CC3C6033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353349078"/>
              </p:ext>
            </p:extLst>
          </p:nvPr>
        </p:nvGraphicFramePr>
        <p:xfrm>
          <a:off x="298450" y="1684338"/>
          <a:ext cx="7685088" cy="4084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0076369-7633-1999-307A-EFC69C34996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49275" y="5521325"/>
            <a:ext cx="7366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EFEC413-647D-4100-BDDE-A6759DF47DD6}" type="datetime'C''''''''o''''''r''''''e'' ''''''''''L''''am''in''a''t''''e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Core Laminate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DAA5E-24B3-80E9-C5C1-08234DACB99E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487488" y="5521325"/>
            <a:ext cx="10096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B4CCF2-C6A2-4EB2-BBC2-3C7DD9D640CD}" type="datetime'ABF'' ''''''''''B''uild'' Up'' ''''Di''el''e''ct''''ri''''c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ABF Build Up Dielectric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CCCDE4-0E91-8C67-6918-EAA4C28702C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589213" y="5521325"/>
            <a:ext cx="9540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00E0FBA-CE14-4119-B5B4-65184B48608A}" type="datetime'C''''o''''''p''p''''''er'''' M''''et''''''''ali''zat''''ion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Copper Metalization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CE59E-D3C1-81A2-F578-F23AB01C68B0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970338" y="5521325"/>
            <a:ext cx="341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51AB82F-3F89-4723-87EE-F7F7CC2DFEA9}" type="datetime'''''''''''''V''''ia''''''''''''''''''''s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Vias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3DFFD-F2E6-E0B2-0D56-CF0977ECEA3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802188" y="5521325"/>
            <a:ext cx="827088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5D34C9F-B188-40E0-A4DE-7E773C8FC978}" type="datetime'El''e''ct''rica''''l'''' Te''s''t''ing &amp;'''''' In''spection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Electrical Testing &amp; Inspection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F02B3-67C8-1DC6-71AF-1C3979FD8FD7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6024563" y="5521325"/>
            <a:ext cx="5302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4307A3B-5283-41E6-B28E-B5BA8028E828}" type="datetime'''''''''''''M''''''a''''r''''''''''''''''''''''g''''i''''n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Margin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192BF8-98B9-D211-E575-47F5AFBD498A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6986588" y="5521325"/>
            <a:ext cx="7524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3E15F19-F189-4A54-8AFE-E300C001A27D}" type="datetime'''Typica''''l F''i''n''ish''''''e''''d'' ''''Sub''s''tra''te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Typical Finished Substrate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 Placeholder 4">
            <a:extLst>
              <a:ext uri="{FF2B5EF4-FFF2-40B4-BE49-F238E27FC236}">
                <a16:creationId xmlns:a16="http://schemas.microsoft.com/office/drawing/2014/main" id="{A9353633-AF05-A976-682F-0A9C4D2248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38940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SUBSTRATE DYNAMICS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80C837B-3343-F81B-4024-CF481B00C937}"/>
              </a:ext>
            </a:extLst>
          </p:cNvPr>
          <p:cNvSpPr txBox="1"/>
          <p:nvPr/>
        </p:nvSpPr>
        <p:spPr>
          <a:xfrm>
            <a:off x="395235" y="1447665"/>
            <a:ext cx="5366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Substrate Cost Breakdown </a:t>
            </a:r>
            <a:br>
              <a:rPr lang="en-US" sz="1600" dirty="0"/>
            </a:br>
            <a:r>
              <a:rPr lang="en-US" sz="1400" i="1" dirty="0"/>
              <a:t>(Organic / ABF, H100-Class Device)</a:t>
            </a:r>
          </a:p>
          <a:p>
            <a:r>
              <a:rPr lang="en-US" sz="1400" i="1" dirty="0"/>
              <a:t>% per unit for Substrate Manufacturer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204E036-13C3-6BEA-915D-D2A5F664BF5E}"/>
              </a:ext>
            </a:extLst>
          </p:cNvPr>
          <p:cNvSpPr txBox="1">
            <a:spLocks/>
          </p:cNvSpPr>
          <p:nvPr/>
        </p:nvSpPr>
        <p:spPr>
          <a:xfrm>
            <a:off x="8639908" y="1544899"/>
            <a:ext cx="3167489" cy="4185975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KEY QUESTIONS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is market growing?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What’s driving growth?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does market size and growth forecast differ by market segment?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Which are the most attractive segments in terms of size and growth? </a:t>
            </a:r>
          </a:p>
        </p:txBody>
      </p:sp>
    </p:spTree>
    <p:extLst>
      <p:ext uri="{BB962C8B-B14F-4D97-AF65-F5344CB8AC3E}">
        <p14:creationId xmlns:p14="http://schemas.microsoft.com/office/powerpoint/2010/main" val="417541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D1DC0E6-5676-A6DE-9189-69316DE6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3471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23" imgH="423" progId="TCLayout.ActiveDocument.1">
                  <p:embed/>
                </p:oleObj>
              </mc:Choice>
              <mc:Fallback>
                <p:oleObj name="think-cell Slide" r:id="rId67" imgW="423" imgH="42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1DC0E6-5676-A6DE-9189-69316DE6E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1AFD87-8178-7F90-79E3-76744BF4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Market </a:t>
            </a:r>
            <a:r>
              <a:rPr lang="en-US" err="1"/>
              <a:t>Mekko</a:t>
            </a:r>
            <a:r>
              <a:rPr lang="en-US"/>
              <a:t>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8DD19-2529-8CB3-488D-4EBD1066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8D423-C247-9980-E40B-E034AED7F1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*Width = segment share of overall market size; height = share within individual segment; segmentation schemes could consider competitors, customers, product / technology categories, geography, channels, etc.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D7C3BD9-97BE-4EC3-D173-BB72A3334D5F}"/>
              </a:ext>
            </a:extLst>
          </p:cNvPr>
          <p:cNvSpPr txBox="1">
            <a:spLocks/>
          </p:cNvSpPr>
          <p:nvPr/>
        </p:nvSpPr>
        <p:spPr>
          <a:xfrm>
            <a:off x="8177893" y="1519919"/>
            <a:ext cx="3634947" cy="4241799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2"/>
                </a:solidFill>
              </a:rPr>
              <a:t>KEY QUESTIONS TO ADDRESS </a:t>
            </a:r>
          </a:p>
          <a:p>
            <a:pPr>
              <a:spcBef>
                <a:spcPts val="1200"/>
              </a:spcBef>
            </a:pPr>
            <a:r>
              <a:rPr lang="en-US" sz="2000"/>
              <a:t>How large is the market and its segments?</a:t>
            </a:r>
          </a:p>
          <a:p>
            <a:pPr>
              <a:spcBef>
                <a:spcPts val="1200"/>
              </a:spcBef>
            </a:pPr>
            <a:r>
              <a:rPr lang="en-US" sz="2000"/>
              <a:t>How concentrated is it?</a:t>
            </a:r>
          </a:p>
          <a:p>
            <a:pPr>
              <a:spcBef>
                <a:spcPts val="1200"/>
              </a:spcBef>
            </a:pPr>
            <a:r>
              <a:rPr lang="en-US" sz="2000"/>
              <a:t>What segments are largest?</a:t>
            </a:r>
          </a:p>
          <a:p>
            <a:pPr>
              <a:spcBef>
                <a:spcPts val="1200"/>
              </a:spcBef>
            </a:pPr>
            <a:r>
              <a:rPr lang="en-US" sz="2000"/>
              <a:t>Where do competitors have the greatest share?</a:t>
            </a:r>
          </a:p>
          <a:p>
            <a:pPr>
              <a:spcBef>
                <a:spcPts val="1200"/>
              </a:spcBef>
            </a:pPr>
            <a:r>
              <a:rPr lang="en-US" sz="2000"/>
              <a:t>In what segments could the client seek to gain share? Where is there opportunity to consolidate players?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EEBA8E6-0B91-B9E2-B03B-45B18A0A58E7}"/>
              </a:ext>
            </a:extLst>
          </p:cNvPr>
          <p:cNvSpPr txBox="1">
            <a:spLocks/>
          </p:cNvSpPr>
          <p:nvPr/>
        </p:nvSpPr>
        <p:spPr>
          <a:xfrm>
            <a:off x="381594" y="1211743"/>
            <a:ext cx="3570514" cy="460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2"/>
                </a:solidFill>
              </a:rPr>
              <a:t>TITLE*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E5FA1E3-9209-A8B4-C273-B2B988E33541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6751639" y="4673600"/>
            <a:ext cx="835025" cy="709613"/>
          </a:xfrm>
          <a:prstGeom prst="rect">
            <a:avLst/>
          </a:prstGeom>
          <a:solidFill>
            <a:schemeClr val="accent5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A18C061-A0F9-787A-E95E-40243D555BE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751639" y="3963988"/>
            <a:ext cx="835025" cy="709613"/>
          </a:xfrm>
          <a:prstGeom prst="rect">
            <a:avLst/>
          </a:prstGeom>
          <a:solidFill>
            <a:schemeClr val="accent4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EEADFA1-5D64-F22D-D1CE-34183C76B13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751639" y="3255963"/>
            <a:ext cx="835025" cy="708025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2E3AE16-CC62-A014-0D57-2D10B46CA49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751639" y="2546350"/>
            <a:ext cx="835025" cy="709613"/>
          </a:xfrm>
          <a:prstGeom prst="rect">
            <a:avLst/>
          </a:prstGeom>
          <a:solidFill>
            <a:schemeClr val="accent2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A5AE373-B6B2-329B-583A-5C7C50ACA2F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751639" y="1836738"/>
            <a:ext cx="835025" cy="709613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9CCB266-A653-520C-C0B8-4D35FE60583E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359400" y="5029200"/>
            <a:ext cx="1392238" cy="354013"/>
          </a:xfrm>
          <a:prstGeom prst="rect">
            <a:avLst/>
          </a:prstGeom>
          <a:solidFill>
            <a:schemeClr val="accent5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3803670-FFBB-C4E1-CFAF-9BEAC5ADEC6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359400" y="3255963"/>
            <a:ext cx="1392238" cy="1773238"/>
          </a:xfrm>
          <a:prstGeom prst="rect">
            <a:avLst/>
          </a:prstGeom>
          <a:solidFill>
            <a:schemeClr val="accent4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999A8D-6922-02FB-90A8-3EA7D11C9AE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359400" y="2830513"/>
            <a:ext cx="1392238" cy="425450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4806B5-F53E-7F0E-8BA3-04075E8DDFC1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5359400" y="2546350"/>
            <a:ext cx="1392238" cy="284163"/>
          </a:xfrm>
          <a:prstGeom prst="rect">
            <a:avLst/>
          </a:prstGeom>
          <a:solidFill>
            <a:schemeClr val="accent2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8A2617-0FD5-8D1C-DA46-9BB37C9FBFA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359400" y="1836738"/>
            <a:ext cx="1392238" cy="709613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02F6640-E637-F9CE-90F2-042EA072795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411539" y="2474913"/>
            <a:ext cx="1947863" cy="2908300"/>
          </a:xfrm>
          <a:prstGeom prst="rect">
            <a:avLst/>
          </a:prstGeom>
          <a:solidFill>
            <a:schemeClr val="accent5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AAB982-6FFF-8CB1-F7EC-78B20E15ABA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411539" y="2297112"/>
            <a:ext cx="1947863" cy="177800"/>
          </a:xfrm>
          <a:prstGeom prst="rect">
            <a:avLst/>
          </a:prstGeom>
          <a:solidFill>
            <a:schemeClr val="accent4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69D1BF-17E2-CFE5-7EB8-312658E3D41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3411539" y="1836738"/>
            <a:ext cx="1947863" cy="460375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31C00B-5904-A01D-4C55-DA5A036C68FE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184275" y="3432174"/>
            <a:ext cx="2227263" cy="1951038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728207-D27F-8275-29A0-F4628EBE5477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1184275" y="2509838"/>
            <a:ext cx="2227263" cy="922338"/>
          </a:xfrm>
          <a:prstGeom prst="rect">
            <a:avLst/>
          </a:prstGeom>
          <a:solidFill>
            <a:schemeClr val="accent2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22362-E500-BAAA-ADD7-C5D62CFB0A4F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1184275" y="1836737"/>
            <a:ext cx="2227263" cy="673100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6FD7F7A-7666-6CE7-76F6-3BCC26031DC2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auto">
          <a:xfrm>
            <a:off x="1116013" y="183673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236F2E1-F5B8-7B25-5AF1-B5EF4AAADC6F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auto">
          <a:xfrm>
            <a:off x="1116013" y="21907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0C05896-3EC3-D95B-8112-F367A16F1395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auto">
          <a:xfrm>
            <a:off x="1116013" y="25463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B7E3241-AEFA-DCB1-52C7-646E3E8A2D02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auto">
          <a:xfrm>
            <a:off x="1116013" y="290036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E00DE13-5D6D-1701-ED66-943E065F9C17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>
            <a:off x="1116013" y="325596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BD646E-C9E0-85D1-9025-56F24EDF027A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auto">
          <a:xfrm>
            <a:off x="1116013" y="3609975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E708128-9742-BCB6-0D7A-64112196B65B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>
            <a:off x="1116013" y="431958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B275E4-AE8C-01AE-2BF6-65BE9EAF5535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1179514" y="5383213"/>
            <a:ext cx="641191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F3B1F2-B2DE-AA5C-E8B4-EA4B9B5B657B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1116013" y="46736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8E664BB-C4D9-3FBA-DF34-0584032DCF8A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1116013" y="50292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25FA6D3-26B5-A646-4C50-595F67D0E5BA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 bwMode="auto">
          <a:xfrm>
            <a:off x="1116013" y="53832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B7F7700-7269-999E-BEEF-4F50FE1446D8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1184275" y="1831974"/>
            <a:ext cx="0" cy="35560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6D0A850-58AC-CDD0-4312-AC525412F321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 bwMode="auto">
          <a:xfrm>
            <a:off x="1116013" y="396398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5025A48-3386-EBE0-3AC3-DD66D388F173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487363" y="1714500"/>
            <a:ext cx="492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377D803E-EB0F-493C-A978-1B48C70110E3}" type="datetime'1''''''''''''''''''''''''''''''''00''''%''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45F8703-145A-984A-66B9-CB02E4F0B108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595313" y="4906963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4054170B-9777-4421-95E8-2E0CCDED0F14}" type="datetime'''''''''''1''''''''''''''''''''0''''''''''%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4C8F852-41D7-64C7-62B5-C066E1E8712C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703263" y="5260975"/>
            <a:ext cx="2762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9FE60337-26A6-4E40-8858-B0090B96B336}" type="datetime'''''''''''''''0''''%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82F59D4-6FF8-1FF1-FB55-C5D4A746AB09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595313" y="4551363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D6F00949-15A4-4690-AA56-0A74559F7B1C}" type="datetime'''''''''''''''''2''0''''''''''%''''''''''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1FD53C-D6C7-9AE8-2514-2BE97474266F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595313" y="4197350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F4EA9DC9-98B9-491C-9A3B-78AEA7DB2FA8}" type="datetime'3''''''''''''''0''''''''''''''%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2EC6D60-49D6-8459-0BD4-8C643DCADBE5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595313" y="3841750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1394E019-81EC-4BEB-AE73-23CBE742BE8E}" type="datetime'''''''''4''''''''''''''''''''0''''''''''''''''''''''''''%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43DB0A0-20E7-491C-83AE-DFC23052B5D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95313" y="3487738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D8A27C69-9F02-4167-95D7-C3629DAC7942}" type="datetime'''''''''''''''''''''''5''''''''''''0''''''''''''''''%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E9236C2-C81A-285F-2BA7-2A24986CB8D1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595313" y="3133725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9A8A2DAC-DFC3-4647-905C-4DE33AE352BD}" type="datetime'''''''''6''0''''%''''''''''''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60%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64A1073-6428-5C87-C6DA-8DCBA5B6A87D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595313" y="2778125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3260E6D1-146A-4256-9B18-A6D595C555CF}" type="datetime'''''''''''''''''7''''''0''''%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CB3FB3A-B94A-4AD1-EAC1-135DD70D7ACD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95313" y="2424113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FB9BC4F6-2E37-47D8-96F9-7E09D5683829}" type="datetime'''''''''''''''''''''''''''''''''''''''8''0''%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F3EA33B-21D3-DCD1-3BBB-D28510F8268B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95313" y="2068513"/>
            <a:ext cx="384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CDF0FA65-89C0-48D5-98E6-2179497C398F}" type="datetime'''''''''''''''''''''''''''''''''9''0''''%'''''''''''">
              <a:rPr lang="en-US" altLang="en-US" sz="1600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90%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FF7732-E770-55E4-5EE7-FF0AE160D57D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922463" y="2051050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1B0CEFA-E5BD-4621-A008-2675A55BD6E4}" type="datetime'Ser''''''''i''''''''''e''''s'''' ''''''''''''''''''''1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DFA97E-52B3-CF5E-1FA8-50B98DAAEE16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1922463" y="2847975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ACC351E-2F95-44E8-B47B-E58B43941CEA}" type="datetime'''S''e''r''''''''''''''''''''ie''''''''''s ''''''''2''''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3148E0-ADB5-CF23-4DFC-992C834FFA11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1922463" y="4284663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F7A8173-5D29-4C0E-835D-3F2712FF627B}" type="datetime'''''''S''''e''''''''''r''i''e''''''''''''''s'' ''''''''3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687FC1-D46B-6890-E322-DBEFEB669F38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926263" y="5451475"/>
            <a:ext cx="485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2D16683-E378-44A4-B4F8-62CB9DE1E42E}" type="datetime'''''''''''''L''a''''b''''''''''''''e''''l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8B87834-1928-6BAE-D59D-9869F9E3F99F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6794500" y="2778125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F4DDEC5-8287-4259-86D4-0A9C666EDA5F}" type="datetime'''S''e''r''''''''''''''''''''ie''''''''''s ''''''''2''''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8EB4D47-F9DD-8B12-6FE5-D1AF1EB683A0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6794500" y="2068513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EBD8583-69A1-44B8-8093-F226870F1145}" type="datetime'Ser''''''''i''''''''''e''''s'''' ''''''''''''''''''''1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8D1D119-2798-2D82-A19F-346706E38F5E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6794500" y="3487738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17E531C-C08A-4DDB-B002-EEB0C3464B77}" type="datetime'''''''S''''e''''''''''r''i''e''''''''''''''s'' ''''''''3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5B9E9B-7F51-1207-EBC6-1D5FE654FD36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5680075" y="5083175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9E7BC7F-88F9-41D2-AE83-11B2BD062E9B}" type="datetime'''''''Se''r''''''''''''''''''''i''''''''e''s'''''''' 5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5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E24B1E-B024-6360-8B92-8D8D9BB7D531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6794500" y="4195763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2143110-9BB4-41EB-A858-736D0EBC1BA5}" type="datetime'''''''''''''''''''''''''S''e''r''''''''''''''i''''''es'' ''4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4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EF3B4A8-CF94-1793-EA7A-4D9AB9F06FD7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6978650" y="15668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ACA2693-7C85-4BD4-9BF0-EE678D47E21B}" type="datetime'''''''''''1''5''''''''''''''''''0''''''''''''''''''''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150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F79D06E-3173-3279-E0A6-102A02345472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5680075" y="4019550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BA3FCB9-6F3E-4FD4-B1F4-784AFC18BAF0}" type="datetime'''''''''''''''''''''''''S''e''r''''''''''''''i''''''es'' ''4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4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AD92636-5B26-728B-A18C-468266BD1337}"/>
              </a:ext>
            </a:extLst>
          </p:cNvPr>
          <p:cNvSpPr/>
          <p:nvPr>
            <p:custDataLst>
              <p:tags r:id="rId53"/>
            </p:custDataLst>
          </p:nvPr>
        </p:nvSpPr>
        <p:spPr bwMode="gray">
          <a:xfrm>
            <a:off x="4010025" y="2263775"/>
            <a:ext cx="749300" cy="2444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7133D5B-ECEA-4F3D-B334-AC5B97CCA978}" type="datetime'''''''''''''''''''''''''S''e''r''''''''''''''i''''''es'' ''4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4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115520-78C6-6315-F437-552B3C8BC6FA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010025" y="3806825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43B70A7-DE08-4A9C-8E0D-69EADA297A8F}" type="datetime'''''''Se''r''''''''''''''''''''i''''''''e''s'''''''' 5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5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A2A8C2-B2F4-1B25-8A42-95FA94B22A81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5811838" y="5451475"/>
            <a:ext cx="485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5BA3359-C90D-4350-94B8-84B53656359A}" type="datetime'''''''''''''''L''''a''b''''''''''''''e''''''''''''''l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FC240D-CF30-1882-F54A-F62BAB7F3F6A}"/>
              </a:ext>
            </a:extLst>
          </p:cNvPr>
          <p:cNvSpPr/>
          <p:nvPr>
            <p:custDataLst>
              <p:tags r:id="rId56"/>
            </p:custDataLst>
          </p:nvPr>
        </p:nvSpPr>
        <p:spPr bwMode="gray">
          <a:xfrm>
            <a:off x="5864225" y="15668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A88FA96-2BF2-4F3A-B93A-54BF1849F0A6}" type="datetime'''2''''''''''''5''''''''''''''''0''''''''''''''''''''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250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755B6D-4AA4-CD87-684A-BA7C2D3EA669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054225" y="5451475"/>
            <a:ext cx="485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C9BCC4A-074D-4170-8B5B-8E2D11781E09}" type="datetime'L''''''ab''''e''''''''''''''l''''''''''''''''''''''''''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6D3339-632C-8252-4410-AF37C06DF767}"/>
              </a:ext>
            </a:extLst>
          </p:cNvPr>
          <p:cNvSpPr/>
          <p:nvPr>
            <p:custDataLst>
              <p:tags r:id="rId58"/>
            </p:custDataLst>
          </p:nvPr>
        </p:nvSpPr>
        <p:spPr bwMode="gray">
          <a:xfrm>
            <a:off x="5680075" y="2921000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5EBDFAF-5A09-4406-852F-4D3BCCFB8551}" type="datetime'''''''S''''e''''''''''r''i''e''''''''''''''s'' ''''''''3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A652EA-AC18-005A-B553-5E8AD8734C2D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5680075" y="2565400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46EE6DD-1593-4B24-97B3-1C8A55F5CE96}" type="datetime'''S''e''r''''''''''''''''''''ie''''''''''s ''''''''2''''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35EC99-6588-D2F2-0BCE-E1AD4DA4BA20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5680075" y="2068513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2F4C320-82F1-490E-A6BC-37AEB96EFA03}" type="datetime'Ser''''''''i''''''''''e''''s'''' ''''''''''''''''''''1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89D700-CAE0-ABC8-CC9C-5D3462FE9E35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4194175" y="15668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9628650-D976-4FAB-9A23-037F8074992E}" type="datetime'''''''3''''''''''''''''''''''''''''''''''''5''0''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350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71CD50-32F1-2272-3DF7-559DB7B92AE0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010025" y="1944688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1C6906F-16F8-4B2B-8A9F-1E8C3A8396CE}" type="datetime'Ser''''''''i''''''''''e''''s'''' ''''''''''''''''''''1'''''">
              <a:rPr lang="en-US" altLang="en-US" sz="1600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3716E5-D43B-E130-12A4-56F468BB63C2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4141788" y="5451475"/>
            <a:ext cx="485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EC488D4-D27B-4462-BF6D-C2DD3D27DDB2}" type="datetime'''''''''L''a''''''''''''''b''''''e''''''''''''''''''''''''''l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6F5D7C-A17A-D4C9-968A-89F87F930AAC}"/>
              </a:ext>
            </a:extLst>
          </p:cNvPr>
          <p:cNvSpPr/>
          <p:nvPr>
            <p:custDataLst>
              <p:tags r:id="rId64"/>
            </p:custDataLst>
          </p:nvPr>
        </p:nvSpPr>
        <p:spPr bwMode="gray">
          <a:xfrm>
            <a:off x="2106613" y="156686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4DD432F-4BF4-46C3-85BC-212A33AA8A05}" type="datetime'40''0''''''''''''''''''''''''''''''''''''''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400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FCD566-72D9-698B-D318-E657E6DAAD6C}"/>
              </a:ext>
            </a:extLst>
          </p:cNvPr>
          <p:cNvSpPr/>
          <p:nvPr>
            <p:custDataLst>
              <p:tags r:id="rId65"/>
            </p:custDataLst>
          </p:nvPr>
        </p:nvSpPr>
        <p:spPr bwMode="gray">
          <a:xfrm>
            <a:off x="6794500" y="4905375"/>
            <a:ext cx="7493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0ACD35D-4354-4E1B-9432-3290708D9AB3}" type="datetime'''''''Se''r''''''''''''''''''''i''''''''e''s'''''''' 5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Series 5</a:t>
            </a:fld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79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B63BA29-5BB8-C7B4-E9E7-6712A3AA2B1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684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423" imgH="423" progId="TCLayout.ActiveDocument.1">
                  <p:embed/>
                </p:oleObj>
              </mc:Choice>
              <mc:Fallback>
                <p:oleObj name="think-cell Slide" r:id="rId33" imgW="423" imgH="42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63BA29-5BB8-C7B4-E9E7-6712A3AA2B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F055F62-9487-58CC-8770-8A7604D4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Profit Pool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BB757-3265-7342-F592-6F9A15B8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1B6AE-1912-B615-8D58-D3BC4CA54A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*Numbers above bars show total EBITDA dollars by segment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3117CE2-2259-F441-28D3-DC10B568A9BB}"/>
              </a:ext>
            </a:extLst>
          </p:cNvPr>
          <p:cNvSpPr txBox="1">
            <a:spLocks/>
          </p:cNvSpPr>
          <p:nvPr/>
        </p:nvSpPr>
        <p:spPr>
          <a:xfrm>
            <a:off x="6902450" y="1473891"/>
            <a:ext cx="4908550" cy="3701811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KEY QUESTIONS TO ADDRESS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How do segments of the supply chain (or competitors) vary in margin and sales?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What value chain segments account for the majority of the profit in an industry?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Should our client consider forward / backward integration?</a:t>
            </a:r>
          </a:p>
          <a:p>
            <a:pPr>
              <a:spcBef>
                <a:spcPts val="1200"/>
              </a:spcBef>
            </a:pPr>
            <a:endParaRPr lang="en-US" sz="2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36633A-6930-CD02-52DC-D74C8854F05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265738" y="2917825"/>
            <a:ext cx="528638" cy="1905000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19D653-5E95-96A0-8EC6-CADBA4AFBCB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384675" y="1965325"/>
            <a:ext cx="881063" cy="2857500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73676B-83A4-40D6-2A56-F8382B245E7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151188" y="3394075"/>
            <a:ext cx="1233488" cy="1428750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EE269D-C4D8-8341-7D02-38C7262838F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741488" y="2441575"/>
            <a:ext cx="1409700" cy="2381250"/>
          </a:xfrm>
          <a:prstGeom prst="rect">
            <a:avLst/>
          </a:prstGeom>
          <a:solidFill>
            <a:schemeClr val="accent1"/>
          </a:solidFill>
          <a:ln w="9525" cmpd="sng" algn="ctr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57D4E0-E99D-B3C1-9B87-79B53D482F05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736725" y="4822825"/>
            <a:ext cx="406241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80E0BCB-FDB6-C895-7563-E0AED827E773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1741488" y="1960563"/>
            <a:ext cx="0" cy="28670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DD25748-2F58-908C-D592-82771182AB98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1665288" y="482282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31B905-014D-D895-B2C8-E7D53CE6F70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1665288" y="434657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D703CC0-E56F-7FCD-6E74-E69CCA44076A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1665288" y="387032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C734315-82DF-361C-61EF-BA986AAECC2A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>
            <a:off x="1665288" y="339407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2320185-3946-E746-7C50-71C3D2B8A8A7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665288" y="291782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78C1D8-5442-6525-7689-55F6BE6AE9CF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>
            <a:off x="1665288" y="244157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7C97491-8635-F2F5-C1B7-071CFDD4DBC3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>
            <a:off x="1665288" y="1965325"/>
            <a:ext cx="76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B38ECAB-812C-52E3-9F8E-8947B5076761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1201738" y="4686299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5261DE6C-040C-4759-9AEC-707EE2E15EDA}" type="datetime'''0%''''''''''''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2D4424E-EEB6-B49D-E58D-C3510B6AEBC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1201738" y="4210049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934C1F41-7577-4432-B16F-7ABDB4919967}" type="datetime'''''''5''''''''''''''''''''''''''%''''''''''''''''''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41DBDB5-E9C9-C10D-49F7-7F940859917E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1079500" y="3733799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225B0043-40E7-4557-B103-129305CE2B68}" type="datetime'''1''''''''''0''''''''''''''''''''''''%''''''''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8517DC8-9F89-DEB0-8C05-40372D48799B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1079500" y="3257549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42ECF101-10ED-4CF4-85F1-B8B506D9DCAE}" type="datetime'''''1''''''''''''''''''''''''5''''''%''''''''''''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15%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E6719F8-C329-1878-1673-FE045BE1BFA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1079500" y="2781299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11E8D339-56A6-42BD-8B1E-064CB6443C16}" type="datetime'''2''''''''''''''''''''0''''''''''%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20%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A41B847-A755-30A4-B4C1-4D2854387E09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1079500" y="2305049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3992440D-0FAD-45F8-883A-72D9AA63E5DD}" type="datetime'''''''''''''''2''''''5%''''''''''''''''''''''''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25%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2E4D6C-AC3B-24A5-A84F-13A7E564DDAB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1079500" y="1828799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5F7A4501-6949-4EA8-92B3-5F73B9ADF87D}" type="datetime'''''''''''''''''''''''''''''''''''''''30''''%'''''">
              <a:rPr lang="en-US" altLang="en-US" smtClean="0">
                <a:solidFill>
                  <a:schemeClr val="tx1"/>
                </a:solidFill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30%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F00CAF-F53F-5F40-3079-1EEB11E258D3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149475" y="4899024"/>
            <a:ext cx="5937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A1A5FA5-5B90-4DFB-85BE-50185A0D0668}" type="datetime'''''''''''L''''''''''''''''''''a''''b''e''''l'''''''''' ''''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 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E37178-9A1F-F506-B4E1-F2CB168A5E64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494088" y="4899024"/>
            <a:ext cx="547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D930D39-E9E7-4326-AE5A-070B960E8C5D}" type="datetime'La''''''''b''''''''''''''''''''''''''''''''''''''''''el''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A4ADD-1D46-27E7-220C-5848E3F28AF4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551363" y="4899024"/>
            <a:ext cx="547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0F8EA3A-5FAE-4510-8CED-FF43568C5F9F}" type="datetime'''''L''''ab''''''''''e''''''''''''''''''''''''''l'">
              <a:rPr lang="en-US" altLang="en-US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BF139B-73D7-0749-8824-0B519FC75CD9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5256213" y="4899024"/>
            <a:ext cx="547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E662B4C-8F22-417B-BA58-F6C380F0102C}" type="datetime'''''L''a''''''b''''''''''''''''''''''e''l''''''''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CD2E46-E595-A1A4-1E96-A6722F4665F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2230438" y="2141537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84294A4-6E85-44BA-81DE-2BB2FBE8938F}" type="datetime'''''''''1''''''''''''''0''''''''''''''''''''''''''''''0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100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3E9DA8-811E-1D63-1C14-F79FD216748E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3611563" y="3094037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E5A2C36-57F8-4741-AA06-683F815032BB}" type="datetime'''''''''''''''5''''''''''''''3''''''''''''''''''''''''''''''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26047A-3F56-6543-4380-0807570BBF34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4668838" y="1665287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7B5297A-C410-458D-B625-B2D0F10D8E21}" type="datetime'''''''''''''7''5''''''''''''''''''''''''''''''''''''''''''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278BF6-9FC7-A3C4-6427-443324EB9983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5373688" y="2617787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3338" tIns="0" rIns="33338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EAB5CF7-A48F-438D-A1E2-0098C3DF79B8}" type="datetime'3''''''''''''''''''''''''''''''''''''0'''''">
              <a:rPr lang="en-US" altLang="en-US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0EC5552-C87C-BC85-38BE-B0756E805533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622300" y="2149475"/>
            <a:ext cx="274638" cy="249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lIns="0" tIns="0" rIns="0" bIns="0" rtlCol="0" anchor="b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effectLst/>
              </a:rPr>
              <a:t>Average EBITDA Margin %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B744B78-E4C3-CC00-BDCE-122059513C90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2301875" y="5356224"/>
            <a:ext cx="2930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effectLst/>
              </a:rPr>
              <a:t>Share of Industry Revenue (%)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Text Placeholder 3">
            <a:extLst>
              <a:ext uri="{FF2B5EF4-FFF2-40B4-BE49-F238E27FC236}">
                <a16:creationId xmlns:a16="http://schemas.microsoft.com/office/drawing/2014/main" id="{788EF085-B233-3889-9A38-2BD37C4035EB}"/>
              </a:ext>
            </a:extLst>
          </p:cNvPr>
          <p:cNvSpPr txBox="1">
            <a:spLocks/>
          </p:cNvSpPr>
          <p:nvPr/>
        </p:nvSpPr>
        <p:spPr>
          <a:xfrm>
            <a:off x="381594" y="1211743"/>
            <a:ext cx="3570514" cy="460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2"/>
                </a:solidFill>
              </a:rPr>
              <a:t>INDUSTRY PROFIT POOL*</a:t>
            </a:r>
          </a:p>
        </p:txBody>
      </p:sp>
    </p:spTree>
    <p:extLst>
      <p:ext uri="{BB962C8B-B14F-4D97-AF65-F5344CB8AC3E}">
        <p14:creationId xmlns:p14="http://schemas.microsoft.com/office/powerpoint/2010/main" val="268981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995995-06CC-CF48-A78D-9263EDF6C8C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6251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23" imgH="423" progId="TCLayout.ActiveDocument.1">
                  <p:embed/>
                </p:oleObj>
              </mc:Choice>
              <mc:Fallback>
                <p:oleObj name="think-cell Slide" r:id="rId25" imgW="423" imgH="42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995995-06CC-CF48-A78D-9263EDF6C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127A356-0BD2-0B94-F6D8-2AEEB7BD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Target Market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43A7E-789F-DB2E-0821-CCB92A96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92793-0A1C-FFD6-A87E-D20D6D1979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51CFB4F-EAA1-0693-802A-A2F51E72C6DB}"/>
              </a:ext>
            </a:extLst>
          </p:cNvPr>
          <p:cNvSpPr txBox="1">
            <a:spLocks/>
          </p:cNvSpPr>
          <p:nvPr/>
        </p:nvSpPr>
        <p:spPr>
          <a:xfrm>
            <a:off x="6890995" y="1136650"/>
            <a:ext cx="4905770" cy="4835057"/>
          </a:xfrm>
          <a:prstGeom prst="rect">
            <a:avLst/>
          </a:prstGeom>
          <a:solidFill>
            <a:srgbClr val="DBE7F5">
              <a:alpha val="80000"/>
            </a:srgbClr>
          </a:solidFill>
        </p:spPr>
        <p:txBody>
          <a:bodyPr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2"/>
                </a:solidFill>
              </a:rPr>
              <a:t>KEY QUESTIONS TO ADDRESS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/>
              <a:t>Which market segments are most attractive for the client, considering:</a:t>
            </a:r>
          </a:p>
          <a:p>
            <a:pPr>
              <a:spcBef>
                <a:spcPts val="1200"/>
              </a:spcBef>
            </a:pPr>
            <a:r>
              <a:rPr lang="en-US" sz="2000"/>
              <a:t>Product-market fit / strength of value proposition</a:t>
            </a:r>
          </a:p>
          <a:p>
            <a:pPr>
              <a:spcBef>
                <a:spcPts val="1200"/>
              </a:spcBef>
            </a:pPr>
            <a:r>
              <a:rPr lang="en-US" sz="2000"/>
              <a:t>Market size – revenue and profit </a:t>
            </a:r>
          </a:p>
          <a:p>
            <a:pPr>
              <a:spcBef>
                <a:spcPts val="1200"/>
              </a:spcBef>
            </a:pPr>
            <a:r>
              <a:rPr lang="en-US" sz="2000"/>
              <a:t>Market growth rate</a:t>
            </a:r>
          </a:p>
          <a:p>
            <a:pPr>
              <a:spcBef>
                <a:spcPts val="1200"/>
              </a:spcBef>
            </a:pPr>
            <a:r>
              <a:rPr lang="en-US" sz="2000"/>
              <a:t>Ease of entry / time to market – What product offering refinements are needed to serve this segment? Do we have market access? What are the qualification requirements and timelines?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F03528A-2C3E-5199-96B1-8B5B95B446C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7174184"/>
              </p:ext>
            </p:extLst>
          </p:nvPr>
        </p:nvGraphicFramePr>
        <p:xfrm>
          <a:off x="827088" y="1136650"/>
          <a:ext cx="5953125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C85EA31B-8567-36C9-8213-B199170B631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887788" y="1371601"/>
            <a:ext cx="0" cy="31670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98A07DF-59A3-565C-E2BC-0769EA10B22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276350" y="2955925"/>
            <a:ext cx="52228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17341515-A29C-1BC7-9C3B-8FFD94A0E105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5168900" y="2624138"/>
            <a:ext cx="146050" cy="79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FA2A4A6-5831-FE6D-BE69-2F4C39DD336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205163" y="5075239"/>
            <a:ext cx="13652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effectLst/>
              </a:rPr>
              <a:t>Time to Market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97B8DA-DF12-8316-58BE-ABD4FFC0F1F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57213" y="1870075"/>
            <a:ext cx="244475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tx1"/>
                </a:solidFill>
                <a:effectLst/>
              </a:rPr>
              <a:t>Fit with Client / 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E07999-8A9F-8C56-4B77-09D718413534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593850" y="4076700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A103786-CAF1-430B-B489-6F02264BC855}" type="datetime'L''a''''''''''''b''''''''''''''''''''''''e''''l'''''''''">
              <a:rPr lang="en-US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bg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ADB433-6F38-280A-D2D9-560016AEBA2B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833813" y="2428875"/>
            <a:ext cx="409575" cy="1651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3AE6DB9-644F-4BDB-BF92-86EDF3B4E601}" type="datetime'''L''''''''''''a''b''''''''''''''''''''''''''''e''''''l'''">
              <a:rPr lang="en-US" altLang="en-US" sz="1200" smtClean="0">
                <a:solidFill>
                  <a:schemeClr val="tx1"/>
                </a:solidFill>
                <a:effectLst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D9954-6548-2642-EFF7-F8D2143A838C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2847975" y="3695700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6DDE3C4-82F9-4BBF-AF64-AE5DE9A424DC}" type="datetime'''''''Lab''''''''''e''''''l'''">
              <a:rPr lang="en-US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B3DA0EC-417E-2F95-6B92-AA7A65B3544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4624388" y="3189288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CC4B796-A5B6-4A49-97D8-1C33724D0F9C}" type="datetime'L''''''''''''a''b''''''''''''''''''''''''''e''''l''''''''''''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4D04671-CCD5-0572-E8FF-06FFDCE39688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749925" y="2555875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635D654-638F-45CC-A563-783CD704051B}" type="datetime'''''''L''''''ab''''''''''''''''''e''''''''''''''''''''''''l''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0CAC6AA4-A0C0-F512-94F2-4EDA5A1E455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5772150" y="4060825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A0D6674-F9B5-45A7-9242-24087D0B9625}" type="datetime'''''''''''''''''''''''L''''''a''''''''b''''''e''l''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DB803CE2-70B5-DE7C-24A6-7B9143B7FCB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116138" y="1606550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57A8072-202F-4923-9EC3-630D7F0136D5}" type="datetime'''La''''''''be''''''''''l'''''''''''''''''''''''''''''''''''''">
              <a:rPr lang="en-US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4B8D93DF-D204-5D99-755F-D2AE9499B6E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533650" y="2998788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3B46090-92CE-4F66-A871-36BC2EA3894E}" type="datetime'''''''''''''''L''''''a''b''''''e''''''''l'''''''''''''">
              <a:rPr lang="en-US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A09C994-E404-4775-4A04-A4D95DC3F9FB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5146675" y="1858963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DED10C5-33F2-414D-9027-A24058EFD284}" type="datetime'''''''''''''''''''''''L''''''''''''''''a''''b''''e''''l''''''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115B2187-C971-52D9-F4E9-29B79CACAB3B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4759325" y="2532063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5B7880C-C7D4-4EB3-9155-B77E4BD0E783}" type="datetime'L''''''''a''''''''''''''''b''''''''''''''e''''l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C86EBBA9-72A5-2102-F76A-04FF8A5DA67D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772150" y="2287588"/>
            <a:ext cx="409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CA7BA1-B370-41EC-89A8-C0FAD872639B}" type="datetime'''''''''''L''''''a''''''''b''''e''''l'''''''''''''''''">
              <a:rPr lang="en-US" altLang="en-US" sz="12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Label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566A24A4-34B3-A0AA-0464-7BB2967FF12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490663" y="5559425"/>
            <a:ext cx="215900" cy="2159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AE7F994F-1682-2649-8639-098B19EAC9E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2540000" y="5559425"/>
            <a:ext cx="215900" cy="2159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F493C97-584A-B6E6-F2E8-683601A1B75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792288" y="5554663"/>
            <a:ext cx="6111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/>
                </a:solidFill>
                <a:effectLst/>
              </a:rPr>
              <a:t>Pursue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1953BFE-3366-A5AC-FF00-63D241438AF2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841625" y="5554663"/>
            <a:ext cx="7080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/>
                </a:solidFill>
              </a:rPr>
              <a:t>Pipeline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55ACC9AA-E401-BCF4-A0AE-8EC406BCB508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22338" y="5561013"/>
            <a:ext cx="5299353" cy="3937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KEY:</a:t>
            </a:r>
            <a:r>
              <a:rPr lang="en-US" sz="1600">
                <a:solidFill>
                  <a:schemeClr val="tx1"/>
                </a:solidFill>
              </a:rPr>
              <a:t>			   Bubble Size = Market Size</a:t>
            </a:r>
          </a:p>
        </p:txBody>
      </p:sp>
    </p:spTree>
    <p:extLst>
      <p:ext uri="{BB962C8B-B14F-4D97-AF65-F5344CB8AC3E}">
        <p14:creationId xmlns:p14="http://schemas.microsoft.com/office/powerpoint/2010/main" val="32447121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UNT-HP-EHYK9B" val="CwAAAA=="/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5C&quot; g=&quot;69&quot; b=&quot;1F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CfNdu8vDT7_W9p9ONoS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72WjwEvbilZPFbG7sbf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3pzJayJ5uQ0r3nANV0b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cMpt.L.Rcp0s61YLtmW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v8u.EgYkMAXMyvbZZim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Loqd9BNoDbn63LKh_2D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8.QoQ_pfCStxuZF3j.i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yey7PgORfpTFs4l.gjz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22QEhwuYvi4oMAq15EPp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REZ6R1Y5F5PEZ.42_9J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kvc34jWZ8Vr22FgWxgl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_efP2JIv1GeOHcz5FxW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CfNdu8vDT7_W9p9ONoS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72WjwEvbilZPFbG7sbf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3pzJayJ5uQ0r3nANV0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cMpt.L.Rcp0s61YLtmW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v8u.EgYkMAXMyvbZZim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Loqd9BNoDbn63LKh_2D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8.QoQ_pfCStxuZF3j.i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yey7PgORfpTFs4l.gjz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22QEhwuYvi4oMAq15EPp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REZ6R1Y5F5PEZ.42_9J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kvc34jWZ8Vr22FgWxgl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_efP2JIv1GeOHcz5FxW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kcKrgG5Ew5U.Lqn68jF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Z95mGsvz9L1C2LLfn5_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w1l7DctXuUwNpKjFQHo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8tU88unysrHz_obgE6E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OTsD1YTmpB9MkC1iJLS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EjtlgVJfGmeAh1taU0i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A3KLAQoXKgpH29F2G56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v9CivP1cgxOWR3Rpfjd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dJy86H7jK_GFeJ8dEqf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wbvKLGbvEDbpYfhe8hq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H8VdXnBc.JFzIqcashc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8co5CRo3sXPxse32iNT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iPE6MFmkIcrgcxE__t7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6U6edcX0e6iKGNTsYoB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E6XWXCDOXLHqJbmV7Dj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te.5F9FA09At19S4CJj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cMi.0565QPK3SwWZoWR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5SEtqgTI9QlXR8Bd9Bz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kEsttTDx8gnvk7Yi5Dm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cuc04jx9SzxQm4K7drO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2_5NcxmBOOc9CiM40Kc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pHKDpcSlqHkY1DNKFUP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WOr9talhlwUOYfWXl2F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6Tnh4AIg6NBvZYvCwwm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N7vs4VDTotpK1Twgjb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abCcP0wxp1yWsRmgjk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bt4Gczwhk9ou14Ajgfv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6wcxVZCXv0wbXr0a90Vr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NKcnAVIsvV9RWrfYiUz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uz_s5whNKNUY35YNMw1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vNF97C_gMbBE.c3fNKS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5Lb_5LEVSibafn.3oOf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yrHkJgT7k4MXtlnpkHS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hl96dqU6qlWRZYpGvdgy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2Y25P25Vllj3OKbmyJs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UtEc1f8ORJsQoP6G56E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vdaLplbZwOMP0QH4Mz2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yN0_.NeJmUpuw27xP6u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XjYYYZ1mmag2VnmRhMS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lekoLmaicP8Ha9FQYjd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lXEETopuKsy6KI7QGZB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YbQ_ql_KRhOJdHpmJnJ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kP68dD7SYoHcD2IQfXU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hk4ah5tlHnDUKoc.wWm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WJ021SjePEV6MX5AWam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JPSjbD.HebnVgpeWBlK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QB60hVJeHyOX3qtCqVTU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hgJoueYUQUIz08PxEc_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Enk55F1_B6Flz.35vsl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0CI.6z994KR7bIaeT2K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vrG.ALQjfHdLj.0joLJ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jD.NGAkLRhOXmVhlDUm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rCBnrZm8AThhzvMkbu0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h.3qD7mZ6iW_53RJH_6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A3XHOCsNx3VRaqvL33K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0l9.M9vvQbBH4sVDJpb3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cW7WOkju_BaNtqGbyee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pmO1iBrpg7N.ziCmiDf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9rfi_GNE2GibtMfH.5M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9qHPKyqO66doDHNgPQx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E87HV7x.dRw1gKaSJfV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MAT25yWGgaacXOwa6CJ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k.iQnU9dkH6X.4j2J9A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TTkQNS.de8nkEprgndb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DTCagusMEnR.ysqGrMB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woFdev2o9glwekxXXyr4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glEoiQGEI4CTmGKZOoe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8d2zhr4520jIVKfszmA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U0gmIQax_sGcKYU2o4C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PuLxrlZEQWf6KE9RdHO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TaCrzEbknvoHrbD73.G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j3fHGLoTeGIdLGz3lq7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EDYoxpoIorZD.0H1bXl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eWwbxWbNayiDCKt5Rdl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NKOFBwNsOoQFUvAa.Zr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_1qNnwU32q8xqjxpIL8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oc4HFvM.ICBTRd6dXvl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l0a3OWDe78sfUUQqgDl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WLJpp.Vx0zL2.XRr1rQ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hmbFPQaaHTcOWBfsD3N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tJTJjifODN34hdvMl_c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45PESOhNYboT8J1X9u.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KEhcbV_9D94vs9oFFs4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uiVY2p9beYsJFdMYRsT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Q5Jq_csuzA9J_AcqtZs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0w.nwS1mwT8AFMgOgR_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vB.lPYZ6pnButYtDy8G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Bt6mzDfBy6wZRnUpOrj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.GkVJCDXs93wNCfl5Z_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504IHHlB619qI925tuc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i4goEYQAeK1JjipDkfv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OVZvkxNWO09m5kxBzY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ZYI7CZS1ZHDBOxxbXyW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tCBdfQl4ZQdQ.NmiLSY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HbqH0fh6oxY7r_eXuNn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gIMKERj.SgtfYiKc7.b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fBKqx4vPyHI2gdcSQwQ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fWHLSjSEq.pm0RE7lqr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v2qft6dhy05y66HU2zs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0.41h3j_bIZXDxYnNtD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45vo19HLu_6iOuF.KsN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RkE8fu5wdP24jGzkVDT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_csNP6tha8CuKwQeVYj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0bEuvccziwVRJVN6TbJQ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jhIwFKJD_kwm5yrO7DB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HttFNuVDkLoeH3o2dV3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6ATtlapgvrwCLC.xjtp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nWx0vX5eCk5I5B2a13W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Eo_Mf4shidQ.I3n2jzr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jUgwy.9eZCj2xj_ruVQ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jjhM3wrRFPwlpXcg5DQ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DzGajCx4OKMa8ND20lp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8z2TJq1tOFxEzDT5vA1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sfkrDvmI8nmw1HM8ffO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PanVCwU5USXOOyXIIzv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_WF7LgYjEn_6TruSjMW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oyYT6WDlcHAmbpLIJUU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ExqYzdClwOsPUsw36fe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zGY.Yc.bhYbTksAQnIY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SWNg6HSDuNPpOZ3H_TR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a1txfAGJ0p47c5aFdku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djlPiU2zMGvlJow3izh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5yN_o_LQVjzXoE7DRb1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Ko3QtoDYLkqoDXigpuE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f5WUrPKKE0fhQGoNBBM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GgEwR8nkLH9wzDtAVG.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nOqbBEpVXwKp3ZGtJrY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43JQD9G21ekrDlX7w0qh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lPT68jGytdPsfEHeDtq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XkBGx.ULdDVTeyT8PifXA"/>
</p:tagLst>
</file>

<file path=ppt/theme/theme1.xml><?xml version="1.0" encoding="utf-8"?>
<a:theme xmlns:a="http://schemas.openxmlformats.org/drawingml/2006/main" name="Office Theme">
  <a:themeElements>
    <a:clrScheme name="Blue-Grey Gradient with Accents 3">
      <a:dk1>
        <a:sysClr val="windowText" lastClr="000000"/>
      </a:dk1>
      <a:lt1>
        <a:sysClr val="window" lastClr="FFFFFF"/>
      </a:lt1>
      <a:dk2>
        <a:srgbClr val="920D29"/>
      </a:dk2>
      <a:lt2>
        <a:srgbClr val="FDBC0D"/>
      </a:lt2>
      <a:accent1>
        <a:srgbClr val="0F263F"/>
      </a:accent1>
      <a:accent2>
        <a:srgbClr val="1E4C7F"/>
      </a:accent2>
      <a:accent3>
        <a:srgbClr val="3079CA"/>
      </a:accent3>
      <a:accent4>
        <a:srgbClr val="89B4E3"/>
      </a:accent4>
      <a:accent5>
        <a:srgbClr val="BBD4EF"/>
      </a:accent5>
      <a:accent6>
        <a:srgbClr val="DBE7F5"/>
      </a:accent6>
      <a:hlink>
        <a:srgbClr val="3079CA"/>
      </a:hlink>
      <a:folHlink>
        <a:srgbClr val="85787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6886871EAF004CBB8314829FCB3ECE" ma:contentTypeVersion="18" ma:contentTypeDescription="Create a new document." ma:contentTypeScope="" ma:versionID="b62bb71a0257c0762712f140b0403cb1">
  <xsd:schema xmlns:xsd="http://www.w3.org/2001/XMLSchema" xmlns:xs="http://www.w3.org/2001/XMLSchema" xmlns:p="http://schemas.microsoft.com/office/2006/metadata/properties" xmlns:ns2="6389c963-fab8-4530-b22b-a5c8f1bde035" xmlns:ns3="71f81f2a-cbc9-468a-8550-0fdf5601f7cc" xmlns:ns4="fc130a1d-fad6-4ebd-8644-ea4517eda28c" targetNamespace="http://schemas.microsoft.com/office/2006/metadata/properties" ma:root="true" ma:fieldsID="d0fbf77f7b21f724bcd166b605174c8a" ns2:_="" ns3:_="" ns4:_="">
    <xsd:import namespace="6389c963-fab8-4530-b22b-a5c8f1bde035"/>
    <xsd:import namespace="71f81f2a-cbc9-468a-8550-0fdf5601f7cc"/>
    <xsd:import namespace="fc130a1d-fad6-4ebd-8644-ea4517eda2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89c963-fab8-4530-b22b-a5c8f1bde0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779b99e-86a2-4232-9caf-6149c80440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81f2a-cbc9-468a-8550-0fdf5601f7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130a1d-fad6-4ebd-8644-ea4517eda28c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86add401-d120-4659-b5bc-b900c2e98769}" ma:internalName="TaxCatchAll" ma:showField="CatchAllData" ma:web="fc130a1d-fad6-4ebd-8644-ea4517eda2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130a1d-fad6-4ebd-8644-ea4517eda28c" xsi:nil="true"/>
    <lcf76f155ced4ddcb4097134ff3c332f xmlns="6389c963-fab8-4530-b22b-a5c8f1bde0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7F099B-F137-47CC-A689-818E652428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94326F-6CDD-4FFB-8AB4-B67E16E50171}">
  <ds:schemaRefs>
    <ds:schemaRef ds:uri="6389c963-fab8-4530-b22b-a5c8f1bde035"/>
    <ds:schemaRef ds:uri="71f81f2a-cbc9-468a-8550-0fdf5601f7cc"/>
    <ds:schemaRef ds:uri="fc130a1d-fad6-4ebd-8644-ea4517eda2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4F4A76-0D12-4A02-9A8B-8CDCA147A29C}">
  <ds:schemaRefs>
    <ds:schemaRef ds:uri="6389c963-fab8-4530-b22b-a5c8f1bde035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fc130a1d-fad6-4ebd-8644-ea4517eda28c"/>
    <ds:schemaRef ds:uri="71f81f2a-cbc9-468a-8550-0fdf5601f7cc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576</Words>
  <Application>Microsoft Office PowerPoint</Application>
  <PresentationFormat>Widescreen</PresentationFormat>
  <Paragraphs>170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Wingdings</vt:lpstr>
      <vt:lpstr>Office Theme</vt:lpstr>
      <vt:lpstr>think-cell Slide</vt:lpstr>
      <vt:lpstr>Market Size, Forecast, &amp; Segmentation</vt:lpstr>
      <vt:lpstr>Market Size, Forecast, &amp; Segmentation</vt:lpstr>
      <vt:lpstr>Waterfall Chart</vt:lpstr>
      <vt:lpstr>Market Mekko Chart</vt:lpstr>
      <vt:lpstr>Profit Pool Chart</vt:lpstr>
      <vt:lpstr>Target Market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Adams</dc:creator>
  <cp:lastModifiedBy>Sylvan Shank</cp:lastModifiedBy>
  <cp:revision>3</cp:revision>
  <dcterms:created xsi:type="dcterms:W3CDTF">2024-03-11T18:54:09Z</dcterms:created>
  <dcterms:modified xsi:type="dcterms:W3CDTF">2026-06-24T23:10:08Z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0x0101003C6886871EAF004CBB8314829FCB3ECE</vt:lpwstr>
  </property>
  <property fmtid="{D5CDD505-2E9C-101B-9397-08002B2CF9AE}" pid="3" name="MediaServiceImageTags">
    <vt:lpwstr/>
  </property>
</Properties>
</file>