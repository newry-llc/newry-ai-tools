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heme/theme3.xml" ContentType="application/vnd.openxmlformats-officedocument.theme+xml"/>
  <Override PartName="/ppt/tags/tag37.xml" ContentType="application/vnd.openxmlformats-officedocument.presentationml.tags+xml"/>
  <Override PartName="/ppt/notesSlides/notesSlide1.xml" ContentType="application/vnd.openxmlformats-officedocument.presentationml.notesSlide+xml"/>
  <Override PartName="/ppt/tags/tag38.xml" ContentType="application/vnd.openxmlformats-officedocument.presentationml.tags+xml"/>
  <Override PartName="/ppt/notesSlides/notesSlide2.xml" ContentType="application/vnd.openxmlformats-officedocument.presentationml.notesSlide+xml"/>
  <Override PartName="/ppt/tags/tag39.xml" ContentType="application/vnd.openxmlformats-officedocument.presentationml.tags+xml"/>
  <Override PartName="/ppt/notesSlides/notesSlide3.xml" ContentType="application/vnd.openxmlformats-officedocument.presentationml.notesSlide+xml"/>
  <Override PartName="/ppt/tags/tag40.xml" ContentType="application/vnd.openxmlformats-officedocument.presentationml.tags+xml"/>
  <Override PartName="/ppt/notesSlides/notesSlide4.xml" ContentType="application/vnd.openxmlformats-officedocument.presentationml.notesSlide+xml"/>
  <Override PartName="/ppt/tags/tag41.xml" ContentType="application/vnd.openxmlformats-officedocument.presentationml.tags+xml"/>
  <Override PartName="/ppt/notesSlides/notesSlide5.xml" ContentType="application/vnd.openxmlformats-officedocument.presentationml.notesSlide+xml"/>
  <Override PartName="/ppt/tags/tag42.xml" ContentType="application/vnd.openxmlformats-officedocument.presentationml.tags+xml"/>
  <Override PartName="/ppt/notesSlides/notesSlide6.xml" ContentType="application/vnd.openxmlformats-officedocument.presentationml.notesSlide+xml"/>
  <Override PartName="/ppt/tags/tag43.xml" ContentType="application/vnd.openxmlformats-officedocument.presentationml.tags+xml"/>
  <Override PartName="/ppt/notesSlides/notesSlide7.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8.xml" ContentType="application/vnd.openxmlformats-officedocument.presentationml.notesSlide+xml"/>
  <Override PartName="/ppt/charts/chart1.xml" ContentType="application/vnd.openxmlformats-officedocument.drawingml.chart+xml"/>
  <Override PartName="/ppt/tags/tag57.xml" ContentType="application/vnd.openxmlformats-officedocument.presentationml.tags+xml"/>
  <Override PartName="/ppt/notesSlides/notesSlide9.xml" ContentType="application/vnd.openxmlformats-officedocument.presentationml.notesSlide+xml"/>
  <Override PartName="/ppt/tags/tag58.xml" ContentType="application/vnd.openxmlformats-officedocument.presentationml.tags+xml"/>
  <Override PartName="/ppt/notesSlides/notesSlide10.xml" ContentType="application/vnd.openxmlformats-officedocument.presentationml.notesSlide+xml"/>
  <Override PartName="/ppt/tags/tag59.xml" ContentType="application/vnd.openxmlformats-officedocument.presentationml.tags+xml"/>
  <Override PartName="/ppt/notesSlides/notesSlide11.xml" ContentType="application/vnd.openxmlformats-officedocument.presentationml.notesSlide+xml"/>
  <Override PartName="/ppt/tags/tag60.xml" ContentType="application/vnd.openxmlformats-officedocument.presentationml.tags+xml"/>
  <Override PartName="/ppt/notesSlides/notesSlide12.xml" ContentType="application/vnd.openxmlformats-officedocument.presentationml.notesSlide+xml"/>
  <Override PartName="/ppt/tags/tag61.xml" ContentType="application/vnd.openxmlformats-officedocument.presentationml.tags+xml"/>
  <Override PartName="/ppt/notesSlides/notesSlide13.xml" ContentType="application/vnd.openxmlformats-officedocument.presentationml.notesSlide+xml"/>
  <Override PartName="/ppt/tags/tag62.xml" ContentType="application/vnd.openxmlformats-officedocument.presentationml.tags+xml"/>
  <Override PartName="/ppt/notesSlides/notesSlide14.xml" ContentType="application/vnd.openxmlformats-officedocument.presentationml.notesSlide+xml"/>
  <Override PartName="/ppt/tags/tag63.xml" ContentType="application/vnd.openxmlformats-officedocument.presentationml.tags+xml"/>
  <Override PartName="/ppt/notesSlides/notesSlide15.xml" ContentType="application/vnd.openxmlformats-officedocument.presentationml.notesSlide+xml"/>
  <Override PartName="/ppt/tags/tag64.xml" ContentType="application/vnd.openxmlformats-officedocument.presentationml.tags+xml"/>
  <Override PartName="/ppt/notesSlides/notesSlide16.xml" ContentType="application/vnd.openxmlformats-officedocument.presentationml.notesSlide+xml"/>
  <Override PartName="/ppt/tags/tag65.xml" ContentType="application/vnd.openxmlformats-officedocument.presentationml.tags+xml"/>
  <Override PartName="/ppt/notesSlides/notesSlide17.xml" ContentType="application/vnd.openxmlformats-officedocument.presentationml.notesSlide+xml"/>
  <Override PartName="/ppt/tags/tag66.xml" ContentType="application/vnd.openxmlformats-officedocument.presentationml.tags+xml"/>
  <Override PartName="/ppt/notesSlides/notesSlide18.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19.xml" ContentType="application/vnd.openxmlformats-officedocument.presentationml.notesSlide+xml"/>
  <Override PartName="/ppt/charts/chart2.xml" ContentType="application/vnd.openxmlformats-officedocument.drawingml.chart+xml"/>
  <Override PartName="/ppt/tags/tag81.xml" ContentType="application/vnd.openxmlformats-officedocument.presentationml.tags+xml"/>
  <Override PartName="/ppt/notesSlides/notesSlide20.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21.xml" ContentType="application/vnd.openxmlformats-officedocument.presentationml.notesSlide+xml"/>
  <Override PartName="/ppt/tags/tag94.xml" ContentType="application/vnd.openxmlformats-officedocument.presentationml.tags+xml"/>
  <Override PartName="/ppt/notesSlides/notesSlide22.xml" ContentType="application/vnd.openxmlformats-officedocument.presentationml.notesSlide+xml"/>
  <Override PartName="/ppt/tags/tag95.xml" ContentType="application/vnd.openxmlformats-officedocument.presentationml.tags+xml"/>
  <Override PartName="/ppt/notesSlides/notesSlide23.xml" ContentType="application/vnd.openxmlformats-officedocument.presentationml.notesSlide+xml"/>
  <Override PartName="/ppt/tags/tag96.xml" ContentType="application/vnd.openxmlformats-officedocument.presentationml.tags+xml"/>
  <Override PartName="/ppt/notesSlides/notesSlide24.xml" ContentType="application/vnd.openxmlformats-officedocument.presentationml.notesSlide+xml"/>
  <Override PartName="/ppt/tags/tag97.xml" ContentType="application/vnd.openxmlformats-officedocument.presentationml.tags+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7" r:id="rId5"/>
  </p:sldMasterIdLst>
  <p:notesMasterIdLst>
    <p:notesMasterId r:id="rId33"/>
  </p:notesMasterIdLst>
  <p:sldIdLst>
    <p:sldId id="929" r:id="rId6"/>
    <p:sldId id="926" r:id="rId7"/>
    <p:sldId id="295" r:id="rId8"/>
    <p:sldId id="309" r:id="rId9"/>
    <p:sldId id="310" r:id="rId10"/>
    <p:sldId id="311" r:id="rId11"/>
    <p:sldId id="313" r:id="rId12"/>
    <p:sldId id="314" r:id="rId13"/>
    <p:sldId id="315" r:id="rId14"/>
    <p:sldId id="316" r:id="rId15"/>
    <p:sldId id="317" r:id="rId16"/>
    <p:sldId id="318" r:id="rId17"/>
    <p:sldId id="259" r:id="rId18"/>
    <p:sldId id="289" r:id="rId19"/>
    <p:sldId id="291" r:id="rId20"/>
    <p:sldId id="924" r:id="rId21"/>
    <p:sldId id="296" r:id="rId22"/>
    <p:sldId id="305" r:id="rId23"/>
    <p:sldId id="293" r:id="rId24"/>
    <p:sldId id="298" r:id="rId25"/>
    <p:sldId id="307" r:id="rId26"/>
    <p:sldId id="340" r:id="rId27"/>
    <p:sldId id="341" r:id="rId28"/>
    <p:sldId id="321" r:id="rId29"/>
    <p:sldId id="302" r:id="rId30"/>
    <p:sldId id="2147473283" r:id="rId31"/>
    <p:sldId id="2147473284" r:id="rId32"/>
  </p:sldIdLst>
  <p:sldSz cx="12192000" cy="6858000"/>
  <p:notesSz cx="6858000" cy="91440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095BB3-C927-4791-AED8-3385B5AFC544}">
          <p14:sldIdLst>
            <p14:sldId id="929"/>
            <p14:sldId id="926"/>
            <p14:sldId id="295"/>
            <p14:sldId id="309"/>
            <p14:sldId id="310"/>
            <p14:sldId id="311"/>
            <p14:sldId id="313"/>
            <p14:sldId id="314"/>
            <p14:sldId id="315"/>
            <p14:sldId id="316"/>
            <p14:sldId id="317"/>
            <p14:sldId id="318"/>
            <p14:sldId id="259"/>
            <p14:sldId id="289"/>
            <p14:sldId id="291"/>
            <p14:sldId id="924"/>
            <p14:sldId id="296"/>
            <p14:sldId id="305"/>
            <p14:sldId id="293"/>
            <p14:sldId id="298"/>
            <p14:sldId id="307"/>
            <p14:sldId id="340"/>
            <p14:sldId id="341"/>
            <p14:sldId id="321"/>
            <p14:sldId id="302"/>
            <p14:sldId id="2147473283"/>
            <p14:sldId id="2147473284"/>
          </p14:sldIdLst>
        </p14:section>
      </p14:sectionLst>
    </p:ext>
    <p:ext uri="{EFAFB233-063F-42B5-8137-9DF3F51BA10A}">
      <p15:sldGuideLst xmlns:p15="http://schemas.microsoft.com/office/powerpoint/2012/main">
        <p15:guide id="2" pos="240" userDrawn="1">
          <p15:clr>
            <a:srgbClr val="A4A3A4"/>
          </p15:clr>
        </p15:guide>
        <p15:guide id="3" pos="7440" userDrawn="1">
          <p15:clr>
            <a:srgbClr val="A4A3A4"/>
          </p15:clr>
        </p15:guide>
        <p15:guide id="4" pos="3840" userDrawn="1">
          <p15:clr>
            <a:srgbClr val="A4A3A4"/>
          </p15:clr>
        </p15:guide>
        <p15:guide id="5"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BC0D"/>
    <a:srgbClr val="920D29"/>
    <a:srgbClr val="D9D9D9"/>
    <a:srgbClr val="7F7F7F"/>
    <a:srgbClr val="1E4C7F"/>
    <a:srgbClr val="2B6E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4D699A-4119-49A1-B390-B1F0FBB2CC13}" v="1" dt="2026-06-04T13:41:34.532"/>
    <p1510:client id="{F3A26246-FE2A-B183-1BB8-031CDADCD165}" v="10" dt="2026-06-04T13:41:07.087"/>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162" y="60"/>
      </p:cViewPr>
      <p:guideLst>
        <p:guide pos="240"/>
        <p:guide pos="7440"/>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5/10/relationships/revisionInfo" Target="revisionInfo.xml"/><Relationship Id="rId21" Type="http://schemas.openxmlformats.org/officeDocument/2006/relationships/slide" Target="slides/slide16.xml"/><Relationship Id="rId34" Type="http://schemas.openxmlformats.org/officeDocument/2006/relationships/tags" Target="tags/tag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4153511159499184E-2"/>
          <c:y val="9.0740740740740747E-2"/>
          <c:w val="0.9716929776810016"/>
          <c:h val="0.81851851851851853"/>
        </c:manualLayout>
      </c:layout>
      <c:barChart>
        <c:barDir val="col"/>
        <c:grouping val="stacked"/>
        <c:varyColors val="0"/>
        <c:ser>
          <c:idx val="0"/>
          <c:order val="0"/>
          <c:spPr>
            <a:solidFill>
              <a:schemeClr val="accent3"/>
            </a:solidFill>
            <a:ln>
              <a:noFill/>
            </a:ln>
          </c:spPr>
          <c:invertIfNegative val="0"/>
          <c:dLbls>
            <c:dLbl>
              <c:idx val="0"/>
              <c:layout>
                <c:manualLayout>
                  <c:x val="0"/>
                  <c:y val="-1.8518518518518519E-3"/>
                </c:manualLayout>
              </c:layout>
              <c:numFmt formatCode="#,##0;&quot;-&quot;#,##0" sourceLinked="0"/>
              <c:spPr>
                <a:noFill/>
                <a:ln>
                  <a:noFill/>
                </a:ln>
              </c:spPr>
              <c:txPr>
                <a:bodyPr wrap="none"/>
                <a:lstStyle/>
                <a:p>
                  <a:pPr>
                    <a:defRPr sz="1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8F6-43DF-8786-FCDE7E840C9F}"/>
                </c:ext>
              </c:extLst>
            </c:dLbl>
            <c:dLbl>
              <c:idx val="1"/>
              <c:layout>
                <c:manualLayout>
                  <c:x val="0"/>
                  <c:y val="-1.8518518518518519E-3"/>
                </c:manualLayout>
              </c:layout>
              <c:numFmt formatCode="#,##0;&quot;-&quot;#,##0" sourceLinked="0"/>
              <c:spPr>
                <a:noFill/>
                <a:ln>
                  <a:noFill/>
                </a:ln>
              </c:spPr>
              <c:txPr>
                <a:bodyPr wrap="none"/>
                <a:lstStyle/>
                <a:p>
                  <a:pPr>
                    <a:defRPr sz="1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8F6-43DF-8786-FCDE7E840C9F}"/>
                </c:ext>
              </c:extLst>
            </c:dLbl>
            <c:dLbl>
              <c:idx val="2"/>
              <c:layout>
                <c:manualLayout>
                  <c:x val="0"/>
                  <c:y val="-1.8518518518518519E-3"/>
                </c:manualLayout>
              </c:layout>
              <c:numFmt formatCode="#,##0;&quot;-&quot;#,##0" sourceLinked="0"/>
              <c:spPr>
                <a:noFill/>
                <a:ln>
                  <a:noFill/>
                </a:ln>
              </c:spPr>
              <c:txPr>
                <a:bodyPr wrap="none"/>
                <a:lstStyle/>
                <a:p>
                  <a:pPr>
                    <a:defRPr sz="1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8F6-43DF-8786-FCDE7E840C9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12.9</c:v>
                </c:pt>
                <c:pt idx="1">
                  <c:v>21.8</c:v>
                </c:pt>
                <c:pt idx="2">
                  <c:v>35.1</c:v>
                </c:pt>
              </c:numCache>
            </c:numRef>
          </c:val>
          <c:extLst>
            <c:ext xmlns:c16="http://schemas.microsoft.com/office/drawing/2014/chart" uri="{C3380CC4-5D6E-409C-BE32-E72D297353CC}">
              <c16:uniqueId val="{00000003-48F6-43DF-8786-FCDE7E840C9F}"/>
            </c:ext>
          </c:extLst>
        </c:ser>
        <c:ser>
          <c:idx val="1"/>
          <c:order val="1"/>
          <c:spPr>
            <a:solidFill>
              <a:schemeClr val="accent2"/>
            </a:solidFill>
            <a:ln>
              <a:noFill/>
            </a:ln>
          </c:spPr>
          <c:invertIfNegative val="0"/>
          <c:dLbls>
            <c:dLbl>
              <c:idx val="0"/>
              <c:layout>
                <c:manualLayout>
                  <c:x val="0"/>
                  <c:y val="-1.8518518518518519E-3"/>
                </c:manualLayout>
              </c:layout>
              <c:numFmt formatCode="#,##0;&quot;-&quot;#,##0" sourceLinked="0"/>
              <c:spPr>
                <a:noFill/>
                <a:ln>
                  <a:noFill/>
                </a:ln>
              </c:spPr>
              <c:txPr>
                <a:bodyPr wrap="none"/>
                <a:lstStyle/>
                <a:p>
                  <a:pPr>
                    <a:defRPr sz="1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8F6-43DF-8786-FCDE7E840C9F}"/>
                </c:ext>
              </c:extLst>
            </c:dLbl>
            <c:dLbl>
              <c:idx val="1"/>
              <c:layout>
                <c:manualLayout>
                  <c:x val="0"/>
                  <c:y val="-1.8518518518518519E-3"/>
                </c:manualLayout>
              </c:layout>
              <c:numFmt formatCode="#,##0;&quot;-&quot;#,##0" sourceLinked="0"/>
              <c:spPr>
                <a:noFill/>
                <a:ln>
                  <a:noFill/>
                </a:ln>
              </c:spPr>
              <c:txPr>
                <a:bodyPr wrap="none"/>
                <a:lstStyle/>
                <a:p>
                  <a:pPr>
                    <a:defRPr sz="1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8F6-43DF-8786-FCDE7E840C9F}"/>
                </c:ext>
              </c:extLst>
            </c:dLbl>
            <c:dLbl>
              <c:idx val="2"/>
              <c:layout>
                <c:manualLayout>
                  <c:x val="0"/>
                  <c:y val="-2.2222222222222222E-3"/>
                </c:manualLayout>
              </c:layout>
              <c:numFmt formatCode="#,##0;&quot;-&quot;#,##0" sourceLinked="0"/>
              <c:spPr>
                <a:noFill/>
                <a:ln>
                  <a:noFill/>
                </a:ln>
              </c:spPr>
              <c:txPr>
                <a:bodyPr wrap="none"/>
                <a:lstStyle/>
                <a:p>
                  <a:pPr>
                    <a:defRPr sz="1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8F6-43DF-8786-FCDE7E840C9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5.0999999999999996</c:v>
                </c:pt>
                <c:pt idx="1">
                  <c:v>3.8999999999999986</c:v>
                </c:pt>
                <c:pt idx="2">
                  <c:v>7.2000000000000028</c:v>
                </c:pt>
              </c:numCache>
            </c:numRef>
          </c:val>
          <c:extLst>
            <c:ext xmlns:c16="http://schemas.microsoft.com/office/drawing/2014/chart" uri="{C3380CC4-5D6E-409C-BE32-E72D297353CC}">
              <c16:uniqueId val="{00000007-48F6-43DF-8786-FCDE7E840C9F}"/>
            </c:ext>
          </c:extLst>
        </c:ser>
        <c:ser>
          <c:idx val="2"/>
          <c:order val="2"/>
          <c:spPr>
            <a:solidFill>
              <a:schemeClr val="accent1"/>
            </a:solidFill>
            <a:ln>
              <a:noFill/>
            </a:ln>
          </c:spPr>
          <c:invertIfNegative val="0"/>
          <c:dLbls>
            <c:dLbl>
              <c:idx val="0"/>
              <c:layout>
                <c:manualLayout>
                  <c:x val="0"/>
                  <c:y val="-1.8518518518518519E-3"/>
                </c:manualLayout>
              </c:layout>
              <c:numFmt formatCode="#,##0;&quot;-&quot;#,##0" sourceLinked="0"/>
              <c:spPr>
                <a:noFill/>
                <a:ln>
                  <a:noFill/>
                </a:ln>
              </c:spPr>
              <c:txPr>
                <a:bodyPr wrap="none"/>
                <a:lstStyle/>
                <a:p>
                  <a:pPr>
                    <a:defRPr sz="1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8F6-43DF-8786-FCDE7E840C9F}"/>
                </c:ext>
              </c:extLst>
            </c:dLbl>
            <c:dLbl>
              <c:idx val="1"/>
              <c:layout>
                <c:manualLayout>
                  <c:x val="0"/>
                  <c:y val="-2.2222222222222222E-3"/>
                </c:manualLayout>
              </c:layout>
              <c:numFmt formatCode="#,##0;&quot;-&quot;#,##0" sourceLinked="0"/>
              <c:spPr>
                <a:noFill/>
                <a:ln>
                  <a:noFill/>
                </a:ln>
              </c:spPr>
              <c:txPr>
                <a:bodyPr wrap="none"/>
                <a:lstStyle/>
                <a:p>
                  <a:pPr>
                    <a:defRPr sz="1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8F6-43DF-8786-FCDE7E840C9F}"/>
                </c:ext>
              </c:extLst>
            </c:dLbl>
            <c:dLbl>
              <c:idx val="2"/>
              <c:layout>
                <c:manualLayout>
                  <c:x val="0"/>
                  <c:y val="-2.2222222222222222E-3"/>
                </c:manualLayout>
              </c:layout>
              <c:numFmt formatCode="#,##0;&quot;-&quot;#,##0" sourceLinked="0"/>
              <c:spPr>
                <a:noFill/>
                <a:ln>
                  <a:noFill/>
                </a:ln>
              </c:spPr>
              <c:txPr>
                <a:bodyPr wrap="none"/>
                <a:lstStyle/>
                <a:p>
                  <a:pPr>
                    <a:defRPr sz="18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8F6-43DF-8786-FCDE7E840C9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Sheet1!$A$3:$C$3</c:f>
              <c:numCache>
                <c:formatCode>General</c:formatCode>
                <c:ptCount val="3"/>
                <c:pt idx="0">
                  <c:v>3.5</c:v>
                </c:pt>
                <c:pt idx="1">
                  <c:v>5.3000000000000007</c:v>
                </c:pt>
                <c:pt idx="2">
                  <c:v>4.1000000000000014</c:v>
                </c:pt>
              </c:numCache>
            </c:numRef>
          </c:val>
          <c:extLst>
            <c:ext xmlns:c16="http://schemas.microsoft.com/office/drawing/2014/chart" uri="{C3380CC4-5D6E-409C-BE32-E72D297353CC}">
              <c16:uniqueId val="{0000000B-48F6-43DF-8786-FCDE7E840C9F}"/>
            </c:ext>
          </c:extLst>
        </c:ser>
        <c:dLbls>
          <c:showLegendKey val="0"/>
          <c:showVal val="0"/>
          <c:showCatName val="0"/>
          <c:showSerName val="0"/>
          <c:showPercent val="0"/>
          <c:showBubbleSize val="0"/>
        </c:dLbls>
        <c:gapWidth val="80"/>
        <c:overlap val="100"/>
        <c:axId val="1550918655"/>
        <c:axId val="1"/>
      </c:barChart>
      <c:catAx>
        <c:axId val="1550918655"/>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46.400000000000006"/>
          <c:min val="0"/>
        </c:scaling>
        <c:delete val="1"/>
        <c:axPos val="l"/>
        <c:numFmt formatCode="General" sourceLinked="1"/>
        <c:majorTickMark val="out"/>
        <c:minorTickMark val="none"/>
        <c:tickLblPos val="nextTo"/>
        <c:crossAx val="1550918655"/>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6576346828179791E-2"/>
          <c:y val="8.2548058801356961E-2"/>
          <c:w val="0.96684730634364047"/>
          <c:h val="0.83490388239728608"/>
        </c:manualLayout>
      </c:layout>
      <c:barChart>
        <c:barDir val="col"/>
        <c:grouping val="stacked"/>
        <c:varyColors val="0"/>
        <c:ser>
          <c:idx val="0"/>
          <c:order val="0"/>
          <c:spPr>
            <a:solidFill>
              <a:schemeClr val="accent5"/>
            </a:solidFill>
            <a:ln>
              <a:noFill/>
            </a:ln>
          </c:spPr>
          <c:invertIfNegative val="0"/>
          <c:dLbls>
            <c:dLbl>
              <c:idx val="0"/>
              <c:layout>
                <c:manualLayout>
                  <c:x val="0"/>
                  <c:y val="-1.5077271013946476E-3"/>
                </c:manualLayout>
              </c:layout>
              <c:numFmt formatCode="#,##0;&quot;-&quot;#,##0" sourceLinked="0"/>
              <c:spPr>
                <a:noFill/>
                <a:ln>
                  <a:noFill/>
                </a:ln>
              </c:spPr>
              <c:txPr>
                <a:bodyPr wrap="none"/>
                <a:lstStyle/>
                <a:p>
                  <a:pPr>
                    <a:defRPr sz="16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EDB-4F96-B365-CC8FF9FDE88A}"/>
                </c:ext>
              </c:extLst>
            </c:dLbl>
            <c:dLbl>
              <c:idx val="1"/>
              <c:layout>
                <c:manualLayout>
                  <c:x val="0"/>
                  <c:y val="-1.5077271013946476E-3"/>
                </c:manualLayout>
              </c:layout>
              <c:numFmt formatCode="#,##0;&quot;-&quot;#,##0" sourceLinked="0"/>
              <c:spPr>
                <a:noFill/>
                <a:ln>
                  <a:noFill/>
                </a:ln>
              </c:spPr>
              <c:txPr>
                <a:bodyPr wrap="none"/>
                <a:lstStyle/>
                <a:p>
                  <a:pPr>
                    <a:defRPr sz="16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EDB-4F96-B365-CC8FF9FDE88A}"/>
                </c:ext>
              </c:extLst>
            </c:dLbl>
            <c:dLbl>
              <c:idx val="2"/>
              <c:layout>
                <c:manualLayout>
                  <c:x val="0"/>
                  <c:y val="-1.5077271013946476E-3"/>
                </c:manualLayout>
              </c:layout>
              <c:numFmt formatCode="#,##0;&quot;-&quot;#,##0" sourceLinked="0"/>
              <c:spPr>
                <a:noFill/>
                <a:ln>
                  <a:noFill/>
                </a:ln>
              </c:spPr>
              <c:txPr>
                <a:bodyPr wrap="none"/>
                <a:lstStyle/>
                <a:p>
                  <a:pPr>
                    <a:defRPr sz="16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EDB-4F96-B365-CC8FF9FDE88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18</c:v>
                </c:pt>
                <c:pt idx="1">
                  <c:v>34</c:v>
                </c:pt>
                <c:pt idx="2">
                  <c:v>54</c:v>
                </c:pt>
              </c:numCache>
            </c:numRef>
          </c:val>
          <c:extLst>
            <c:ext xmlns:c16="http://schemas.microsoft.com/office/drawing/2014/chart" uri="{C3380CC4-5D6E-409C-BE32-E72D297353CC}">
              <c16:uniqueId val="{00000003-AEDB-4F96-B365-CC8FF9FDE88A}"/>
            </c:ext>
          </c:extLst>
        </c:ser>
        <c:ser>
          <c:idx val="1"/>
          <c:order val="1"/>
          <c:spPr>
            <a:solidFill>
              <a:schemeClr val="accent4"/>
            </a:solidFill>
            <a:ln>
              <a:noFill/>
            </a:ln>
          </c:spPr>
          <c:invertIfNegative val="0"/>
          <c:dLbls>
            <c:dLbl>
              <c:idx val="0"/>
              <c:layout>
                <c:manualLayout>
                  <c:x val="0"/>
                  <c:y val="-1.8846588767433095E-3"/>
                </c:manualLayout>
              </c:layout>
              <c:numFmt formatCode="#,##0;&quot;-&quot;#,##0" sourceLinked="0"/>
              <c:spPr>
                <a:noFill/>
                <a:ln>
                  <a:noFill/>
                </a:ln>
              </c:spPr>
              <c:txPr>
                <a:bodyPr wrap="none"/>
                <a:lstStyle/>
                <a:p>
                  <a:pPr>
                    <a:defRPr sz="16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EDB-4F96-B365-CC8FF9FDE88A}"/>
                </c:ext>
              </c:extLst>
            </c:dLbl>
            <c:dLbl>
              <c:idx val="1"/>
              <c:layout>
                <c:manualLayout>
                  <c:x val="0"/>
                  <c:y val="-1.8846588767433095E-3"/>
                </c:manualLayout>
              </c:layout>
              <c:numFmt formatCode="#,##0;&quot;-&quot;#,##0" sourceLinked="0"/>
              <c:spPr>
                <a:noFill/>
                <a:ln>
                  <a:noFill/>
                </a:ln>
              </c:spPr>
              <c:txPr>
                <a:bodyPr wrap="none"/>
                <a:lstStyle/>
                <a:p>
                  <a:pPr>
                    <a:defRPr sz="16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EDB-4F96-B365-CC8FF9FDE88A}"/>
                </c:ext>
              </c:extLst>
            </c:dLbl>
            <c:dLbl>
              <c:idx val="2"/>
              <c:layout>
                <c:manualLayout>
                  <c:x val="0"/>
                  <c:y val="-1.8846588767433095E-3"/>
                </c:manualLayout>
              </c:layout>
              <c:numFmt formatCode="#,##0;&quot;-&quot;#,##0" sourceLinked="0"/>
              <c:spPr>
                <a:noFill/>
                <a:ln>
                  <a:noFill/>
                </a:ln>
              </c:spPr>
              <c:txPr>
                <a:bodyPr wrap="none"/>
                <a:lstStyle/>
                <a:p>
                  <a:pPr>
                    <a:defRPr sz="16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EDB-4F96-B365-CC8FF9FDE88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15</c:v>
                </c:pt>
                <c:pt idx="1">
                  <c:v>26</c:v>
                </c:pt>
                <c:pt idx="2">
                  <c:v>40</c:v>
                </c:pt>
              </c:numCache>
            </c:numRef>
          </c:val>
          <c:extLst>
            <c:ext xmlns:c16="http://schemas.microsoft.com/office/drawing/2014/chart" uri="{C3380CC4-5D6E-409C-BE32-E72D297353CC}">
              <c16:uniqueId val="{00000007-AEDB-4F96-B365-CC8FF9FDE88A}"/>
            </c:ext>
          </c:extLst>
        </c:ser>
        <c:ser>
          <c:idx val="2"/>
          <c:order val="2"/>
          <c:spPr>
            <a:solidFill>
              <a:schemeClr val="accent3"/>
            </a:solidFill>
            <a:ln>
              <a:noFill/>
            </a:ln>
          </c:spPr>
          <c:invertIfNegative val="0"/>
          <c:dLbls>
            <c:dLbl>
              <c:idx val="0"/>
              <c:layout>
                <c:manualLayout>
                  <c:x val="0"/>
                  <c:y val="-1.8846588767433095E-3"/>
                </c:manualLayout>
              </c:layout>
              <c:numFmt formatCode="#,##0;&quot;-&quot;#,##0" sourceLinked="0"/>
              <c:spPr>
                <a:noFill/>
                <a:ln>
                  <a:noFill/>
                </a:ln>
              </c:spPr>
              <c:txPr>
                <a:bodyPr wrap="none"/>
                <a:lstStyle/>
                <a:p>
                  <a:pPr>
                    <a:defRPr sz="16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EDB-4F96-B365-CC8FF9FDE88A}"/>
                </c:ext>
              </c:extLst>
            </c:dLbl>
            <c:dLbl>
              <c:idx val="1"/>
              <c:layout>
                <c:manualLayout>
                  <c:x val="0"/>
                  <c:y val="-1.5077271013946476E-3"/>
                </c:manualLayout>
              </c:layout>
              <c:numFmt formatCode="#,##0;&quot;-&quot;#,##0" sourceLinked="0"/>
              <c:spPr>
                <a:noFill/>
                <a:ln>
                  <a:noFill/>
                </a:ln>
              </c:spPr>
              <c:txPr>
                <a:bodyPr wrap="none"/>
                <a:lstStyle/>
                <a:p>
                  <a:pPr>
                    <a:defRPr sz="16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EDB-4F96-B365-CC8FF9FDE88A}"/>
                </c:ext>
              </c:extLst>
            </c:dLbl>
            <c:dLbl>
              <c:idx val="2"/>
              <c:layout>
                <c:manualLayout>
                  <c:x val="0"/>
                  <c:y val="-1.5077271013946476E-3"/>
                </c:manualLayout>
              </c:layout>
              <c:numFmt formatCode="#,##0;&quot;-&quot;#,##0" sourceLinked="0"/>
              <c:spPr>
                <a:noFill/>
                <a:ln>
                  <a:noFill/>
                </a:ln>
              </c:spPr>
              <c:txPr>
                <a:bodyPr wrap="none"/>
                <a:lstStyle/>
                <a:p>
                  <a:pPr>
                    <a:defRPr sz="16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EDB-4F96-B365-CC8FF9FDE88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Sheet1!$A$3:$C$3</c:f>
              <c:numCache>
                <c:formatCode>General</c:formatCode>
                <c:ptCount val="3"/>
                <c:pt idx="0">
                  <c:v>12.899999999999999</c:v>
                </c:pt>
                <c:pt idx="1">
                  <c:v>21.799999999999997</c:v>
                </c:pt>
                <c:pt idx="2">
                  <c:v>35.099999999999994</c:v>
                </c:pt>
              </c:numCache>
            </c:numRef>
          </c:val>
          <c:extLst>
            <c:ext xmlns:c16="http://schemas.microsoft.com/office/drawing/2014/chart" uri="{C3380CC4-5D6E-409C-BE32-E72D297353CC}">
              <c16:uniqueId val="{0000000B-AEDB-4F96-B365-CC8FF9FDE88A}"/>
            </c:ext>
          </c:extLst>
        </c:ser>
        <c:ser>
          <c:idx val="3"/>
          <c:order val="3"/>
          <c:spPr>
            <a:solidFill>
              <a:schemeClr val="accent2"/>
            </a:solidFill>
            <a:ln>
              <a:noFill/>
            </a:ln>
          </c:spPr>
          <c:invertIfNegative val="0"/>
          <c:dLbls>
            <c:dLbl>
              <c:idx val="2"/>
              <c:layout>
                <c:manualLayout>
                  <c:x val="-4.4628626075868663E-2"/>
                  <c:y val="-1.5077271013946476E-3"/>
                </c:manualLayout>
              </c:layout>
              <c:numFmt formatCode="#,##0;&quot;-&quot;#,##0" sourceLinked="0"/>
              <c:spPr>
                <a:noFill/>
                <a:ln>
                  <a:noFill/>
                </a:ln>
              </c:spPr>
              <c:txPr>
                <a:bodyPr wrap="none"/>
                <a:lstStyle/>
                <a:p>
                  <a:pPr>
                    <a:defRPr sz="16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EDB-4F96-B365-CC8FF9FDE88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Sheet1!$A$4:$C$4</c:f>
              <c:numCache>
                <c:formatCode>General</c:formatCode>
                <c:ptCount val="3"/>
                <c:pt idx="0">
                  <c:v>5.1000000000000014</c:v>
                </c:pt>
                <c:pt idx="1">
                  <c:v>3.9000000000000057</c:v>
                </c:pt>
                <c:pt idx="2">
                  <c:v>7.1999999999999886</c:v>
                </c:pt>
              </c:numCache>
            </c:numRef>
          </c:val>
          <c:extLst>
            <c:ext xmlns:c16="http://schemas.microsoft.com/office/drawing/2014/chart" uri="{C3380CC4-5D6E-409C-BE32-E72D297353CC}">
              <c16:uniqueId val="{0000000D-AEDB-4F96-B365-CC8FF9FDE88A}"/>
            </c:ext>
          </c:extLst>
        </c:ser>
        <c:ser>
          <c:idx val="4"/>
          <c:order val="4"/>
          <c:spPr>
            <a:solidFill>
              <a:schemeClr val="accent1"/>
            </a:solidFill>
            <a:ln>
              <a:noFill/>
            </a:ln>
          </c:spPr>
          <c:invertIfNegative val="0"/>
          <c:dPt>
            <c:idx val="0"/>
            <c:invertIfNegative val="0"/>
            <c:bubble3D val="0"/>
            <c:spPr>
              <a:solidFill>
                <a:schemeClr val="accent1"/>
              </a:solidFill>
              <a:ln w="12700" cmpd="sng" algn="ctr">
                <a:solidFill>
                  <a:schemeClr val="tx1"/>
                </a:solidFill>
                <a:prstDash val="solid"/>
              </a:ln>
            </c:spPr>
            <c:extLst>
              <c:ext xmlns:c16="http://schemas.microsoft.com/office/drawing/2014/chart" uri="{C3380CC4-5D6E-409C-BE32-E72D297353CC}">
                <c16:uniqueId val="{0000000E-AEDB-4F96-B365-CC8FF9FDE88A}"/>
              </c:ext>
            </c:extLst>
          </c:dPt>
          <c:val>
            <c:numRef>
              <c:f>Sheet1!$A$5:$C$5</c:f>
              <c:numCache>
                <c:formatCode>General</c:formatCode>
                <c:ptCount val="3"/>
                <c:pt idx="0">
                  <c:v>3.5</c:v>
                </c:pt>
                <c:pt idx="1">
                  <c:v>5.2999999999999972</c:v>
                </c:pt>
                <c:pt idx="2">
                  <c:v>4.0999999999999943</c:v>
                </c:pt>
              </c:numCache>
            </c:numRef>
          </c:val>
          <c:extLst>
            <c:ext xmlns:c16="http://schemas.microsoft.com/office/drawing/2014/chart" uri="{C3380CC4-5D6E-409C-BE32-E72D297353CC}">
              <c16:uniqueId val="{0000000F-AEDB-4F96-B365-CC8FF9FDE88A}"/>
            </c:ext>
          </c:extLst>
        </c:ser>
        <c:dLbls>
          <c:showLegendKey val="0"/>
          <c:showVal val="0"/>
          <c:showCatName val="0"/>
          <c:showSerName val="0"/>
          <c:showPercent val="0"/>
          <c:showBubbleSize val="0"/>
        </c:dLbls>
        <c:gapWidth val="80"/>
        <c:overlap val="100"/>
        <c:axId val="1550925375"/>
        <c:axId val="1"/>
      </c:barChart>
      <c:catAx>
        <c:axId val="1550925375"/>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40.39999999999998"/>
          <c:min val="0"/>
        </c:scaling>
        <c:delete val="1"/>
        <c:axPos val="l"/>
        <c:numFmt formatCode="General" sourceLinked="1"/>
        <c:majorTickMark val="out"/>
        <c:minorTickMark val="none"/>
        <c:tickLblPos val="nextTo"/>
        <c:crossAx val="1550925375"/>
        <c:crosses val="min"/>
        <c:crossBetween val="between"/>
      </c:valAx>
      <c:spPr>
        <a:noFill/>
        <a:ln w="9525" cmpd="sng" algn="ctr">
          <a:solidFill>
            <a:srgbClr val="FFFFFF"/>
          </a:solidFill>
          <a:prstDash val="solid"/>
        </a:ln>
      </c:spPr>
    </c:plotArea>
    <c:plotVisOnly val="0"/>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E00ECC-0DA6-435D-9DF2-36E1F02EE3DA}"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4368FA-06B8-4001-B754-DD7266063F6B}" type="slidenum">
              <a:rPr lang="en-US" smtClean="0"/>
              <a:t>‹#›</a:t>
            </a:fld>
            <a:endParaRPr lang="en-US"/>
          </a:p>
        </p:txBody>
      </p:sp>
    </p:spTree>
    <p:extLst>
      <p:ext uri="{BB962C8B-B14F-4D97-AF65-F5344CB8AC3E}">
        <p14:creationId xmlns:p14="http://schemas.microsoft.com/office/powerpoint/2010/main" val="3074247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1</a:t>
            </a:fld>
            <a:endParaRPr lang="en-US"/>
          </a:p>
        </p:txBody>
      </p:sp>
    </p:spTree>
    <p:extLst>
      <p:ext uri="{BB962C8B-B14F-4D97-AF65-F5344CB8AC3E}">
        <p14:creationId xmlns:p14="http://schemas.microsoft.com/office/powerpoint/2010/main" val="392821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2</a:t>
            </a:fld>
            <a:endParaRPr lang="en-US"/>
          </a:p>
        </p:txBody>
      </p:sp>
    </p:spTree>
    <p:extLst>
      <p:ext uri="{BB962C8B-B14F-4D97-AF65-F5344CB8AC3E}">
        <p14:creationId xmlns:p14="http://schemas.microsoft.com/office/powerpoint/2010/main" val="3045937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3</a:t>
            </a:fld>
            <a:endParaRPr lang="en-US"/>
          </a:p>
        </p:txBody>
      </p:sp>
    </p:spTree>
    <p:extLst>
      <p:ext uri="{BB962C8B-B14F-4D97-AF65-F5344CB8AC3E}">
        <p14:creationId xmlns:p14="http://schemas.microsoft.com/office/powerpoint/2010/main" val="920779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4</a:t>
            </a:fld>
            <a:endParaRPr lang="en-US"/>
          </a:p>
        </p:txBody>
      </p:sp>
    </p:spTree>
    <p:extLst>
      <p:ext uri="{BB962C8B-B14F-4D97-AF65-F5344CB8AC3E}">
        <p14:creationId xmlns:p14="http://schemas.microsoft.com/office/powerpoint/2010/main" val="1207713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5</a:t>
            </a:fld>
            <a:endParaRPr lang="en-US"/>
          </a:p>
        </p:txBody>
      </p:sp>
    </p:spTree>
    <p:extLst>
      <p:ext uri="{BB962C8B-B14F-4D97-AF65-F5344CB8AC3E}">
        <p14:creationId xmlns:p14="http://schemas.microsoft.com/office/powerpoint/2010/main" val="3743913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6</a:t>
            </a:fld>
            <a:endParaRPr lang="en-US"/>
          </a:p>
        </p:txBody>
      </p:sp>
    </p:spTree>
    <p:extLst>
      <p:ext uri="{BB962C8B-B14F-4D97-AF65-F5344CB8AC3E}">
        <p14:creationId xmlns:p14="http://schemas.microsoft.com/office/powerpoint/2010/main" val="2911702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7</a:t>
            </a:fld>
            <a:endParaRPr lang="en-US"/>
          </a:p>
        </p:txBody>
      </p:sp>
    </p:spTree>
    <p:extLst>
      <p:ext uri="{BB962C8B-B14F-4D97-AF65-F5344CB8AC3E}">
        <p14:creationId xmlns:p14="http://schemas.microsoft.com/office/powerpoint/2010/main" val="2064028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8</a:t>
            </a:fld>
            <a:endParaRPr lang="en-US"/>
          </a:p>
        </p:txBody>
      </p:sp>
    </p:spTree>
    <p:extLst>
      <p:ext uri="{BB962C8B-B14F-4D97-AF65-F5344CB8AC3E}">
        <p14:creationId xmlns:p14="http://schemas.microsoft.com/office/powerpoint/2010/main" val="1628029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9</a:t>
            </a:fld>
            <a:endParaRPr lang="en-US"/>
          </a:p>
        </p:txBody>
      </p:sp>
    </p:spTree>
    <p:extLst>
      <p:ext uri="{BB962C8B-B14F-4D97-AF65-F5344CB8AC3E}">
        <p14:creationId xmlns:p14="http://schemas.microsoft.com/office/powerpoint/2010/main" val="2023041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10</a:t>
            </a:fld>
            <a:endParaRPr lang="en-US"/>
          </a:p>
        </p:txBody>
      </p:sp>
    </p:spTree>
    <p:extLst>
      <p:ext uri="{BB962C8B-B14F-4D97-AF65-F5344CB8AC3E}">
        <p14:creationId xmlns:p14="http://schemas.microsoft.com/office/powerpoint/2010/main" val="64303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11</a:t>
            </a:fld>
            <a:endParaRPr lang="en-US"/>
          </a:p>
        </p:txBody>
      </p:sp>
    </p:spTree>
    <p:extLst>
      <p:ext uri="{BB962C8B-B14F-4D97-AF65-F5344CB8AC3E}">
        <p14:creationId xmlns:p14="http://schemas.microsoft.com/office/powerpoint/2010/main" val="779319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12</a:t>
            </a:fld>
            <a:endParaRPr lang="en-US"/>
          </a:p>
        </p:txBody>
      </p:sp>
    </p:spTree>
    <p:extLst>
      <p:ext uri="{BB962C8B-B14F-4D97-AF65-F5344CB8AC3E}">
        <p14:creationId xmlns:p14="http://schemas.microsoft.com/office/powerpoint/2010/main" val="38063451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13</a:t>
            </a:fld>
            <a:endParaRPr lang="en-US"/>
          </a:p>
        </p:txBody>
      </p:sp>
    </p:spTree>
    <p:extLst>
      <p:ext uri="{BB962C8B-B14F-4D97-AF65-F5344CB8AC3E}">
        <p14:creationId xmlns:p14="http://schemas.microsoft.com/office/powerpoint/2010/main" val="2901108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14</a:t>
            </a:fld>
            <a:endParaRPr lang="en-US"/>
          </a:p>
        </p:txBody>
      </p:sp>
    </p:spTree>
    <p:extLst>
      <p:ext uri="{BB962C8B-B14F-4D97-AF65-F5344CB8AC3E}">
        <p14:creationId xmlns:p14="http://schemas.microsoft.com/office/powerpoint/2010/main" val="3474587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15</a:t>
            </a:fld>
            <a:endParaRPr lang="en-US"/>
          </a:p>
        </p:txBody>
      </p:sp>
    </p:spTree>
    <p:extLst>
      <p:ext uri="{BB962C8B-B14F-4D97-AF65-F5344CB8AC3E}">
        <p14:creationId xmlns:p14="http://schemas.microsoft.com/office/powerpoint/2010/main" val="24148133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16</a:t>
            </a:fld>
            <a:endParaRPr lang="en-US"/>
          </a:p>
        </p:txBody>
      </p:sp>
    </p:spTree>
    <p:extLst>
      <p:ext uri="{BB962C8B-B14F-4D97-AF65-F5344CB8AC3E}">
        <p14:creationId xmlns:p14="http://schemas.microsoft.com/office/powerpoint/2010/main" val="31926815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17</a:t>
            </a:fld>
            <a:endParaRPr lang="en-US"/>
          </a:p>
        </p:txBody>
      </p:sp>
    </p:spTree>
    <p:extLst>
      <p:ext uri="{BB962C8B-B14F-4D97-AF65-F5344CB8AC3E}">
        <p14:creationId xmlns:p14="http://schemas.microsoft.com/office/powerpoint/2010/main" val="20640806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18</a:t>
            </a:fld>
            <a:endParaRPr lang="en-US"/>
          </a:p>
        </p:txBody>
      </p:sp>
    </p:spTree>
    <p:extLst>
      <p:ext uri="{BB962C8B-B14F-4D97-AF65-F5344CB8AC3E}">
        <p14:creationId xmlns:p14="http://schemas.microsoft.com/office/powerpoint/2010/main" val="273165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19</a:t>
            </a:fld>
            <a:endParaRPr lang="en-US"/>
          </a:p>
        </p:txBody>
      </p:sp>
    </p:spTree>
    <p:extLst>
      <p:ext uri="{BB962C8B-B14F-4D97-AF65-F5344CB8AC3E}">
        <p14:creationId xmlns:p14="http://schemas.microsoft.com/office/powerpoint/2010/main" val="3141617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20</a:t>
            </a:fld>
            <a:endParaRPr lang="en-US"/>
          </a:p>
        </p:txBody>
      </p:sp>
    </p:spTree>
    <p:extLst>
      <p:ext uri="{BB962C8B-B14F-4D97-AF65-F5344CB8AC3E}">
        <p14:creationId xmlns:p14="http://schemas.microsoft.com/office/powerpoint/2010/main" val="42222717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21</a:t>
            </a:fld>
            <a:endParaRPr lang="en-US"/>
          </a:p>
        </p:txBody>
      </p:sp>
    </p:spTree>
    <p:extLst>
      <p:ext uri="{BB962C8B-B14F-4D97-AF65-F5344CB8AC3E}">
        <p14:creationId xmlns:p14="http://schemas.microsoft.com/office/powerpoint/2010/main" val="332870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22</a:t>
            </a:fld>
            <a:endParaRPr lang="en-US"/>
          </a:p>
        </p:txBody>
      </p:sp>
    </p:spTree>
    <p:extLst>
      <p:ext uri="{BB962C8B-B14F-4D97-AF65-F5344CB8AC3E}">
        <p14:creationId xmlns:p14="http://schemas.microsoft.com/office/powerpoint/2010/main" val="10830791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23</a:t>
            </a:fld>
            <a:endParaRPr lang="en-US"/>
          </a:p>
        </p:txBody>
      </p:sp>
    </p:spTree>
    <p:extLst>
      <p:ext uri="{BB962C8B-B14F-4D97-AF65-F5344CB8AC3E}">
        <p14:creationId xmlns:p14="http://schemas.microsoft.com/office/powerpoint/2010/main" val="38941104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24</a:t>
            </a:fld>
            <a:endParaRPr lang="en-US"/>
          </a:p>
        </p:txBody>
      </p:sp>
    </p:spTree>
    <p:extLst>
      <p:ext uri="{BB962C8B-B14F-4D97-AF65-F5344CB8AC3E}">
        <p14:creationId xmlns:p14="http://schemas.microsoft.com/office/powerpoint/2010/main" val="19286562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4368FA-06B8-4001-B754-DD7266063F6B}" type="slidenum">
              <a:rPr lang="en-US" smtClean="0"/>
              <a:t>25</a:t>
            </a:fld>
            <a:endParaRPr lang="en-US"/>
          </a:p>
        </p:txBody>
      </p:sp>
    </p:spTree>
    <p:extLst>
      <p:ext uri="{BB962C8B-B14F-4D97-AF65-F5344CB8AC3E}">
        <p14:creationId xmlns:p14="http://schemas.microsoft.com/office/powerpoint/2010/main" val="27605705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7.tiff"/><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2.jpeg"/><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1.jpeg"/><Relationship Id="rId5" Type="http://schemas.openxmlformats.org/officeDocument/2006/relationships/image" Target="../media/image10.emf"/><Relationship Id="rId4" Type="http://schemas.openxmlformats.org/officeDocument/2006/relationships/oleObject" Target="../embeddings/oleObject17.bin"/></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2.xml"/><Relationship Id="rId1" Type="http://schemas.openxmlformats.org/officeDocument/2006/relationships/tags" Target="../tags/tag20.xml"/><Relationship Id="rId6" Type="http://schemas.openxmlformats.org/officeDocument/2006/relationships/image" Target="../media/image3.png"/><Relationship Id="rId5" Type="http://schemas.openxmlformats.org/officeDocument/2006/relationships/image" Target="../media/image13.jpe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2.xml"/><Relationship Id="rId1" Type="http://schemas.openxmlformats.org/officeDocument/2006/relationships/tags" Target="../tags/tag2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2.xml"/><Relationship Id="rId1" Type="http://schemas.openxmlformats.org/officeDocument/2006/relationships/tags" Target="../tags/tag22.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2.xml"/><Relationship Id="rId1" Type="http://schemas.openxmlformats.org/officeDocument/2006/relationships/tags" Target="../tags/tag27.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2.xml"/><Relationship Id="rId1" Type="http://schemas.openxmlformats.org/officeDocument/2006/relationships/tags" Target="../tags/tag29.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2.xml"/><Relationship Id="rId1" Type="http://schemas.openxmlformats.org/officeDocument/2006/relationships/tags" Target="../tags/tag30.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2.xml"/><Relationship Id="rId1" Type="http://schemas.openxmlformats.org/officeDocument/2006/relationships/tags" Target="../tags/tag31.xml"/><Relationship Id="rId5" Type="http://schemas.openxmlformats.org/officeDocument/2006/relationships/image" Target="../media/image7.tiff"/><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2.xml"/><Relationship Id="rId1" Type="http://schemas.openxmlformats.org/officeDocument/2006/relationships/tags" Target="../tags/tag32.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2.xml"/><Relationship Id="rId1" Type="http://schemas.openxmlformats.org/officeDocument/2006/relationships/tags" Target="../tags/tag33.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2.xml"/><Relationship Id="rId1" Type="http://schemas.openxmlformats.org/officeDocument/2006/relationships/tags" Target="../tags/tag34.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2.xml"/><Relationship Id="rId1" Type="http://schemas.openxmlformats.org/officeDocument/2006/relationships/tags" Target="../tags/tag35.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2.xml"/><Relationship Id="rId1" Type="http://schemas.openxmlformats.org/officeDocument/2006/relationships/tags" Target="../tags/tag36.xml"/><Relationship Id="rId6" Type="http://schemas.openxmlformats.org/officeDocument/2006/relationships/image" Target="../media/image13.jpeg"/><Relationship Id="rId5" Type="http://schemas.openxmlformats.org/officeDocument/2006/relationships/image" Target="../media/image4.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8A5ECE0-3DC2-817F-20D2-D2A9F1AFB64E}"/>
              </a:ext>
            </a:extLst>
          </p:cNvPr>
          <p:cNvGraphicFramePr>
            <a:graphicFrameLocks noChangeAspect="1"/>
          </p:cNvGraphicFramePr>
          <p:nvPr userDrawn="1">
            <p:custDataLst>
              <p:tags r:id="rId1"/>
            </p:custDataLst>
            <p:extLst>
              <p:ext uri="{D42A27DB-BD31-4B8C-83A1-F6EECF244321}">
                <p14:modId xmlns:p14="http://schemas.microsoft.com/office/powerpoint/2010/main" val="883704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think-cell data - do not delete" hidden="1">
                        <a:extLst>
                          <a:ext uri="{FF2B5EF4-FFF2-40B4-BE49-F238E27FC236}">
                            <a16:creationId xmlns:a16="http://schemas.microsoft.com/office/drawing/2014/main" id="{D8A5ECE0-3DC2-817F-20D2-D2A9F1AFB6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
            <a:extLst>
              <a:ext uri="{FF2B5EF4-FFF2-40B4-BE49-F238E27FC236}">
                <a16:creationId xmlns:a16="http://schemas.microsoft.com/office/drawing/2014/main" id="{9C918351-CB12-4B15-875A-AA137536DDDB}"/>
              </a:ext>
            </a:extLst>
          </p:cNvPr>
          <p:cNvSpPr>
            <a:spLocks noGrp="1"/>
          </p:cNvSpPr>
          <p:nvPr>
            <p:ph type="ctrTitle"/>
          </p:nvPr>
        </p:nvSpPr>
        <p:spPr>
          <a:xfrm>
            <a:off x="387128" y="4412430"/>
            <a:ext cx="8091055" cy="699772"/>
          </a:xfrm>
          <a:prstGeom prst="rect">
            <a:avLst/>
          </a:prstGeom>
        </p:spPr>
        <p:txBody>
          <a:bodyPr vert="horz" anchor="t">
            <a:normAutofit/>
          </a:bodyPr>
          <a:lstStyle>
            <a:lvl1pPr algn="l">
              <a:defRPr sz="4000">
                <a:latin typeface="+mn-lt"/>
              </a:defRPr>
            </a:lvl1pPr>
          </a:lstStyle>
          <a:p>
            <a:r>
              <a:rPr lang="en-US"/>
              <a:t>Click to edit Master title style</a:t>
            </a:r>
          </a:p>
        </p:txBody>
      </p:sp>
      <p:sp>
        <p:nvSpPr>
          <p:cNvPr id="13" name="Subtitle 2">
            <a:extLst>
              <a:ext uri="{FF2B5EF4-FFF2-40B4-BE49-F238E27FC236}">
                <a16:creationId xmlns:a16="http://schemas.microsoft.com/office/drawing/2014/main" id="{75731F10-2F5C-420E-942F-C2EE80383CC7}"/>
              </a:ext>
            </a:extLst>
          </p:cNvPr>
          <p:cNvSpPr>
            <a:spLocks noGrp="1"/>
          </p:cNvSpPr>
          <p:nvPr>
            <p:ph type="subTitle" idx="1"/>
          </p:nvPr>
        </p:nvSpPr>
        <p:spPr>
          <a:xfrm>
            <a:off x="387128" y="5282266"/>
            <a:ext cx="8091055" cy="562999"/>
          </a:xfrm>
          <a:prstGeom prst="rect">
            <a:avLst/>
          </a:prstGeom>
        </p:spPr>
        <p:txBody>
          <a:bodyPr/>
          <a:lstStyle>
            <a:lvl1pPr marL="0" indent="0" algn="l">
              <a:buNone/>
              <a:defRPr sz="2400">
                <a:latin typeface="+mn-lt"/>
              </a:defRPr>
            </a:lvl1pPr>
            <a:lvl2pPr marL="442432" indent="0" algn="ctr">
              <a:buNone/>
              <a:defRPr sz="1935"/>
            </a:lvl2pPr>
            <a:lvl3pPr marL="884865" indent="0" algn="ctr">
              <a:buNone/>
              <a:defRPr sz="1742"/>
            </a:lvl3pPr>
            <a:lvl4pPr marL="1327297" indent="0" algn="ctr">
              <a:buNone/>
              <a:defRPr sz="1548"/>
            </a:lvl4pPr>
            <a:lvl5pPr marL="1769730" indent="0" algn="ctr">
              <a:buNone/>
              <a:defRPr sz="1548"/>
            </a:lvl5pPr>
            <a:lvl6pPr marL="2212162" indent="0" algn="ctr">
              <a:buNone/>
              <a:defRPr sz="1548"/>
            </a:lvl6pPr>
            <a:lvl7pPr marL="2654595" indent="0" algn="ctr">
              <a:buNone/>
              <a:defRPr sz="1548"/>
            </a:lvl7pPr>
            <a:lvl8pPr marL="3097027" indent="0" algn="ctr">
              <a:buNone/>
              <a:defRPr sz="1548"/>
            </a:lvl8pPr>
            <a:lvl9pPr marL="3539460" indent="0" algn="ctr">
              <a:buNone/>
              <a:defRPr sz="1548"/>
            </a:lvl9pPr>
          </a:lstStyle>
          <a:p>
            <a:r>
              <a:rPr lang="en-US"/>
              <a:t>Click to edit Master subtitle style</a:t>
            </a:r>
          </a:p>
        </p:txBody>
      </p:sp>
      <p:pic>
        <p:nvPicPr>
          <p:cNvPr id="2" name="Picture 1" descr="Newry_withtagline.png">
            <a:extLst>
              <a:ext uri="{FF2B5EF4-FFF2-40B4-BE49-F238E27FC236}">
                <a16:creationId xmlns:a16="http://schemas.microsoft.com/office/drawing/2014/main" id="{CCD8A712-545B-A7C7-E88D-26D497E3B8D9}"/>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b="30780"/>
          <a:stretch/>
        </p:blipFill>
        <p:spPr>
          <a:xfrm>
            <a:off x="9539555" y="5817809"/>
            <a:ext cx="2308758" cy="529828"/>
          </a:xfrm>
          <a:prstGeom prst="rect">
            <a:avLst/>
          </a:prstGeom>
        </p:spPr>
      </p:pic>
      <p:sp>
        <p:nvSpPr>
          <p:cNvPr id="3" name="TextBox 2">
            <a:extLst>
              <a:ext uri="{FF2B5EF4-FFF2-40B4-BE49-F238E27FC236}">
                <a16:creationId xmlns:a16="http://schemas.microsoft.com/office/drawing/2014/main" id="{47107135-FB17-5650-5734-577B7432E002}"/>
              </a:ext>
            </a:extLst>
          </p:cNvPr>
          <p:cNvSpPr txBox="1"/>
          <p:nvPr userDrawn="1"/>
        </p:nvSpPr>
        <p:spPr>
          <a:xfrm>
            <a:off x="9539555" y="6347637"/>
            <a:ext cx="2308758" cy="307777"/>
          </a:xfrm>
          <a:prstGeom prst="rect">
            <a:avLst/>
          </a:prstGeom>
          <a:noFill/>
        </p:spPr>
        <p:txBody>
          <a:bodyPr wrap="square" rtlCol="0">
            <a:spAutoFit/>
          </a:bodyPr>
          <a:lstStyle/>
          <a:p>
            <a:pPr algn="ctr"/>
            <a:r>
              <a:rPr lang="en-US" sz="1400">
                <a:solidFill>
                  <a:schemeClr val="tx1">
                    <a:lumMod val="50000"/>
                    <a:lumOff val="50000"/>
                  </a:schemeClr>
                </a:solidFill>
              </a:rPr>
              <a:t>PRIVATE &amp; CONFIDENTIAL</a:t>
            </a:r>
          </a:p>
        </p:txBody>
      </p:sp>
      <p:sp>
        <p:nvSpPr>
          <p:cNvPr id="5" name="Text Placeholder 5">
            <a:extLst>
              <a:ext uri="{FF2B5EF4-FFF2-40B4-BE49-F238E27FC236}">
                <a16:creationId xmlns:a16="http://schemas.microsoft.com/office/drawing/2014/main" id="{869B93AF-D52C-CAE1-C7E4-3E7BEFA32C8A}"/>
              </a:ext>
            </a:extLst>
          </p:cNvPr>
          <p:cNvSpPr>
            <a:spLocks noGrp="1"/>
          </p:cNvSpPr>
          <p:nvPr>
            <p:ph type="body" sz="quarter" idx="16" hasCustomPrompt="1"/>
          </p:nvPr>
        </p:nvSpPr>
        <p:spPr>
          <a:xfrm>
            <a:off x="387128" y="6193747"/>
            <a:ext cx="3391094" cy="307778"/>
          </a:xfrm>
          <a:prstGeom prst="rect">
            <a:avLst/>
          </a:prstGeom>
        </p:spPr>
        <p:txBody>
          <a:bodyPr/>
          <a:lstStyle>
            <a:lvl1pPr marL="0" indent="0">
              <a:lnSpc>
                <a:spcPct val="100000"/>
              </a:lnSpc>
              <a:spcBef>
                <a:spcPts val="600"/>
              </a:spcBef>
              <a:buFont typeface="Arial" panose="020B0604020202020204" pitchFamily="34" charset="0"/>
              <a:buNone/>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date</a:t>
            </a:r>
          </a:p>
        </p:txBody>
      </p:sp>
      <p:pic>
        <p:nvPicPr>
          <p:cNvPr id="18" name="Picture 17" descr="A blue and white dotted background&#10;&#10;Description automatically generated with medium confidence">
            <a:extLst>
              <a:ext uri="{FF2B5EF4-FFF2-40B4-BE49-F238E27FC236}">
                <a16:creationId xmlns:a16="http://schemas.microsoft.com/office/drawing/2014/main" id="{AA2F592A-8FA8-7BF1-490B-E5338C3A4D72}"/>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731" t="18079" r="16079" b="11741"/>
          <a:stretch/>
        </p:blipFill>
        <p:spPr>
          <a:xfrm>
            <a:off x="0" y="0"/>
            <a:ext cx="12192000" cy="3914274"/>
          </a:xfrm>
          <a:prstGeom prst="rect">
            <a:avLst/>
          </a:prstGeom>
        </p:spPr>
      </p:pic>
    </p:spTree>
    <p:extLst>
      <p:ext uri="{BB962C8B-B14F-4D97-AF65-F5344CB8AC3E}">
        <p14:creationId xmlns:p14="http://schemas.microsoft.com/office/powerpoint/2010/main" val="29706473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Divider">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141E2B2-916E-1620-E6D4-23A95CE3B467}"/>
              </a:ext>
            </a:extLst>
          </p:cNvPr>
          <p:cNvGraphicFramePr>
            <a:graphicFrameLocks noChangeAspect="1"/>
          </p:cNvGraphicFramePr>
          <p:nvPr userDrawn="1">
            <p:custDataLst>
              <p:tags r:id="rId1"/>
            </p:custDataLst>
            <p:extLst>
              <p:ext uri="{D42A27DB-BD31-4B8C-83A1-F6EECF244321}">
                <p14:modId xmlns:p14="http://schemas.microsoft.com/office/powerpoint/2010/main" val="14440561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C141E2B2-916E-1620-E6D4-23A95CE3B4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descr="A blue background with a blue wave&#10;&#10;Description automatically generated with medium confidence">
            <a:extLst>
              <a:ext uri="{FF2B5EF4-FFF2-40B4-BE49-F238E27FC236}">
                <a16:creationId xmlns:a16="http://schemas.microsoft.com/office/drawing/2014/main" id="{901E710E-DE9C-2B82-E370-4E6605A1EC04}"/>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5473" t="11496" b="10395"/>
          <a:stretch/>
        </p:blipFill>
        <p:spPr>
          <a:xfrm>
            <a:off x="0" y="0"/>
            <a:ext cx="12192000" cy="6858000"/>
          </a:xfrm>
          <a:prstGeom prst="rect">
            <a:avLst/>
          </a:prstGeom>
        </p:spPr>
      </p:pic>
      <p:sp>
        <p:nvSpPr>
          <p:cNvPr id="3" name="Rectangle 2">
            <a:extLst>
              <a:ext uri="{FF2B5EF4-FFF2-40B4-BE49-F238E27FC236}">
                <a16:creationId xmlns:a16="http://schemas.microsoft.com/office/drawing/2014/main" id="{2C550676-9D25-9888-1719-C6CB072A887E}"/>
              </a:ext>
            </a:extLst>
          </p:cNvPr>
          <p:cNvSpPr/>
          <p:nvPr userDrawn="1"/>
        </p:nvSpPr>
        <p:spPr>
          <a:xfrm>
            <a:off x="0" y="4166937"/>
            <a:ext cx="12192000" cy="15054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Subtitle 2">
            <a:extLst>
              <a:ext uri="{FF2B5EF4-FFF2-40B4-BE49-F238E27FC236}">
                <a16:creationId xmlns:a16="http://schemas.microsoft.com/office/drawing/2014/main" id="{D658B082-7695-9150-A7C0-92375A816F2D}"/>
              </a:ext>
            </a:extLst>
          </p:cNvPr>
          <p:cNvSpPr>
            <a:spLocks noGrp="1"/>
          </p:cNvSpPr>
          <p:nvPr>
            <p:ph type="subTitle" idx="1"/>
          </p:nvPr>
        </p:nvSpPr>
        <p:spPr>
          <a:xfrm>
            <a:off x="381000" y="4454772"/>
            <a:ext cx="11430000" cy="923944"/>
          </a:xfrm>
          <a:prstGeom prst="rect">
            <a:avLst/>
          </a:prstGeom>
        </p:spPr>
        <p:txBody>
          <a:bodyPr anchor="ctr"/>
          <a:lstStyle>
            <a:lvl1pPr marL="0" indent="0" algn="l">
              <a:lnSpc>
                <a:spcPct val="100000"/>
              </a:lnSpc>
              <a:spcBef>
                <a:spcPts val="0"/>
              </a:spcBef>
              <a:buNone/>
              <a:defRPr sz="2800">
                <a:solidFill>
                  <a:schemeClr val="tx1"/>
                </a:solidFill>
                <a:latin typeface="+mn-lt"/>
              </a:defRPr>
            </a:lvl1pPr>
            <a:lvl2pPr marL="442432" indent="0" algn="ctr">
              <a:buNone/>
              <a:defRPr sz="1935"/>
            </a:lvl2pPr>
            <a:lvl3pPr marL="884865" indent="0" algn="ctr">
              <a:buNone/>
              <a:defRPr sz="1742"/>
            </a:lvl3pPr>
            <a:lvl4pPr marL="1327297" indent="0" algn="ctr">
              <a:buNone/>
              <a:defRPr sz="1548"/>
            </a:lvl4pPr>
            <a:lvl5pPr marL="1769730" indent="0" algn="ctr">
              <a:buNone/>
              <a:defRPr sz="1548"/>
            </a:lvl5pPr>
            <a:lvl6pPr marL="2212162" indent="0" algn="ctr">
              <a:buNone/>
              <a:defRPr sz="1548"/>
            </a:lvl6pPr>
            <a:lvl7pPr marL="2654595" indent="0" algn="ctr">
              <a:buNone/>
              <a:defRPr sz="1548"/>
            </a:lvl7pPr>
            <a:lvl8pPr marL="3097027" indent="0" algn="ctr">
              <a:buNone/>
              <a:defRPr sz="1548"/>
            </a:lvl8pPr>
            <a:lvl9pPr marL="3539460" indent="0" algn="ctr">
              <a:buNone/>
              <a:defRPr sz="1548"/>
            </a:lvl9pPr>
          </a:lstStyle>
          <a:p>
            <a:r>
              <a:rPr lang="en-US"/>
              <a:t>Click to edit Master subtitle style</a:t>
            </a:r>
          </a:p>
        </p:txBody>
      </p:sp>
      <p:pic>
        <p:nvPicPr>
          <p:cNvPr id="7" name="Picture 6" descr="A black and white logo&#10;&#10;Description automatically generated">
            <a:extLst>
              <a:ext uri="{FF2B5EF4-FFF2-40B4-BE49-F238E27FC236}">
                <a16:creationId xmlns:a16="http://schemas.microsoft.com/office/drawing/2014/main" id="{8E4BDE28-C7E9-EC23-0406-02DD0B1D631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b="33080"/>
          <a:stretch/>
        </p:blipFill>
        <p:spPr>
          <a:xfrm>
            <a:off x="9866769" y="6220619"/>
            <a:ext cx="2129852" cy="475099"/>
          </a:xfrm>
          <a:prstGeom prst="rect">
            <a:avLst/>
          </a:prstGeom>
        </p:spPr>
      </p:pic>
    </p:spTree>
    <p:extLst>
      <p:ext uri="{BB962C8B-B14F-4D97-AF65-F5344CB8AC3E}">
        <p14:creationId xmlns:p14="http://schemas.microsoft.com/office/powerpoint/2010/main" val="720637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 Slide">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2C48D9C-0895-18A0-F9E5-C15981C91C60}"/>
              </a:ext>
            </a:extLst>
          </p:cNvPr>
          <p:cNvGraphicFramePr>
            <a:graphicFrameLocks noChangeAspect="1"/>
          </p:cNvGraphicFramePr>
          <p:nvPr userDrawn="1">
            <p:custDataLst>
              <p:tags r:id="rId1"/>
            </p:custDataLst>
            <p:extLst>
              <p:ext uri="{D42A27DB-BD31-4B8C-83A1-F6EECF244321}">
                <p14:modId xmlns:p14="http://schemas.microsoft.com/office/powerpoint/2010/main" val="22514966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think-cell data - do not delete" hidden="1">
                        <a:extLst>
                          <a:ext uri="{FF2B5EF4-FFF2-40B4-BE49-F238E27FC236}">
                            <a16:creationId xmlns:a16="http://schemas.microsoft.com/office/drawing/2014/main" id="{C2C48D9C-0895-18A0-F9E5-C15981C91C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26F1F4FD-A43D-EC91-B765-BEA00848C291}"/>
              </a:ext>
            </a:extLst>
          </p:cNvPr>
          <p:cNvSpPr/>
          <p:nvPr userDrawn="1"/>
        </p:nvSpPr>
        <p:spPr>
          <a:xfrm>
            <a:off x="0" y="0"/>
            <a:ext cx="4613097"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 name="Straight Connector 14">
            <a:extLst>
              <a:ext uri="{FF2B5EF4-FFF2-40B4-BE49-F238E27FC236}">
                <a16:creationId xmlns:a16="http://schemas.microsoft.com/office/drawing/2014/main" id="{EBF1BCFB-5D5D-452B-041C-7BF2E1CAD153}"/>
              </a:ext>
            </a:extLst>
          </p:cNvPr>
          <p:cNvCxnSpPr>
            <a:cxnSpLocks/>
          </p:cNvCxnSpPr>
          <p:nvPr userDrawn="1"/>
        </p:nvCxnSpPr>
        <p:spPr>
          <a:xfrm>
            <a:off x="-15728" y="1623434"/>
            <a:ext cx="6111728" cy="0"/>
          </a:xfrm>
          <a:prstGeom prst="line">
            <a:avLst/>
          </a:prstGeom>
          <a:ln w="38100">
            <a:solidFill>
              <a:schemeClr val="bg1"/>
            </a:solidFill>
            <a:tailEnd type="none"/>
          </a:ln>
          <a:effectLst/>
        </p:spPr>
        <p:style>
          <a:lnRef idx="2">
            <a:schemeClr val="accent1"/>
          </a:lnRef>
          <a:fillRef idx="0">
            <a:schemeClr val="accent1"/>
          </a:fillRef>
          <a:effectRef idx="1">
            <a:schemeClr val="accent1"/>
          </a:effectRef>
          <a:fontRef idx="minor">
            <a:schemeClr val="tx1"/>
          </a:fontRef>
        </p:style>
      </p:cxnSp>
      <p:sp>
        <p:nvSpPr>
          <p:cNvPr id="19" name="Slide Number Placeholder 4">
            <a:extLst>
              <a:ext uri="{FF2B5EF4-FFF2-40B4-BE49-F238E27FC236}">
                <a16:creationId xmlns:a16="http://schemas.microsoft.com/office/drawing/2014/main" id="{EE587574-2D43-D1C4-C9BE-FCB6A64E27BD}"/>
              </a:ext>
            </a:extLst>
          </p:cNvPr>
          <p:cNvSpPr>
            <a:spLocks noGrp="1"/>
          </p:cNvSpPr>
          <p:nvPr>
            <p:ph type="sldNum" sz="quarter" idx="12"/>
          </p:nvPr>
        </p:nvSpPr>
        <p:spPr>
          <a:xfrm>
            <a:off x="11378590" y="6397204"/>
            <a:ext cx="396909" cy="365125"/>
          </a:xfrm>
        </p:spPr>
        <p:txBody>
          <a:bodyPr/>
          <a:lstStyle>
            <a:lvl1pPr algn="ctr">
              <a:defRPr/>
            </a:lvl1pPr>
          </a:lstStyle>
          <a:p>
            <a:fld id="{84D58D1B-E4CD-4092-A64A-067BEFC75A17}" type="slidenum">
              <a:rPr lang="en-US" smtClean="0"/>
              <a:pPr/>
              <a:t>‹#›</a:t>
            </a:fld>
            <a:endParaRPr lang="en-US"/>
          </a:p>
        </p:txBody>
      </p:sp>
      <p:sp>
        <p:nvSpPr>
          <p:cNvPr id="21" name="Text Placeholder 5">
            <a:extLst>
              <a:ext uri="{FF2B5EF4-FFF2-40B4-BE49-F238E27FC236}">
                <a16:creationId xmlns:a16="http://schemas.microsoft.com/office/drawing/2014/main" id="{F0A24571-38DB-14F4-42C8-D6423AB4D2C1}"/>
              </a:ext>
            </a:extLst>
          </p:cNvPr>
          <p:cNvSpPr>
            <a:spLocks noGrp="1"/>
          </p:cNvSpPr>
          <p:nvPr>
            <p:ph type="body" sz="quarter" idx="17"/>
          </p:nvPr>
        </p:nvSpPr>
        <p:spPr>
          <a:xfrm>
            <a:off x="4736388" y="1892595"/>
            <a:ext cx="7074612" cy="4269698"/>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1AF51814-584E-99BC-9B07-A2480574BC93}"/>
              </a:ext>
            </a:extLst>
          </p:cNvPr>
          <p:cNvCxnSpPr>
            <a:cxnSpLocks/>
          </p:cNvCxnSpPr>
          <p:nvPr userDrawn="1"/>
        </p:nvCxnSpPr>
        <p:spPr>
          <a:xfrm>
            <a:off x="388319" y="6279748"/>
            <a:ext cx="11419078" cy="0"/>
          </a:xfrm>
          <a:prstGeom prst="line">
            <a:avLst/>
          </a:prstGeom>
          <a:ln w="1905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
        <p:nvSpPr>
          <p:cNvPr id="3" name="Title 1">
            <a:extLst>
              <a:ext uri="{FF2B5EF4-FFF2-40B4-BE49-F238E27FC236}">
                <a16:creationId xmlns:a16="http://schemas.microsoft.com/office/drawing/2014/main" id="{24AE619D-10E0-2BEE-0A8A-50EB268D4361}"/>
              </a:ext>
            </a:extLst>
          </p:cNvPr>
          <p:cNvSpPr>
            <a:spLocks noGrp="1"/>
          </p:cNvSpPr>
          <p:nvPr>
            <p:ph type="title"/>
          </p:nvPr>
        </p:nvSpPr>
        <p:spPr>
          <a:xfrm>
            <a:off x="381000" y="215704"/>
            <a:ext cx="3893048" cy="1290271"/>
          </a:xfrm>
          <a:prstGeom prst="rect">
            <a:avLst/>
          </a:prstGeom>
        </p:spPr>
        <p:txBody>
          <a:bodyPr vert="horz" lIns="0" tIns="0" rIns="0" bIns="0" anchor="b"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pic>
        <p:nvPicPr>
          <p:cNvPr id="5" name="Picture 4" descr="A black background with a black square&#10;&#10;Description automatically generated with medium confidence">
            <a:extLst>
              <a:ext uri="{FF2B5EF4-FFF2-40B4-BE49-F238E27FC236}">
                <a16:creationId xmlns:a16="http://schemas.microsoft.com/office/drawing/2014/main" id="{8ADC4E7B-D01F-BB1C-6BAC-8890CDD26DD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5728" y="1858237"/>
            <a:ext cx="12192000" cy="5215467"/>
          </a:xfrm>
          <a:prstGeom prst="rect">
            <a:avLst/>
          </a:prstGeom>
        </p:spPr>
      </p:pic>
    </p:spTree>
    <p:extLst>
      <p:ext uri="{BB962C8B-B14F-4D97-AF65-F5344CB8AC3E}">
        <p14:creationId xmlns:p14="http://schemas.microsoft.com/office/powerpoint/2010/main" val="2817525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ground and Objectiv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FCD4DF4-1CAA-044B-9ED5-1B73AEF989D9}"/>
              </a:ext>
            </a:extLst>
          </p:cNvPr>
          <p:cNvGraphicFramePr>
            <a:graphicFrameLocks noChangeAspect="1"/>
          </p:cNvGraphicFramePr>
          <p:nvPr userDrawn="1">
            <p:custDataLst>
              <p:tags r:id="rId1"/>
            </p:custDataLst>
            <p:extLst>
              <p:ext uri="{D42A27DB-BD31-4B8C-83A1-F6EECF244321}">
                <p14:modId xmlns:p14="http://schemas.microsoft.com/office/powerpoint/2010/main" val="165782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 name="think-cell data - do not delete" hidden="1">
                        <a:extLst>
                          <a:ext uri="{FF2B5EF4-FFF2-40B4-BE49-F238E27FC236}">
                            <a16:creationId xmlns:a16="http://schemas.microsoft.com/office/drawing/2014/main" id="{FFCD4DF4-1CAA-044B-9ED5-1B73AEF989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C42ACF36-1969-C3FD-CBDF-753C21155293}"/>
              </a:ext>
            </a:extLst>
          </p:cNvPr>
          <p:cNvSpPr/>
          <p:nvPr userDrawn="1"/>
        </p:nvSpPr>
        <p:spPr>
          <a:xfrm>
            <a:off x="6301555" y="1107239"/>
            <a:ext cx="5486400" cy="525838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C009186-1B19-C122-E55C-3C0EFF19FA95}"/>
              </a:ext>
            </a:extLst>
          </p:cNvPr>
          <p:cNvSpPr/>
          <p:nvPr userDrawn="1"/>
        </p:nvSpPr>
        <p:spPr>
          <a:xfrm>
            <a:off x="377651" y="1107239"/>
            <a:ext cx="5501836" cy="525839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79DF3101-29A4-67D1-62A0-75AF3C17E0E6}"/>
              </a:ext>
            </a:extLst>
          </p:cNvPr>
          <p:cNvCxnSpPr>
            <a:cxnSpLocks/>
          </p:cNvCxnSpPr>
          <p:nvPr userDrawn="1"/>
        </p:nvCxnSpPr>
        <p:spPr>
          <a:xfrm>
            <a:off x="386813" y="1002205"/>
            <a:ext cx="11427888" cy="0"/>
          </a:xfrm>
          <a:prstGeom prst="line">
            <a:avLst/>
          </a:prstGeom>
          <a:ln w="3810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615BAC3F-3EB9-C995-6E47-ADAB6C36DAFC}"/>
              </a:ext>
            </a:extLst>
          </p:cNvPr>
          <p:cNvSpPr>
            <a:spLocks noGrp="1"/>
          </p:cNvSpPr>
          <p:nvPr>
            <p:ph type="title"/>
          </p:nvPr>
        </p:nvSpPr>
        <p:spPr>
          <a:xfrm>
            <a:off x="380999" y="160929"/>
            <a:ext cx="11406955" cy="774017"/>
          </a:xfrm>
          <a:prstGeom prst="rect">
            <a:avLst/>
          </a:prstGeom>
        </p:spPr>
        <p:txBody>
          <a:bodyPr vert="horz" lIns="0" tIns="0" rIns="0" bIns="0" anchor="b" anchorCtr="0">
            <a:noAutofit/>
          </a:bodyPr>
          <a:lstStyle>
            <a:lvl1pPr algn="l">
              <a:lnSpc>
                <a:spcPct val="100000"/>
              </a:lnSpc>
              <a:spcBef>
                <a:spcPts val="600"/>
              </a:spcBef>
              <a:defRPr sz="2800" b="0">
                <a:solidFill>
                  <a:srgbClr val="000000"/>
                </a:solidFill>
                <a:latin typeface="+mj-lt"/>
              </a:defRPr>
            </a:lvl1pPr>
          </a:lstStyle>
          <a:p>
            <a:r>
              <a:rPr lang="en-US"/>
              <a:t>Click to edit Master title style</a:t>
            </a:r>
          </a:p>
        </p:txBody>
      </p:sp>
      <p:sp>
        <p:nvSpPr>
          <p:cNvPr id="11" name="Slide Number Placeholder 4">
            <a:extLst>
              <a:ext uri="{FF2B5EF4-FFF2-40B4-BE49-F238E27FC236}">
                <a16:creationId xmlns:a16="http://schemas.microsoft.com/office/drawing/2014/main" id="{1FA2A22F-AA77-5D52-7AE9-5255DCC8ED3F}"/>
              </a:ext>
            </a:extLst>
          </p:cNvPr>
          <p:cNvSpPr>
            <a:spLocks noGrp="1"/>
          </p:cNvSpPr>
          <p:nvPr>
            <p:ph type="sldNum" sz="quarter" idx="12"/>
          </p:nvPr>
        </p:nvSpPr>
        <p:spPr>
          <a:xfrm>
            <a:off x="11399856" y="6439736"/>
            <a:ext cx="396909" cy="365125"/>
          </a:xfrm>
        </p:spPr>
        <p:txBody>
          <a:bodyPr/>
          <a:lstStyle>
            <a:lvl1pPr algn="ctr">
              <a:defRPr/>
            </a:lvl1pPr>
          </a:lstStyle>
          <a:p>
            <a:fld id="{84D58D1B-E4CD-4092-A64A-067BEFC75A17}" type="slidenum">
              <a:rPr lang="en-US" smtClean="0"/>
              <a:pPr/>
              <a:t>‹#›</a:t>
            </a:fld>
            <a:endParaRPr lang="en-US"/>
          </a:p>
        </p:txBody>
      </p:sp>
      <p:sp>
        <p:nvSpPr>
          <p:cNvPr id="12" name="Text Placeholder 5">
            <a:extLst>
              <a:ext uri="{FF2B5EF4-FFF2-40B4-BE49-F238E27FC236}">
                <a16:creationId xmlns:a16="http://schemas.microsoft.com/office/drawing/2014/main" id="{70BD561B-1132-92E3-2047-5DEB6380E68A}"/>
              </a:ext>
            </a:extLst>
          </p:cNvPr>
          <p:cNvSpPr>
            <a:spLocks noGrp="1"/>
          </p:cNvSpPr>
          <p:nvPr>
            <p:ph type="body" sz="quarter" idx="16"/>
          </p:nvPr>
        </p:nvSpPr>
        <p:spPr>
          <a:xfrm>
            <a:off x="389791" y="1496604"/>
            <a:ext cx="5480903" cy="4869024"/>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5">
            <a:extLst>
              <a:ext uri="{FF2B5EF4-FFF2-40B4-BE49-F238E27FC236}">
                <a16:creationId xmlns:a16="http://schemas.microsoft.com/office/drawing/2014/main" id="{2B3C0793-0440-A5E8-1D12-03E9E21DCE11}"/>
              </a:ext>
            </a:extLst>
          </p:cNvPr>
          <p:cNvSpPr>
            <a:spLocks noGrp="1"/>
          </p:cNvSpPr>
          <p:nvPr>
            <p:ph type="body" sz="quarter" idx="17" hasCustomPrompt="1"/>
          </p:nvPr>
        </p:nvSpPr>
        <p:spPr>
          <a:xfrm>
            <a:off x="389791" y="1107239"/>
            <a:ext cx="5480904" cy="306534"/>
          </a:xfrm>
          <a:prstGeom prst="rect">
            <a:avLst/>
          </a:prstGeom>
        </p:spPr>
        <p:txBody>
          <a:bodyPr/>
          <a:lstStyle>
            <a:lvl1pPr marL="0" indent="0">
              <a:lnSpc>
                <a:spcPct val="100000"/>
              </a:lnSpc>
              <a:spcBef>
                <a:spcPts val="600"/>
              </a:spcBef>
              <a:buFont typeface="Arial" panose="020B0604020202020204" pitchFamily="34" charset="0"/>
              <a:buNone/>
              <a:defRPr sz="1800" b="1">
                <a:solidFill>
                  <a:schemeClr val="accent2"/>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BACKGROUND</a:t>
            </a:r>
          </a:p>
        </p:txBody>
      </p:sp>
      <p:sp>
        <p:nvSpPr>
          <p:cNvPr id="14" name="Text Placeholder 5">
            <a:extLst>
              <a:ext uri="{FF2B5EF4-FFF2-40B4-BE49-F238E27FC236}">
                <a16:creationId xmlns:a16="http://schemas.microsoft.com/office/drawing/2014/main" id="{996534BF-0278-FDAD-01B4-91313E53A485}"/>
              </a:ext>
            </a:extLst>
          </p:cNvPr>
          <p:cNvSpPr>
            <a:spLocks noGrp="1"/>
          </p:cNvSpPr>
          <p:nvPr>
            <p:ph type="body" sz="quarter" idx="18" hasCustomPrompt="1"/>
          </p:nvPr>
        </p:nvSpPr>
        <p:spPr>
          <a:xfrm>
            <a:off x="6301555" y="1111331"/>
            <a:ext cx="5486400" cy="302442"/>
          </a:xfrm>
          <a:prstGeom prst="rect">
            <a:avLst/>
          </a:prstGeom>
        </p:spPr>
        <p:txBody>
          <a:bodyPr/>
          <a:lstStyle>
            <a:lvl1pPr marL="0" indent="0">
              <a:lnSpc>
                <a:spcPct val="100000"/>
              </a:lnSpc>
              <a:spcBef>
                <a:spcPts val="600"/>
              </a:spcBef>
              <a:buFont typeface="Arial" panose="020B0604020202020204" pitchFamily="34" charset="0"/>
              <a:buNone/>
              <a:defRPr sz="1800" b="1">
                <a:solidFill>
                  <a:schemeClr val="accent2"/>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OBJECTIVES</a:t>
            </a:r>
          </a:p>
        </p:txBody>
      </p:sp>
      <p:sp>
        <p:nvSpPr>
          <p:cNvPr id="2" name="Text Placeholder 5">
            <a:extLst>
              <a:ext uri="{FF2B5EF4-FFF2-40B4-BE49-F238E27FC236}">
                <a16:creationId xmlns:a16="http://schemas.microsoft.com/office/drawing/2014/main" id="{1788CD02-6718-5D01-DE5D-00843DA60ADB}"/>
              </a:ext>
            </a:extLst>
          </p:cNvPr>
          <p:cNvSpPr>
            <a:spLocks noGrp="1"/>
          </p:cNvSpPr>
          <p:nvPr>
            <p:ph type="body" sz="quarter" idx="19"/>
          </p:nvPr>
        </p:nvSpPr>
        <p:spPr>
          <a:xfrm>
            <a:off x="6308181" y="1496599"/>
            <a:ext cx="5479774" cy="4869029"/>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9237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 Slide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FE9EDEA-A558-0897-372C-00462C8B12E7}"/>
              </a:ext>
            </a:extLst>
          </p:cNvPr>
          <p:cNvGraphicFramePr>
            <a:graphicFrameLocks noChangeAspect="1"/>
          </p:cNvGraphicFramePr>
          <p:nvPr userDrawn="1">
            <p:custDataLst>
              <p:tags r:id="rId1"/>
            </p:custDataLst>
            <p:extLst>
              <p:ext uri="{D42A27DB-BD31-4B8C-83A1-F6EECF244321}">
                <p14:modId xmlns:p14="http://schemas.microsoft.com/office/powerpoint/2010/main" val="4217121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 name="think-cell data - do not delete" hidden="1">
                        <a:extLst>
                          <a:ext uri="{FF2B5EF4-FFF2-40B4-BE49-F238E27FC236}">
                            <a16:creationId xmlns:a16="http://schemas.microsoft.com/office/drawing/2014/main" id="{2FE9EDEA-A558-0897-372C-00462C8B12E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80999" y="87993"/>
            <a:ext cx="11415765" cy="849910"/>
          </a:xfrm>
          <a:prstGeom prst="rect">
            <a:avLst/>
          </a:prstGeom>
        </p:spPr>
        <p:txBody>
          <a:bodyPr vert="horz" lIns="0" tIns="0" rIns="0" bIns="0" anchor="b" anchorCtr="0">
            <a:noAutofit/>
          </a:bodyPr>
          <a:lstStyle>
            <a:lvl1pPr algn="l">
              <a:lnSpc>
                <a:spcPct val="100000"/>
              </a:lnSpc>
              <a:spcBef>
                <a:spcPts val="600"/>
              </a:spcBef>
              <a:defRPr sz="2800" b="0">
                <a:solidFill>
                  <a:srgbClr val="000000"/>
                </a:solidFill>
                <a:latin typeface="+mj-lt"/>
              </a:defRPr>
            </a:lvl1pPr>
          </a:lstStyle>
          <a:p>
            <a:r>
              <a:rPr lang="en-US"/>
              <a:t>Click to edit Master title style</a:t>
            </a:r>
          </a:p>
        </p:txBody>
      </p:sp>
      <p:sp>
        <p:nvSpPr>
          <p:cNvPr id="6" name="Text Placeholder 5">
            <a:extLst>
              <a:ext uri="{FF2B5EF4-FFF2-40B4-BE49-F238E27FC236}">
                <a16:creationId xmlns:a16="http://schemas.microsoft.com/office/drawing/2014/main" id="{C8538BF5-6A46-B261-F667-8EE088BEF8B3}"/>
              </a:ext>
            </a:extLst>
          </p:cNvPr>
          <p:cNvSpPr>
            <a:spLocks noGrp="1"/>
          </p:cNvSpPr>
          <p:nvPr>
            <p:ph type="body" sz="quarter" idx="16"/>
          </p:nvPr>
        </p:nvSpPr>
        <p:spPr>
          <a:xfrm>
            <a:off x="380999" y="1113628"/>
            <a:ext cx="11415765" cy="4835514"/>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0CE5B22B-0FB3-B2D0-6CB2-306782767A36}"/>
              </a:ext>
            </a:extLst>
          </p:cNvPr>
          <p:cNvSpPr/>
          <p:nvPr userDrawn="1"/>
        </p:nvSpPr>
        <p:spPr>
          <a:xfrm>
            <a:off x="0" y="6103088"/>
            <a:ext cx="12192000" cy="754912"/>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3" name="Slide Number Placeholder 4">
            <a:extLst>
              <a:ext uri="{FF2B5EF4-FFF2-40B4-BE49-F238E27FC236}">
                <a16:creationId xmlns:a16="http://schemas.microsoft.com/office/drawing/2014/main" id="{703B2C28-6825-22F6-D64A-D678EBD3B219}"/>
              </a:ext>
            </a:extLst>
          </p:cNvPr>
          <p:cNvSpPr>
            <a:spLocks noGrp="1"/>
          </p:cNvSpPr>
          <p:nvPr>
            <p:ph type="sldNum" sz="quarter" idx="12"/>
          </p:nvPr>
        </p:nvSpPr>
        <p:spPr>
          <a:xfrm>
            <a:off x="11399856" y="6322773"/>
            <a:ext cx="396909" cy="365125"/>
          </a:xfrm>
        </p:spPr>
        <p:txBody>
          <a:bodyPr/>
          <a:lstStyle>
            <a:lvl1pPr algn="ctr">
              <a:defRPr>
                <a:solidFill>
                  <a:schemeClr val="bg1"/>
                </a:solidFill>
              </a:defRPr>
            </a:lvl1pPr>
          </a:lstStyle>
          <a:p>
            <a:fld id="{84D58D1B-E4CD-4092-A64A-067BEFC75A17}" type="slidenum">
              <a:rPr lang="en-US" smtClean="0"/>
              <a:pPr/>
              <a:t>‹#›</a:t>
            </a:fld>
            <a:endParaRPr lang="en-US"/>
          </a:p>
        </p:txBody>
      </p:sp>
      <p:sp>
        <p:nvSpPr>
          <p:cNvPr id="7" name="Text Placeholder 5">
            <a:extLst>
              <a:ext uri="{FF2B5EF4-FFF2-40B4-BE49-F238E27FC236}">
                <a16:creationId xmlns:a16="http://schemas.microsoft.com/office/drawing/2014/main" id="{44B2CE3A-E71E-7684-7D73-B470F97175F7}"/>
              </a:ext>
            </a:extLst>
          </p:cNvPr>
          <p:cNvSpPr>
            <a:spLocks noGrp="1"/>
          </p:cNvSpPr>
          <p:nvPr>
            <p:ph type="body" sz="quarter" idx="15"/>
          </p:nvPr>
        </p:nvSpPr>
        <p:spPr>
          <a:xfrm>
            <a:off x="377669" y="6264823"/>
            <a:ext cx="10946004"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bg1"/>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cxnSp>
        <p:nvCxnSpPr>
          <p:cNvPr id="5" name="Straight Connector 4">
            <a:extLst>
              <a:ext uri="{FF2B5EF4-FFF2-40B4-BE49-F238E27FC236}">
                <a16:creationId xmlns:a16="http://schemas.microsoft.com/office/drawing/2014/main" id="{92C72577-658E-4D0C-D83D-DAE04B299F98}"/>
              </a:ext>
            </a:extLst>
          </p:cNvPr>
          <p:cNvCxnSpPr>
            <a:cxnSpLocks/>
          </p:cNvCxnSpPr>
          <p:nvPr userDrawn="1"/>
        </p:nvCxnSpPr>
        <p:spPr>
          <a:xfrm>
            <a:off x="386813" y="1002205"/>
            <a:ext cx="11427888" cy="0"/>
          </a:xfrm>
          <a:prstGeom prst="line">
            <a:avLst/>
          </a:prstGeom>
          <a:ln w="3810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5659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ody Slide 2">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AFAE50B-5748-1E55-25D9-2FDD48ABEC36}"/>
              </a:ext>
            </a:extLst>
          </p:cNvPr>
          <p:cNvGraphicFramePr>
            <a:graphicFrameLocks noChangeAspect="1"/>
          </p:cNvGraphicFramePr>
          <p:nvPr userDrawn="1">
            <p:custDataLst>
              <p:tags r:id="rId1"/>
            </p:custDataLst>
            <p:extLst>
              <p:ext uri="{D42A27DB-BD31-4B8C-83A1-F6EECF244321}">
                <p14:modId xmlns:p14="http://schemas.microsoft.com/office/powerpoint/2010/main" val="28321574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7" name="think-cell data - do not delete" hidden="1">
                        <a:extLst>
                          <a:ext uri="{FF2B5EF4-FFF2-40B4-BE49-F238E27FC236}">
                            <a16:creationId xmlns:a16="http://schemas.microsoft.com/office/drawing/2014/main" id="{AAFAE50B-5748-1E55-25D9-2FDD48ABEC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80999" y="85038"/>
            <a:ext cx="11415765" cy="849910"/>
          </a:xfrm>
          <a:prstGeom prst="rect">
            <a:avLst/>
          </a:prstGeom>
        </p:spPr>
        <p:txBody>
          <a:bodyPr vert="horz" lIns="0" tIns="0" rIns="0" bIns="0" anchor="b" anchorCtr="0">
            <a:noAutofit/>
          </a:bodyPr>
          <a:lstStyle>
            <a:lvl1pPr algn="l">
              <a:lnSpc>
                <a:spcPct val="100000"/>
              </a:lnSpc>
              <a:spcBef>
                <a:spcPts val="600"/>
              </a:spcBef>
              <a:defRPr sz="2800" b="0">
                <a:solidFill>
                  <a:srgbClr val="000000"/>
                </a:solidFill>
                <a:latin typeface="+mj-lt"/>
              </a:defRPr>
            </a:lvl1pPr>
          </a:lstStyle>
          <a:p>
            <a:r>
              <a:rPr lang="en-US"/>
              <a:t>Click to edit Master title style</a:t>
            </a:r>
          </a:p>
        </p:txBody>
      </p:sp>
      <p:sp>
        <p:nvSpPr>
          <p:cNvPr id="6" name="Text Placeholder 5">
            <a:extLst>
              <a:ext uri="{FF2B5EF4-FFF2-40B4-BE49-F238E27FC236}">
                <a16:creationId xmlns:a16="http://schemas.microsoft.com/office/drawing/2014/main" id="{C8538BF5-6A46-B261-F667-8EE088BEF8B3}"/>
              </a:ext>
            </a:extLst>
          </p:cNvPr>
          <p:cNvSpPr>
            <a:spLocks noGrp="1"/>
          </p:cNvSpPr>
          <p:nvPr>
            <p:ph type="body" sz="quarter" idx="16"/>
          </p:nvPr>
        </p:nvSpPr>
        <p:spPr>
          <a:xfrm>
            <a:off x="380999" y="1116637"/>
            <a:ext cx="11415765" cy="5024688"/>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4">
            <a:extLst>
              <a:ext uri="{FF2B5EF4-FFF2-40B4-BE49-F238E27FC236}">
                <a16:creationId xmlns:a16="http://schemas.microsoft.com/office/drawing/2014/main" id="{4D7427BE-4EBA-FCEE-FD65-D50EC7FCA6C7}"/>
              </a:ext>
            </a:extLst>
          </p:cNvPr>
          <p:cNvSpPr>
            <a:spLocks noGrp="1"/>
          </p:cNvSpPr>
          <p:nvPr>
            <p:ph type="sldNum" sz="quarter" idx="12"/>
          </p:nvPr>
        </p:nvSpPr>
        <p:spPr>
          <a:xfrm>
            <a:off x="11399856" y="6357595"/>
            <a:ext cx="396909" cy="365125"/>
          </a:xfrm>
        </p:spPr>
        <p:txBody>
          <a:bodyPr/>
          <a:lstStyle>
            <a:lvl1pPr algn="ctr">
              <a:defRPr/>
            </a:lvl1pPr>
          </a:lstStyle>
          <a:p>
            <a:fld id="{84D58D1B-E4CD-4092-A64A-067BEFC75A17}" type="slidenum">
              <a:rPr lang="en-US" smtClean="0"/>
              <a:pPr/>
              <a:t>‹#›</a:t>
            </a:fld>
            <a:endParaRPr lang="en-US"/>
          </a:p>
        </p:txBody>
      </p:sp>
      <p:sp>
        <p:nvSpPr>
          <p:cNvPr id="5" name="Text Placeholder 5">
            <a:extLst>
              <a:ext uri="{FF2B5EF4-FFF2-40B4-BE49-F238E27FC236}">
                <a16:creationId xmlns:a16="http://schemas.microsoft.com/office/drawing/2014/main" id="{E1680202-091A-2FF6-9296-261537F2766F}"/>
              </a:ext>
            </a:extLst>
          </p:cNvPr>
          <p:cNvSpPr>
            <a:spLocks noGrp="1"/>
          </p:cNvSpPr>
          <p:nvPr>
            <p:ph type="body" sz="quarter" idx="15"/>
          </p:nvPr>
        </p:nvSpPr>
        <p:spPr>
          <a:xfrm>
            <a:off x="380999" y="6307355"/>
            <a:ext cx="10910777"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tx1">
                    <a:lumMod val="50000"/>
                    <a:lumOff val="50000"/>
                  </a:schemeClr>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cxnSp>
        <p:nvCxnSpPr>
          <p:cNvPr id="12" name="Straight Connector 11">
            <a:extLst>
              <a:ext uri="{FF2B5EF4-FFF2-40B4-BE49-F238E27FC236}">
                <a16:creationId xmlns:a16="http://schemas.microsoft.com/office/drawing/2014/main" id="{C56F7293-0224-05BF-D733-19F156C60FFF}"/>
              </a:ext>
            </a:extLst>
          </p:cNvPr>
          <p:cNvCxnSpPr>
            <a:cxnSpLocks/>
          </p:cNvCxnSpPr>
          <p:nvPr userDrawn="1"/>
        </p:nvCxnSpPr>
        <p:spPr>
          <a:xfrm>
            <a:off x="386813" y="1002205"/>
            <a:ext cx="11427888" cy="0"/>
          </a:xfrm>
          <a:prstGeom prst="line">
            <a:avLst/>
          </a:prstGeom>
          <a:ln w="3810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5831138"/>
      </p:ext>
    </p:extLst>
  </p:cSld>
  <p:clrMapOvr>
    <a:masterClrMapping/>
  </p:clrMapOvr>
  <p:extLst>
    <p:ext uri="{DCECCB84-F9BA-43D5-87BE-67443E8EF086}">
      <p15:sldGuideLst xmlns:p15="http://schemas.microsoft.com/office/powerpoint/2012/main">
        <p15:guide id="1" pos="3840" userDrawn="1">
          <p15:clr>
            <a:srgbClr val="FBAE40"/>
          </p15:clr>
        </p15:guide>
        <p15:guide id="2" pos="240" userDrawn="1">
          <p15:clr>
            <a:srgbClr val="FBAE40"/>
          </p15:clr>
        </p15:guide>
        <p15:guide id="3" pos="74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ody Slide 3">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89FEF2BE-6A72-EF47-C147-95FE769CB6EA}"/>
              </a:ext>
            </a:extLst>
          </p:cNvPr>
          <p:cNvGraphicFramePr>
            <a:graphicFrameLocks noChangeAspect="1"/>
          </p:cNvGraphicFramePr>
          <p:nvPr userDrawn="1">
            <p:custDataLst>
              <p:tags r:id="rId1"/>
            </p:custDataLst>
            <p:extLst>
              <p:ext uri="{D42A27DB-BD31-4B8C-83A1-F6EECF244321}">
                <p14:modId xmlns:p14="http://schemas.microsoft.com/office/powerpoint/2010/main" val="20670633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3" name="think-cell data - do not delete" hidden="1">
                        <a:extLst>
                          <a:ext uri="{FF2B5EF4-FFF2-40B4-BE49-F238E27FC236}">
                            <a16:creationId xmlns:a16="http://schemas.microsoft.com/office/drawing/2014/main" id="{89FEF2BE-6A72-EF47-C147-95FE769CB6E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23AF0422-6A3A-39A4-44B1-B84F30E7F39D}"/>
              </a:ext>
            </a:extLst>
          </p:cNvPr>
          <p:cNvSpPr/>
          <p:nvPr userDrawn="1"/>
        </p:nvSpPr>
        <p:spPr>
          <a:xfrm>
            <a:off x="0" y="-1"/>
            <a:ext cx="12192000" cy="1028701"/>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81000" y="74405"/>
            <a:ext cx="11415764" cy="849910"/>
          </a:xfrm>
          <a:prstGeom prst="rect">
            <a:avLst/>
          </a:prstGeom>
        </p:spPr>
        <p:txBody>
          <a:bodyPr vert="horz" lIns="0" tIns="0" rIns="0" bIns="0" anchor="ctr"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sp>
        <p:nvSpPr>
          <p:cNvPr id="5" name="Slide Number Placeholder 4">
            <a:extLst>
              <a:ext uri="{FF2B5EF4-FFF2-40B4-BE49-F238E27FC236}">
                <a16:creationId xmlns:a16="http://schemas.microsoft.com/office/drawing/2014/main" id="{C58349DF-0F8A-96D2-E595-655DEA9C579A}"/>
              </a:ext>
            </a:extLst>
          </p:cNvPr>
          <p:cNvSpPr>
            <a:spLocks noGrp="1"/>
          </p:cNvSpPr>
          <p:nvPr>
            <p:ph type="sldNum" sz="quarter" idx="12"/>
          </p:nvPr>
        </p:nvSpPr>
        <p:spPr>
          <a:xfrm>
            <a:off x="11410489" y="6368228"/>
            <a:ext cx="396909" cy="365125"/>
          </a:xfrm>
        </p:spPr>
        <p:txBody>
          <a:bodyPr/>
          <a:lstStyle>
            <a:lvl1pPr algn="ctr">
              <a:defRPr/>
            </a:lvl1pPr>
          </a:lstStyle>
          <a:p>
            <a:fld id="{84D58D1B-E4CD-4092-A64A-067BEFC75A17}" type="slidenum">
              <a:rPr lang="en-US" smtClean="0"/>
              <a:pPr/>
              <a:t>‹#›</a:t>
            </a:fld>
            <a:endParaRPr lang="en-US"/>
          </a:p>
        </p:txBody>
      </p:sp>
      <p:sp>
        <p:nvSpPr>
          <p:cNvPr id="6" name="Text Placeholder 5">
            <a:extLst>
              <a:ext uri="{FF2B5EF4-FFF2-40B4-BE49-F238E27FC236}">
                <a16:creationId xmlns:a16="http://schemas.microsoft.com/office/drawing/2014/main" id="{5FA95F14-EAC0-61F9-4E30-4F5E08CE9D7A}"/>
              </a:ext>
            </a:extLst>
          </p:cNvPr>
          <p:cNvSpPr>
            <a:spLocks noGrp="1"/>
          </p:cNvSpPr>
          <p:nvPr>
            <p:ph type="body" sz="quarter" idx="15"/>
          </p:nvPr>
        </p:nvSpPr>
        <p:spPr>
          <a:xfrm>
            <a:off x="381000" y="6317988"/>
            <a:ext cx="10942673"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tx1">
                    <a:lumMod val="50000"/>
                    <a:lumOff val="50000"/>
                  </a:schemeClr>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sp>
        <p:nvSpPr>
          <p:cNvPr id="7" name="Text Placeholder 5">
            <a:extLst>
              <a:ext uri="{FF2B5EF4-FFF2-40B4-BE49-F238E27FC236}">
                <a16:creationId xmlns:a16="http://schemas.microsoft.com/office/drawing/2014/main" id="{B5807626-B196-698F-A480-42D8B0200B47}"/>
              </a:ext>
            </a:extLst>
          </p:cNvPr>
          <p:cNvSpPr>
            <a:spLocks noGrp="1"/>
          </p:cNvSpPr>
          <p:nvPr>
            <p:ph type="body" sz="quarter" idx="16"/>
          </p:nvPr>
        </p:nvSpPr>
        <p:spPr>
          <a:xfrm>
            <a:off x="381000" y="1103106"/>
            <a:ext cx="11415765" cy="5020444"/>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8041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Body Slide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0D29F9A-1DAE-6201-701C-92563ED26B0F}"/>
              </a:ext>
            </a:extLst>
          </p:cNvPr>
          <p:cNvGraphicFramePr>
            <a:graphicFrameLocks noChangeAspect="1"/>
          </p:cNvGraphicFramePr>
          <p:nvPr userDrawn="1">
            <p:custDataLst>
              <p:tags r:id="rId1"/>
            </p:custDataLst>
            <p:extLst>
              <p:ext uri="{D42A27DB-BD31-4B8C-83A1-F6EECF244321}">
                <p14:modId xmlns:p14="http://schemas.microsoft.com/office/powerpoint/2010/main" val="6671014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 name="think-cell data - do not delete" hidden="1">
                        <a:extLst>
                          <a:ext uri="{FF2B5EF4-FFF2-40B4-BE49-F238E27FC236}">
                            <a16:creationId xmlns:a16="http://schemas.microsoft.com/office/drawing/2014/main" id="{70D29F9A-1DAE-6201-701C-92563ED26B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23AF0422-6A3A-39A4-44B1-B84F30E7F39D}"/>
              </a:ext>
            </a:extLst>
          </p:cNvPr>
          <p:cNvSpPr/>
          <p:nvPr userDrawn="1"/>
        </p:nvSpPr>
        <p:spPr>
          <a:xfrm>
            <a:off x="0" y="-1"/>
            <a:ext cx="12192000" cy="1028701"/>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1072662" y="74405"/>
            <a:ext cx="10724102" cy="849910"/>
          </a:xfrm>
          <a:prstGeom prst="rect">
            <a:avLst/>
          </a:prstGeom>
        </p:spPr>
        <p:txBody>
          <a:bodyPr vert="horz" lIns="0" tIns="0" rIns="0" bIns="0" anchor="ctr"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sp>
        <p:nvSpPr>
          <p:cNvPr id="5" name="Slide Number Placeholder 4">
            <a:extLst>
              <a:ext uri="{FF2B5EF4-FFF2-40B4-BE49-F238E27FC236}">
                <a16:creationId xmlns:a16="http://schemas.microsoft.com/office/drawing/2014/main" id="{C58349DF-0F8A-96D2-E595-655DEA9C579A}"/>
              </a:ext>
            </a:extLst>
          </p:cNvPr>
          <p:cNvSpPr>
            <a:spLocks noGrp="1"/>
          </p:cNvSpPr>
          <p:nvPr>
            <p:ph type="sldNum" sz="quarter" idx="12"/>
          </p:nvPr>
        </p:nvSpPr>
        <p:spPr>
          <a:xfrm>
            <a:off x="11410489" y="6368228"/>
            <a:ext cx="396909" cy="365125"/>
          </a:xfrm>
        </p:spPr>
        <p:txBody>
          <a:bodyPr/>
          <a:lstStyle>
            <a:lvl1pPr algn="ctr">
              <a:defRPr/>
            </a:lvl1pPr>
          </a:lstStyle>
          <a:p>
            <a:fld id="{84D58D1B-E4CD-4092-A64A-067BEFC75A17}" type="slidenum">
              <a:rPr lang="en-US" smtClean="0"/>
              <a:pPr/>
              <a:t>‹#›</a:t>
            </a:fld>
            <a:endParaRPr lang="en-US"/>
          </a:p>
        </p:txBody>
      </p:sp>
      <p:sp>
        <p:nvSpPr>
          <p:cNvPr id="6" name="Text Placeholder 5">
            <a:extLst>
              <a:ext uri="{FF2B5EF4-FFF2-40B4-BE49-F238E27FC236}">
                <a16:creationId xmlns:a16="http://schemas.microsoft.com/office/drawing/2014/main" id="{5FA95F14-EAC0-61F9-4E30-4F5E08CE9D7A}"/>
              </a:ext>
            </a:extLst>
          </p:cNvPr>
          <p:cNvSpPr>
            <a:spLocks noGrp="1"/>
          </p:cNvSpPr>
          <p:nvPr>
            <p:ph type="body" sz="quarter" idx="15"/>
          </p:nvPr>
        </p:nvSpPr>
        <p:spPr>
          <a:xfrm>
            <a:off x="368876" y="6317988"/>
            <a:ext cx="10954797"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tx1">
                    <a:lumMod val="50000"/>
                    <a:lumOff val="50000"/>
                  </a:schemeClr>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sp>
        <p:nvSpPr>
          <p:cNvPr id="7" name="Text Placeholder 5">
            <a:extLst>
              <a:ext uri="{FF2B5EF4-FFF2-40B4-BE49-F238E27FC236}">
                <a16:creationId xmlns:a16="http://schemas.microsoft.com/office/drawing/2014/main" id="{B5807626-B196-698F-A480-42D8B0200B47}"/>
              </a:ext>
            </a:extLst>
          </p:cNvPr>
          <p:cNvSpPr>
            <a:spLocks noGrp="1"/>
          </p:cNvSpPr>
          <p:nvPr>
            <p:ph type="body" sz="quarter" idx="16"/>
          </p:nvPr>
        </p:nvSpPr>
        <p:spPr>
          <a:xfrm>
            <a:off x="381000" y="1164111"/>
            <a:ext cx="11415765" cy="4959439"/>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Oval 2">
            <a:extLst>
              <a:ext uri="{FF2B5EF4-FFF2-40B4-BE49-F238E27FC236}">
                <a16:creationId xmlns:a16="http://schemas.microsoft.com/office/drawing/2014/main" id="{70C4AAB9-CF17-4A20-05FC-0E5EBECBC467}"/>
              </a:ext>
            </a:extLst>
          </p:cNvPr>
          <p:cNvSpPr/>
          <p:nvPr userDrawn="1"/>
        </p:nvSpPr>
        <p:spPr>
          <a:xfrm>
            <a:off x="395974" y="239795"/>
            <a:ext cx="519129" cy="51912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 Placeholder 5">
            <a:extLst>
              <a:ext uri="{FF2B5EF4-FFF2-40B4-BE49-F238E27FC236}">
                <a16:creationId xmlns:a16="http://schemas.microsoft.com/office/drawing/2014/main" id="{52B19414-A55B-8382-5EDB-D36FFFA026EE}"/>
              </a:ext>
            </a:extLst>
          </p:cNvPr>
          <p:cNvSpPr>
            <a:spLocks noGrp="1"/>
          </p:cNvSpPr>
          <p:nvPr>
            <p:ph type="body" sz="quarter" idx="17" hasCustomPrompt="1"/>
          </p:nvPr>
        </p:nvSpPr>
        <p:spPr>
          <a:xfrm>
            <a:off x="534148" y="345274"/>
            <a:ext cx="242779" cy="308170"/>
          </a:xfrm>
          <a:prstGeom prst="rect">
            <a:avLst/>
          </a:prstGeom>
        </p:spPr>
        <p:txBody>
          <a:bodyPr anchor="ctr"/>
          <a:lstStyle>
            <a:lvl1pPr marL="0" indent="0" algn="ctr">
              <a:lnSpc>
                <a:spcPct val="100000"/>
              </a:lnSpc>
              <a:spcBef>
                <a:spcPts val="600"/>
              </a:spcBef>
              <a:buFont typeface="Arial" panose="020B0604020202020204" pitchFamily="34" charset="0"/>
              <a:buNone/>
              <a:defRPr sz="1800" b="1">
                <a:solidFill>
                  <a:schemeClr val="accent2"/>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a:t>
            </a:r>
          </a:p>
        </p:txBody>
      </p:sp>
    </p:spTree>
    <p:extLst>
      <p:ext uri="{BB962C8B-B14F-4D97-AF65-F5344CB8AC3E}">
        <p14:creationId xmlns:p14="http://schemas.microsoft.com/office/powerpoint/2010/main" val="1912213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 Body Slide 2">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AFAE50B-5748-1E55-25D9-2FDD48ABEC36}"/>
              </a:ext>
            </a:extLst>
          </p:cNvPr>
          <p:cNvGraphicFramePr>
            <a:graphicFrameLocks noChangeAspect="1"/>
          </p:cNvGraphicFramePr>
          <p:nvPr userDrawn="1">
            <p:custDataLst>
              <p:tags r:id="rId1"/>
            </p:custDataLst>
            <p:extLst>
              <p:ext uri="{D42A27DB-BD31-4B8C-83A1-F6EECF244321}">
                <p14:modId xmlns:p14="http://schemas.microsoft.com/office/powerpoint/2010/main" val="15889065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7" name="think-cell data - do not delete" hidden="1">
                        <a:extLst>
                          <a:ext uri="{FF2B5EF4-FFF2-40B4-BE49-F238E27FC236}">
                            <a16:creationId xmlns:a16="http://schemas.microsoft.com/office/drawing/2014/main" id="{AAFAE50B-5748-1E55-25D9-2FDD48ABEC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1072661" y="85038"/>
            <a:ext cx="10724103" cy="849910"/>
          </a:xfrm>
          <a:prstGeom prst="rect">
            <a:avLst/>
          </a:prstGeom>
        </p:spPr>
        <p:txBody>
          <a:bodyPr vert="horz" lIns="0" tIns="0" rIns="0" bIns="0" anchor="b" anchorCtr="0">
            <a:noAutofit/>
          </a:bodyPr>
          <a:lstStyle>
            <a:lvl1pPr algn="l">
              <a:lnSpc>
                <a:spcPct val="100000"/>
              </a:lnSpc>
              <a:spcBef>
                <a:spcPts val="600"/>
              </a:spcBef>
              <a:defRPr sz="2800" b="0">
                <a:solidFill>
                  <a:srgbClr val="000000"/>
                </a:solidFill>
                <a:latin typeface="+mj-lt"/>
              </a:defRPr>
            </a:lvl1pPr>
          </a:lstStyle>
          <a:p>
            <a:r>
              <a:rPr lang="en-US"/>
              <a:t>Click to edit Master title style</a:t>
            </a:r>
          </a:p>
        </p:txBody>
      </p:sp>
      <p:sp>
        <p:nvSpPr>
          <p:cNvPr id="6" name="Text Placeholder 5">
            <a:extLst>
              <a:ext uri="{FF2B5EF4-FFF2-40B4-BE49-F238E27FC236}">
                <a16:creationId xmlns:a16="http://schemas.microsoft.com/office/drawing/2014/main" id="{C8538BF5-6A46-B261-F667-8EE088BEF8B3}"/>
              </a:ext>
            </a:extLst>
          </p:cNvPr>
          <p:cNvSpPr>
            <a:spLocks noGrp="1"/>
          </p:cNvSpPr>
          <p:nvPr>
            <p:ph type="body" sz="quarter" idx="16"/>
          </p:nvPr>
        </p:nvSpPr>
        <p:spPr>
          <a:xfrm>
            <a:off x="377685" y="1116637"/>
            <a:ext cx="11419079" cy="5024688"/>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4">
            <a:extLst>
              <a:ext uri="{FF2B5EF4-FFF2-40B4-BE49-F238E27FC236}">
                <a16:creationId xmlns:a16="http://schemas.microsoft.com/office/drawing/2014/main" id="{4D7427BE-4EBA-FCEE-FD65-D50EC7FCA6C7}"/>
              </a:ext>
            </a:extLst>
          </p:cNvPr>
          <p:cNvSpPr>
            <a:spLocks noGrp="1"/>
          </p:cNvSpPr>
          <p:nvPr>
            <p:ph type="sldNum" sz="quarter" idx="12"/>
          </p:nvPr>
        </p:nvSpPr>
        <p:spPr>
          <a:xfrm>
            <a:off x="11399856" y="6357595"/>
            <a:ext cx="396909" cy="365125"/>
          </a:xfrm>
        </p:spPr>
        <p:txBody>
          <a:bodyPr/>
          <a:lstStyle>
            <a:lvl1pPr algn="ctr">
              <a:defRPr/>
            </a:lvl1pPr>
          </a:lstStyle>
          <a:p>
            <a:fld id="{84D58D1B-E4CD-4092-A64A-067BEFC75A17}" type="slidenum">
              <a:rPr lang="en-US" smtClean="0"/>
              <a:pPr/>
              <a:t>‹#›</a:t>
            </a:fld>
            <a:endParaRPr lang="en-US"/>
          </a:p>
        </p:txBody>
      </p:sp>
      <p:sp>
        <p:nvSpPr>
          <p:cNvPr id="5" name="Text Placeholder 5">
            <a:extLst>
              <a:ext uri="{FF2B5EF4-FFF2-40B4-BE49-F238E27FC236}">
                <a16:creationId xmlns:a16="http://schemas.microsoft.com/office/drawing/2014/main" id="{E1680202-091A-2FF6-9296-261537F2766F}"/>
              </a:ext>
            </a:extLst>
          </p:cNvPr>
          <p:cNvSpPr>
            <a:spLocks noGrp="1"/>
          </p:cNvSpPr>
          <p:nvPr>
            <p:ph type="body" sz="quarter" idx="15"/>
          </p:nvPr>
        </p:nvSpPr>
        <p:spPr>
          <a:xfrm>
            <a:off x="377669" y="6307355"/>
            <a:ext cx="10914108" cy="465607"/>
          </a:xfrm>
          <a:prstGeom prst="rect">
            <a:avLst/>
          </a:prstGeom>
        </p:spPr>
        <p:txBody>
          <a:bodyPr/>
          <a:lstStyle>
            <a:lvl1pPr marL="0" indent="0">
              <a:lnSpc>
                <a:spcPct val="100000"/>
              </a:lnSpc>
              <a:spcBef>
                <a:spcPts val="0"/>
              </a:spcBef>
              <a:buFont typeface="Arial" panose="020B0604020202020204" pitchFamily="34" charset="0"/>
              <a:buNone/>
              <a:defRPr sz="1200" b="0">
                <a:solidFill>
                  <a:schemeClr val="tx1">
                    <a:lumMod val="50000"/>
                    <a:lumOff val="50000"/>
                  </a:schemeClr>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sp>
        <p:nvSpPr>
          <p:cNvPr id="3" name="Oval 2">
            <a:extLst>
              <a:ext uri="{FF2B5EF4-FFF2-40B4-BE49-F238E27FC236}">
                <a16:creationId xmlns:a16="http://schemas.microsoft.com/office/drawing/2014/main" id="{43E32D75-52F5-F1D0-D24F-1EF5ADB1883E}"/>
              </a:ext>
            </a:extLst>
          </p:cNvPr>
          <p:cNvSpPr/>
          <p:nvPr userDrawn="1"/>
        </p:nvSpPr>
        <p:spPr>
          <a:xfrm>
            <a:off x="395974" y="239795"/>
            <a:ext cx="519129" cy="51912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5">
            <a:extLst>
              <a:ext uri="{FF2B5EF4-FFF2-40B4-BE49-F238E27FC236}">
                <a16:creationId xmlns:a16="http://schemas.microsoft.com/office/drawing/2014/main" id="{360450DC-D332-7C0F-F290-0A1C32F42D22}"/>
              </a:ext>
            </a:extLst>
          </p:cNvPr>
          <p:cNvSpPr>
            <a:spLocks noGrp="1"/>
          </p:cNvSpPr>
          <p:nvPr>
            <p:ph type="body" sz="quarter" idx="17" hasCustomPrompt="1"/>
          </p:nvPr>
        </p:nvSpPr>
        <p:spPr>
          <a:xfrm>
            <a:off x="534148" y="345274"/>
            <a:ext cx="242779" cy="308170"/>
          </a:xfrm>
          <a:prstGeom prst="rect">
            <a:avLst/>
          </a:prstGeom>
        </p:spPr>
        <p:txBody>
          <a:bodyPr anchor="ctr"/>
          <a:lstStyle>
            <a:lvl1pPr marL="0" indent="0" algn="ctr">
              <a:lnSpc>
                <a:spcPct val="100000"/>
              </a:lnSpc>
              <a:spcBef>
                <a:spcPts val="600"/>
              </a:spcBef>
              <a:buFont typeface="Arial" panose="020B0604020202020204" pitchFamily="34" charset="0"/>
              <a:buNone/>
              <a:defRPr sz="1800" b="1">
                <a:solidFill>
                  <a:schemeClr val="bg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a:t>
            </a:r>
          </a:p>
        </p:txBody>
      </p:sp>
      <p:cxnSp>
        <p:nvCxnSpPr>
          <p:cNvPr id="8" name="Straight Connector 7">
            <a:extLst>
              <a:ext uri="{FF2B5EF4-FFF2-40B4-BE49-F238E27FC236}">
                <a16:creationId xmlns:a16="http://schemas.microsoft.com/office/drawing/2014/main" id="{BA26B1A2-C0F7-84FC-D538-95C9BFCBD0BE}"/>
              </a:ext>
            </a:extLst>
          </p:cNvPr>
          <p:cNvCxnSpPr>
            <a:cxnSpLocks/>
          </p:cNvCxnSpPr>
          <p:nvPr userDrawn="1"/>
        </p:nvCxnSpPr>
        <p:spPr>
          <a:xfrm>
            <a:off x="386813" y="1002205"/>
            <a:ext cx="11427888" cy="0"/>
          </a:xfrm>
          <a:prstGeom prst="line">
            <a:avLst/>
          </a:prstGeom>
          <a:ln w="3810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1096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ogo Body Slide">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E1B75A-A3C6-0F97-7892-0BE705856D9D}"/>
              </a:ext>
            </a:extLst>
          </p:cNvPr>
          <p:cNvGraphicFramePr>
            <a:graphicFrameLocks noChangeAspect="1"/>
          </p:cNvGraphicFramePr>
          <p:nvPr userDrawn="1">
            <p:custDataLst>
              <p:tags r:id="rId1"/>
            </p:custDataLst>
            <p:extLst>
              <p:ext uri="{D42A27DB-BD31-4B8C-83A1-F6EECF244321}">
                <p14:modId xmlns:p14="http://schemas.microsoft.com/office/powerpoint/2010/main" val="18084546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4" name="think-cell data - do not delete" hidden="1">
                        <a:extLst>
                          <a:ext uri="{FF2B5EF4-FFF2-40B4-BE49-F238E27FC236}">
                            <a16:creationId xmlns:a16="http://schemas.microsoft.com/office/drawing/2014/main" id="{E8E1B75A-A3C6-0F97-7892-0BE705856D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23AF0422-6A3A-39A4-44B1-B84F30E7F39D}"/>
              </a:ext>
            </a:extLst>
          </p:cNvPr>
          <p:cNvSpPr/>
          <p:nvPr userDrawn="1"/>
        </p:nvSpPr>
        <p:spPr>
          <a:xfrm>
            <a:off x="0" y="-1"/>
            <a:ext cx="9988062" cy="1028701"/>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81000" y="89394"/>
            <a:ext cx="9255368" cy="849910"/>
          </a:xfrm>
          <a:prstGeom prst="rect">
            <a:avLst/>
          </a:prstGeom>
        </p:spPr>
        <p:txBody>
          <a:bodyPr vert="horz" lIns="0" tIns="0" rIns="0" bIns="0" anchor="ctr"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sp>
        <p:nvSpPr>
          <p:cNvPr id="5" name="Slide Number Placeholder 4">
            <a:extLst>
              <a:ext uri="{FF2B5EF4-FFF2-40B4-BE49-F238E27FC236}">
                <a16:creationId xmlns:a16="http://schemas.microsoft.com/office/drawing/2014/main" id="{C58349DF-0F8A-96D2-E595-655DEA9C579A}"/>
              </a:ext>
            </a:extLst>
          </p:cNvPr>
          <p:cNvSpPr>
            <a:spLocks noGrp="1"/>
          </p:cNvSpPr>
          <p:nvPr>
            <p:ph type="sldNum" sz="quarter" idx="12"/>
          </p:nvPr>
        </p:nvSpPr>
        <p:spPr>
          <a:xfrm>
            <a:off x="11410489" y="6368228"/>
            <a:ext cx="396909" cy="365125"/>
          </a:xfrm>
        </p:spPr>
        <p:txBody>
          <a:bodyPr/>
          <a:lstStyle>
            <a:lvl1pPr algn="ctr">
              <a:defRPr/>
            </a:lvl1pPr>
          </a:lstStyle>
          <a:p>
            <a:fld id="{84D58D1B-E4CD-4092-A64A-067BEFC75A17}" type="slidenum">
              <a:rPr lang="en-US" smtClean="0"/>
              <a:pPr/>
              <a:t>‹#›</a:t>
            </a:fld>
            <a:endParaRPr lang="en-US"/>
          </a:p>
        </p:txBody>
      </p:sp>
      <p:sp>
        <p:nvSpPr>
          <p:cNvPr id="6" name="Text Placeholder 5">
            <a:extLst>
              <a:ext uri="{FF2B5EF4-FFF2-40B4-BE49-F238E27FC236}">
                <a16:creationId xmlns:a16="http://schemas.microsoft.com/office/drawing/2014/main" id="{5FA95F14-EAC0-61F9-4E30-4F5E08CE9D7A}"/>
              </a:ext>
            </a:extLst>
          </p:cNvPr>
          <p:cNvSpPr>
            <a:spLocks noGrp="1"/>
          </p:cNvSpPr>
          <p:nvPr>
            <p:ph type="body" sz="quarter" idx="15"/>
          </p:nvPr>
        </p:nvSpPr>
        <p:spPr>
          <a:xfrm>
            <a:off x="381000" y="6317988"/>
            <a:ext cx="10942673"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tx1">
                    <a:lumMod val="50000"/>
                    <a:lumOff val="50000"/>
                  </a:schemeClr>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sp>
        <p:nvSpPr>
          <p:cNvPr id="7" name="Text Placeholder 5">
            <a:extLst>
              <a:ext uri="{FF2B5EF4-FFF2-40B4-BE49-F238E27FC236}">
                <a16:creationId xmlns:a16="http://schemas.microsoft.com/office/drawing/2014/main" id="{B5807626-B196-698F-A480-42D8B0200B47}"/>
              </a:ext>
            </a:extLst>
          </p:cNvPr>
          <p:cNvSpPr>
            <a:spLocks noGrp="1"/>
          </p:cNvSpPr>
          <p:nvPr>
            <p:ph type="body" sz="quarter" idx="16"/>
          </p:nvPr>
        </p:nvSpPr>
        <p:spPr>
          <a:xfrm>
            <a:off x="381000" y="1118095"/>
            <a:ext cx="11426397" cy="5005455"/>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FB7114AF-E7B0-ECEF-4A1C-9AC55A86978F}"/>
              </a:ext>
            </a:extLst>
          </p:cNvPr>
          <p:cNvSpPr>
            <a:spLocks noGrp="1"/>
          </p:cNvSpPr>
          <p:nvPr>
            <p:ph type="pic" idx="1" hasCustomPrompt="1"/>
          </p:nvPr>
        </p:nvSpPr>
        <p:spPr>
          <a:xfrm>
            <a:off x="10041014" y="89395"/>
            <a:ext cx="1766384" cy="939306"/>
          </a:xfrm>
          <a:prstGeom prst="rect">
            <a:avLst/>
          </a:prstGeom>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Insert logo / graphic / image</a:t>
            </a:r>
          </a:p>
        </p:txBody>
      </p:sp>
    </p:spTree>
    <p:extLst>
      <p:ext uri="{BB962C8B-B14F-4D97-AF65-F5344CB8AC3E}">
        <p14:creationId xmlns:p14="http://schemas.microsoft.com/office/powerpoint/2010/main" val="989443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BD Slide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DA3EFCD-3E5B-2630-10D1-084D2C653FAA}"/>
              </a:ext>
            </a:extLst>
          </p:cNvPr>
          <p:cNvGraphicFramePr>
            <a:graphicFrameLocks noChangeAspect="1"/>
          </p:cNvGraphicFramePr>
          <p:nvPr userDrawn="1">
            <p:custDataLst>
              <p:tags r:id="rId1"/>
            </p:custDataLst>
            <p:extLst>
              <p:ext uri="{D42A27DB-BD31-4B8C-83A1-F6EECF244321}">
                <p14:modId xmlns:p14="http://schemas.microsoft.com/office/powerpoint/2010/main" val="11769835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7" name="think-cell data - do not delete" hidden="1">
                        <a:extLst>
                          <a:ext uri="{FF2B5EF4-FFF2-40B4-BE49-F238E27FC236}">
                            <a16:creationId xmlns:a16="http://schemas.microsoft.com/office/drawing/2014/main" id="{CDA3EFCD-3E5B-2630-10D1-084D2C653F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23AF0422-6A3A-39A4-44B1-B84F30E7F39D}"/>
              </a:ext>
            </a:extLst>
          </p:cNvPr>
          <p:cNvSpPr/>
          <p:nvPr userDrawn="1"/>
        </p:nvSpPr>
        <p:spPr>
          <a:xfrm>
            <a:off x="0" y="435935"/>
            <a:ext cx="12192000" cy="1281320"/>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80999" y="651640"/>
            <a:ext cx="11415765" cy="849910"/>
          </a:xfrm>
          <a:prstGeom prst="rect">
            <a:avLst/>
          </a:prstGeom>
        </p:spPr>
        <p:txBody>
          <a:bodyPr vert="horz" lIns="0" tIns="0" rIns="0" bIns="0" anchor="ctr"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sp>
        <p:nvSpPr>
          <p:cNvPr id="5" name="Slide Number Placeholder 4">
            <a:extLst>
              <a:ext uri="{FF2B5EF4-FFF2-40B4-BE49-F238E27FC236}">
                <a16:creationId xmlns:a16="http://schemas.microsoft.com/office/drawing/2014/main" id="{C58349DF-0F8A-96D2-E595-655DEA9C579A}"/>
              </a:ext>
            </a:extLst>
          </p:cNvPr>
          <p:cNvSpPr>
            <a:spLocks noGrp="1"/>
          </p:cNvSpPr>
          <p:nvPr>
            <p:ph type="sldNum" sz="quarter" idx="12"/>
          </p:nvPr>
        </p:nvSpPr>
        <p:spPr>
          <a:xfrm>
            <a:off x="11399856" y="6386571"/>
            <a:ext cx="396909" cy="365125"/>
          </a:xfrm>
        </p:spPr>
        <p:txBody>
          <a:bodyPr/>
          <a:lstStyle>
            <a:lvl1pPr algn="ctr">
              <a:defRPr/>
            </a:lvl1pPr>
          </a:lstStyle>
          <a:p>
            <a:fld id="{84D58D1B-E4CD-4092-A64A-067BEFC75A17}" type="slidenum">
              <a:rPr lang="en-US" smtClean="0"/>
              <a:pPr/>
              <a:t>‹#›</a:t>
            </a:fld>
            <a:endParaRPr lang="en-US"/>
          </a:p>
        </p:txBody>
      </p:sp>
      <p:sp>
        <p:nvSpPr>
          <p:cNvPr id="6" name="Text Placeholder 5">
            <a:extLst>
              <a:ext uri="{FF2B5EF4-FFF2-40B4-BE49-F238E27FC236}">
                <a16:creationId xmlns:a16="http://schemas.microsoft.com/office/drawing/2014/main" id="{5FA95F14-EAC0-61F9-4E30-4F5E08CE9D7A}"/>
              </a:ext>
            </a:extLst>
          </p:cNvPr>
          <p:cNvSpPr>
            <a:spLocks noGrp="1"/>
          </p:cNvSpPr>
          <p:nvPr>
            <p:ph type="body" sz="quarter" idx="15"/>
          </p:nvPr>
        </p:nvSpPr>
        <p:spPr>
          <a:xfrm>
            <a:off x="377686" y="6339254"/>
            <a:ext cx="10945988"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tx1">
                    <a:lumMod val="50000"/>
                    <a:lumOff val="50000"/>
                  </a:schemeClr>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sp>
        <p:nvSpPr>
          <p:cNvPr id="12" name="Text Placeholder 5">
            <a:extLst>
              <a:ext uri="{FF2B5EF4-FFF2-40B4-BE49-F238E27FC236}">
                <a16:creationId xmlns:a16="http://schemas.microsoft.com/office/drawing/2014/main" id="{CB3766BB-9DF0-745A-1DC6-A0D454D5D08B}"/>
              </a:ext>
            </a:extLst>
          </p:cNvPr>
          <p:cNvSpPr>
            <a:spLocks noGrp="1"/>
          </p:cNvSpPr>
          <p:nvPr>
            <p:ph type="body" sz="quarter" idx="16"/>
          </p:nvPr>
        </p:nvSpPr>
        <p:spPr>
          <a:xfrm>
            <a:off x="380999" y="1932960"/>
            <a:ext cx="11415765" cy="4240262"/>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74676641-556C-2325-13E1-7C4FF9C97F77}"/>
              </a:ext>
            </a:extLst>
          </p:cNvPr>
          <p:cNvCxnSpPr>
            <a:cxnSpLocks/>
          </p:cNvCxnSpPr>
          <p:nvPr userDrawn="1"/>
        </p:nvCxnSpPr>
        <p:spPr>
          <a:xfrm>
            <a:off x="377686" y="6226583"/>
            <a:ext cx="11429711" cy="0"/>
          </a:xfrm>
          <a:prstGeom prst="line">
            <a:avLst/>
          </a:prstGeom>
          <a:ln w="1905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5410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BD Slide 2">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DA3EFCD-3E5B-2630-10D1-084D2C653FAA}"/>
              </a:ext>
            </a:extLst>
          </p:cNvPr>
          <p:cNvGraphicFramePr>
            <a:graphicFrameLocks noChangeAspect="1"/>
          </p:cNvGraphicFramePr>
          <p:nvPr userDrawn="1">
            <p:custDataLst>
              <p:tags r:id="rId1"/>
            </p:custDataLst>
            <p:extLst>
              <p:ext uri="{D42A27DB-BD31-4B8C-83A1-F6EECF244321}">
                <p14:modId xmlns:p14="http://schemas.microsoft.com/office/powerpoint/2010/main" val="25169997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7" name="think-cell data - do not delete" hidden="1">
                        <a:extLst>
                          <a:ext uri="{FF2B5EF4-FFF2-40B4-BE49-F238E27FC236}">
                            <a16:creationId xmlns:a16="http://schemas.microsoft.com/office/drawing/2014/main" id="{CDA3EFCD-3E5B-2630-10D1-084D2C653F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FAAD3021-AA2D-B1FC-B7E2-575F1AB42B61}"/>
              </a:ext>
            </a:extLst>
          </p:cNvPr>
          <p:cNvSpPr/>
          <p:nvPr userDrawn="1"/>
        </p:nvSpPr>
        <p:spPr>
          <a:xfrm>
            <a:off x="0" y="0"/>
            <a:ext cx="12192000" cy="6858000"/>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pic>
        <p:nvPicPr>
          <p:cNvPr id="10" name="Picture 9" descr="A blue square with white lines&#10;&#10;Description automatically generated">
            <a:extLst>
              <a:ext uri="{FF2B5EF4-FFF2-40B4-BE49-F238E27FC236}">
                <a16:creationId xmlns:a16="http://schemas.microsoft.com/office/drawing/2014/main" id="{25A717AA-7E21-DC99-CA70-CCCBB5340BB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19649" b="19649"/>
          <a:stretch/>
        </p:blipFill>
        <p:spPr>
          <a:xfrm>
            <a:off x="-2" y="1642533"/>
            <a:ext cx="12192001" cy="5215467"/>
          </a:xfrm>
          <a:prstGeom prst="rect">
            <a:avLst/>
          </a:prstGeom>
        </p:spPr>
      </p:pic>
      <p:sp>
        <p:nvSpPr>
          <p:cNvPr id="2" name="Rectangle 1">
            <a:extLst>
              <a:ext uri="{FF2B5EF4-FFF2-40B4-BE49-F238E27FC236}">
                <a16:creationId xmlns:a16="http://schemas.microsoft.com/office/drawing/2014/main" id="{23AF0422-6A3A-39A4-44B1-B84F30E7F39D}"/>
              </a:ext>
            </a:extLst>
          </p:cNvPr>
          <p:cNvSpPr/>
          <p:nvPr userDrawn="1"/>
        </p:nvSpPr>
        <p:spPr>
          <a:xfrm>
            <a:off x="0" y="435935"/>
            <a:ext cx="12192000" cy="12813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77687" y="651640"/>
            <a:ext cx="11022169" cy="849910"/>
          </a:xfrm>
          <a:prstGeom prst="rect">
            <a:avLst/>
          </a:prstGeom>
        </p:spPr>
        <p:txBody>
          <a:bodyPr vert="horz" lIns="0" tIns="0" rIns="0" bIns="0" anchor="ctr" anchorCtr="0">
            <a:noAutofit/>
          </a:bodyPr>
          <a:lstStyle>
            <a:lvl1pPr algn="l">
              <a:lnSpc>
                <a:spcPct val="100000"/>
              </a:lnSpc>
              <a:spcBef>
                <a:spcPts val="600"/>
              </a:spcBef>
              <a:defRPr sz="2800" b="0">
                <a:solidFill>
                  <a:schemeClr val="tx1"/>
                </a:solidFill>
                <a:latin typeface="+mj-lt"/>
              </a:defRPr>
            </a:lvl1pPr>
          </a:lstStyle>
          <a:p>
            <a:r>
              <a:rPr lang="en-US"/>
              <a:t>Click to edit Master title style</a:t>
            </a:r>
          </a:p>
        </p:txBody>
      </p:sp>
      <p:sp>
        <p:nvSpPr>
          <p:cNvPr id="5" name="Slide Number Placeholder 4">
            <a:extLst>
              <a:ext uri="{FF2B5EF4-FFF2-40B4-BE49-F238E27FC236}">
                <a16:creationId xmlns:a16="http://schemas.microsoft.com/office/drawing/2014/main" id="{C58349DF-0F8A-96D2-E595-655DEA9C579A}"/>
              </a:ext>
            </a:extLst>
          </p:cNvPr>
          <p:cNvSpPr>
            <a:spLocks noGrp="1"/>
          </p:cNvSpPr>
          <p:nvPr>
            <p:ph type="sldNum" sz="quarter" idx="12"/>
          </p:nvPr>
        </p:nvSpPr>
        <p:spPr>
          <a:xfrm>
            <a:off x="11399856" y="6393329"/>
            <a:ext cx="396909" cy="365125"/>
          </a:xfrm>
        </p:spPr>
        <p:txBody>
          <a:bodyPr/>
          <a:lstStyle>
            <a:lvl1pPr algn="ctr">
              <a:defRPr>
                <a:solidFill>
                  <a:schemeClr val="bg1"/>
                </a:solidFill>
              </a:defRPr>
            </a:lvl1pPr>
          </a:lstStyle>
          <a:p>
            <a:fld id="{84D58D1B-E4CD-4092-A64A-067BEFC75A17}" type="slidenum">
              <a:rPr lang="en-US" smtClean="0"/>
              <a:pPr/>
              <a:t>‹#›</a:t>
            </a:fld>
            <a:endParaRPr lang="en-US"/>
          </a:p>
        </p:txBody>
      </p:sp>
      <p:sp>
        <p:nvSpPr>
          <p:cNvPr id="6" name="Text Placeholder 5">
            <a:extLst>
              <a:ext uri="{FF2B5EF4-FFF2-40B4-BE49-F238E27FC236}">
                <a16:creationId xmlns:a16="http://schemas.microsoft.com/office/drawing/2014/main" id="{5FA95F14-EAC0-61F9-4E30-4F5E08CE9D7A}"/>
              </a:ext>
            </a:extLst>
          </p:cNvPr>
          <p:cNvSpPr>
            <a:spLocks noGrp="1"/>
          </p:cNvSpPr>
          <p:nvPr>
            <p:ph type="body" sz="quarter" idx="15"/>
          </p:nvPr>
        </p:nvSpPr>
        <p:spPr>
          <a:xfrm>
            <a:off x="377686" y="6339254"/>
            <a:ext cx="10945987"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bg1"/>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sp>
        <p:nvSpPr>
          <p:cNvPr id="9" name="Text Placeholder 5">
            <a:extLst>
              <a:ext uri="{FF2B5EF4-FFF2-40B4-BE49-F238E27FC236}">
                <a16:creationId xmlns:a16="http://schemas.microsoft.com/office/drawing/2014/main" id="{6256FE51-A810-45B2-C48E-4B946DC90AA7}"/>
              </a:ext>
            </a:extLst>
          </p:cNvPr>
          <p:cNvSpPr>
            <a:spLocks noGrp="1"/>
          </p:cNvSpPr>
          <p:nvPr>
            <p:ph type="body" sz="quarter" idx="16"/>
          </p:nvPr>
        </p:nvSpPr>
        <p:spPr>
          <a:xfrm>
            <a:off x="377687" y="1932960"/>
            <a:ext cx="11419078" cy="4240262"/>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bg1"/>
                </a:solidFill>
              </a:defRPr>
            </a:lvl1pPr>
            <a:lvl2pPr marL="457200" indent="-223838">
              <a:lnSpc>
                <a:spcPct val="100000"/>
              </a:lnSpc>
              <a:spcBef>
                <a:spcPts val="600"/>
              </a:spcBef>
              <a:buFont typeface="Calibri" panose="020F0502020204030204" pitchFamily="34" charset="0"/>
              <a:buChar char="–"/>
              <a:defRPr sz="1800">
                <a:solidFill>
                  <a:schemeClr val="bg1"/>
                </a:solidFill>
              </a:defRPr>
            </a:lvl2pPr>
            <a:lvl3pPr marL="690563" indent="-233363">
              <a:lnSpc>
                <a:spcPct val="100000"/>
              </a:lnSpc>
              <a:spcBef>
                <a:spcPts val="600"/>
              </a:spcBef>
              <a:buFont typeface="Wingdings" panose="05000000000000000000" pitchFamily="2" charset="2"/>
              <a:buChar char="§"/>
              <a:defRPr sz="1800">
                <a:solidFill>
                  <a:schemeClr val="bg1"/>
                </a:solidFill>
              </a:defRPr>
            </a:lvl3pPr>
            <a:lvl4pPr marL="914400" indent="-223838">
              <a:lnSpc>
                <a:spcPct val="100000"/>
              </a:lnSpc>
              <a:spcBef>
                <a:spcPts val="600"/>
              </a:spcBef>
              <a:buFont typeface="Courier New" panose="02070309020205020404" pitchFamily="49" charset="0"/>
              <a:buChar char="o"/>
              <a:defRPr sz="1800">
                <a:solidFill>
                  <a:schemeClr val="bg1"/>
                </a:solidFill>
              </a:defRPr>
            </a:lvl4pPr>
            <a:lvl5pPr marL="1147763" indent="-233363">
              <a:lnSpc>
                <a:spcPct val="100000"/>
              </a:lnSpc>
              <a:spcBef>
                <a:spcPts val="600"/>
              </a:spcBef>
              <a:buFont typeface="Wingdings" panose="05000000000000000000" pitchFamily="2" charset="2"/>
              <a:buChar char="Ø"/>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F9A92C5B-3BC2-3A66-6715-52A3260C658A}"/>
              </a:ext>
            </a:extLst>
          </p:cNvPr>
          <p:cNvCxnSpPr>
            <a:cxnSpLocks/>
          </p:cNvCxnSpPr>
          <p:nvPr userDrawn="1"/>
        </p:nvCxnSpPr>
        <p:spPr>
          <a:xfrm>
            <a:off x="388319" y="6226583"/>
            <a:ext cx="11419078" cy="0"/>
          </a:xfrm>
          <a:prstGeom prst="line">
            <a:avLst/>
          </a:prstGeom>
          <a:ln w="19050">
            <a:solidFill>
              <a:schemeClr val="bg1"/>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1931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BD Slide 3">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AD27072-DCD4-212F-0EDF-815F761C50A8}"/>
              </a:ext>
            </a:extLst>
          </p:cNvPr>
          <p:cNvGraphicFramePr>
            <a:graphicFrameLocks noChangeAspect="1"/>
          </p:cNvGraphicFramePr>
          <p:nvPr userDrawn="1">
            <p:custDataLst>
              <p:tags r:id="rId1"/>
            </p:custDataLst>
            <p:extLst>
              <p:ext uri="{D42A27DB-BD31-4B8C-83A1-F6EECF244321}">
                <p14:modId xmlns:p14="http://schemas.microsoft.com/office/powerpoint/2010/main" val="35239649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 name="think-cell data - do not delete" hidden="1">
                        <a:extLst>
                          <a:ext uri="{FF2B5EF4-FFF2-40B4-BE49-F238E27FC236}">
                            <a16:creationId xmlns:a16="http://schemas.microsoft.com/office/drawing/2014/main" id="{8AD27072-DCD4-212F-0EDF-815F761C50A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6" descr="A blue and white dotted background&#10;&#10;Description automatically generated with medium confidence">
            <a:extLst>
              <a:ext uri="{FF2B5EF4-FFF2-40B4-BE49-F238E27FC236}">
                <a16:creationId xmlns:a16="http://schemas.microsoft.com/office/drawing/2014/main" id="{99A8EF28-4FB9-508F-7908-101C7D01381D}"/>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42965" b="41079"/>
          <a:stretch/>
        </p:blipFill>
        <p:spPr>
          <a:xfrm>
            <a:off x="0" y="6126568"/>
            <a:ext cx="12192000" cy="731432"/>
          </a:xfrm>
          <a:prstGeom prst="rect">
            <a:avLst/>
          </a:prstGeom>
        </p:spPr>
      </p:pic>
      <p:sp>
        <p:nvSpPr>
          <p:cNvPr id="2" name="Rectangle 1">
            <a:extLst>
              <a:ext uri="{FF2B5EF4-FFF2-40B4-BE49-F238E27FC236}">
                <a16:creationId xmlns:a16="http://schemas.microsoft.com/office/drawing/2014/main" id="{23AF0422-6A3A-39A4-44B1-B84F30E7F39D}"/>
              </a:ext>
            </a:extLst>
          </p:cNvPr>
          <p:cNvSpPr/>
          <p:nvPr userDrawn="1"/>
        </p:nvSpPr>
        <p:spPr>
          <a:xfrm>
            <a:off x="0" y="-1"/>
            <a:ext cx="12192000" cy="1281321"/>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77687" y="215705"/>
            <a:ext cx="11419078" cy="849910"/>
          </a:xfrm>
          <a:prstGeom prst="rect">
            <a:avLst/>
          </a:prstGeom>
        </p:spPr>
        <p:txBody>
          <a:bodyPr vert="horz" lIns="0" tIns="0" rIns="0" bIns="0" anchor="ctr"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sp>
        <p:nvSpPr>
          <p:cNvPr id="5" name="Slide Number Placeholder 4">
            <a:extLst>
              <a:ext uri="{FF2B5EF4-FFF2-40B4-BE49-F238E27FC236}">
                <a16:creationId xmlns:a16="http://schemas.microsoft.com/office/drawing/2014/main" id="{C58349DF-0F8A-96D2-E595-655DEA9C579A}"/>
              </a:ext>
            </a:extLst>
          </p:cNvPr>
          <p:cNvSpPr>
            <a:spLocks noGrp="1"/>
          </p:cNvSpPr>
          <p:nvPr>
            <p:ph type="sldNum" sz="quarter" idx="12"/>
          </p:nvPr>
        </p:nvSpPr>
        <p:spPr>
          <a:xfrm>
            <a:off x="11399856" y="6297981"/>
            <a:ext cx="396909" cy="365125"/>
          </a:xfrm>
        </p:spPr>
        <p:txBody>
          <a:bodyPr/>
          <a:lstStyle>
            <a:lvl1pPr algn="ctr">
              <a:defRPr>
                <a:solidFill>
                  <a:schemeClr val="bg1"/>
                </a:solidFill>
              </a:defRPr>
            </a:lvl1pPr>
          </a:lstStyle>
          <a:p>
            <a:fld id="{84D58D1B-E4CD-4092-A64A-067BEFC75A17}" type="slidenum">
              <a:rPr lang="en-US" smtClean="0"/>
              <a:pPr/>
              <a:t>‹#›</a:t>
            </a:fld>
            <a:endParaRPr lang="en-US"/>
          </a:p>
        </p:txBody>
      </p:sp>
      <p:sp>
        <p:nvSpPr>
          <p:cNvPr id="6" name="Text Placeholder 5">
            <a:extLst>
              <a:ext uri="{FF2B5EF4-FFF2-40B4-BE49-F238E27FC236}">
                <a16:creationId xmlns:a16="http://schemas.microsoft.com/office/drawing/2014/main" id="{5FA95F14-EAC0-61F9-4E30-4F5E08CE9D7A}"/>
              </a:ext>
            </a:extLst>
          </p:cNvPr>
          <p:cNvSpPr>
            <a:spLocks noGrp="1"/>
          </p:cNvSpPr>
          <p:nvPr>
            <p:ph type="body" sz="quarter" idx="15"/>
          </p:nvPr>
        </p:nvSpPr>
        <p:spPr>
          <a:xfrm>
            <a:off x="377686" y="6191205"/>
            <a:ext cx="10945987" cy="560492"/>
          </a:xfrm>
          <a:prstGeom prst="rect">
            <a:avLst/>
          </a:prstGeom>
        </p:spPr>
        <p:txBody>
          <a:bodyPr/>
          <a:lstStyle>
            <a:lvl1pPr marL="0" indent="0">
              <a:lnSpc>
                <a:spcPct val="100000"/>
              </a:lnSpc>
              <a:spcBef>
                <a:spcPts val="0"/>
              </a:spcBef>
              <a:buFont typeface="Arial" panose="020B0604020202020204" pitchFamily="34" charset="0"/>
              <a:buNone/>
              <a:defRPr sz="1200" b="0">
                <a:solidFill>
                  <a:schemeClr val="bg1"/>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a:p>
            <a:pPr lvl="0"/>
            <a:endParaRPr lang="en-US"/>
          </a:p>
        </p:txBody>
      </p:sp>
      <p:sp>
        <p:nvSpPr>
          <p:cNvPr id="10" name="Text Placeholder 5">
            <a:extLst>
              <a:ext uri="{FF2B5EF4-FFF2-40B4-BE49-F238E27FC236}">
                <a16:creationId xmlns:a16="http://schemas.microsoft.com/office/drawing/2014/main" id="{1A44B8DF-3DD1-32B6-E1B5-F981E5DEF8F5}"/>
              </a:ext>
            </a:extLst>
          </p:cNvPr>
          <p:cNvSpPr>
            <a:spLocks noGrp="1"/>
          </p:cNvSpPr>
          <p:nvPr>
            <p:ph type="body" sz="quarter" idx="17"/>
          </p:nvPr>
        </p:nvSpPr>
        <p:spPr>
          <a:xfrm>
            <a:off x="388145" y="1497026"/>
            <a:ext cx="5619077" cy="4478472"/>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5">
            <a:extLst>
              <a:ext uri="{FF2B5EF4-FFF2-40B4-BE49-F238E27FC236}">
                <a16:creationId xmlns:a16="http://schemas.microsoft.com/office/drawing/2014/main" id="{B14D6D0A-003C-6513-8165-436B0A6EDACB}"/>
              </a:ext>
            </a:extLst>
          </p:cNvPr>
          <p:cNvSpPr>
            <a:spLocks noGrp="1"/>
          </p:cNvSpPr>
          <p:nvPr>
            <p:ph type="body" sz="quarter" idx="18"/>
          </p:nvPr>
        </p:nvSpPr>
        <p:spPr>
          <a:xfrm>
            <a:off x="6177688" y="1497026"/>
            <a:ext cx="5619077" cy="4478472"/>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9203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BD Slid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2C48D9C-0895-18A0-F9E5-C15981C91C60}"/>
              </a:ext>
            </a:extLst>
          </p:cNvPr>
          <p:cNvGraphicFramePr>
            <a:graphicFrameLocks noChangeAspect="1"/>
          </p:cNvGraphicFramePr>
          <p:nvPr userDrawn="1">
            <p:custDataLst>
              <p:tags r:id="rId1"/>
            </p:custDataLst>
            <p:extLst>
              <p:ext uri="{D42A27DB-BD31-4B8C-83A1-F6EECF244321}">
                <p14:modId xmlns:p14="http://schemas.microsoft.com/office/powerpoint/2010/main" val="1724021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think-cell data - do not delete" hidden="1">
                        <a:extLst>
                          <a:ext uri="{FF2B5EF4-FFF2-40B4-BE49-F238E27FC236}">
                            <a16:creationId xmlns:a16="http://schemas.microsoft.com/office/drawing/2014/main" id="{C2C48D9C-0895-18A0-F9E5-C15981C91C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26F1F4FD-A43D-EC91-B765-BEA00848C291}"/>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 name="Straight Connector 14">
            <a:extLst>
              <a:ext uri="{FF2B5EF4-FFF2-40B4-BE49-F238E27FC236}">
                <a16:creationId xmlns:a16="http://schemas.microsoft.com/office/drawing/2014/main" id="{EBF1BCFB-5D5D-452B-041C-7BF2E1CAD153}"/>
              </a:ext>
            </a:extLst>
          </p:cNvPr>
          <p:cNvCxnSpPr>
            <a:cxnSpLocks/>
          </p:cNvCxnSpPr>
          <p:nvPr userDrawn="1"/>
        </p:nvCxnSpPr>
        <p:spPr>
          <a:xfrm>
            <a:off x="-15728" y="1623434"/>
            <a:ext cx="6111728" cy="0"/>
          </a:xfrm>
          <a:prstGeom prst="line">
            <a:avLst/>
          </a:prstGeom>
          <a:ln w="38100">
            <a:solidFill>
              <a:schemeClr val="bg1"/>
            </a:solidFill>
            <a:tailEnd type="none"/>
          </a:ln>
          <a:effectLst/>
        </p:spPr>
        <p:style>
          <a:lnRef idx="2">
            <a:schemeClr val="accent1"/>
          </a:lnRef>
          <a:fillRef idx="0">
            <a:schemeClr val="accent1"/>
          </a:fillRef>
          <a:effectRef idx="1">
            <a:schemeClr val="accent1"/>
          </a:effectRef>
          <a:fontRef idx="minor">
            <a:schemeClr val="tx1"/>
          </a:fontRef>
        </p:style>
      </p:cxnSp>
      <p:sp>
        <p:nvSpPr>
          <p:cNvPr id="19" name="Slide Number Placeholder 4">
            <a:extLst>
              <a:ext uri="{FF2B5EF4-FFF2-40B4-BE49-F238E27FC236}">
                <a16:creationId xmlns:a16="http://schemas.microsoft.com/office/drawing/2014/main" id="{EE587574-2D43-D1C4-C9BE-FCB6A64E27BD}"/>
              </a:ext>
            </a:extLst>
          </p:cNvPr>
          <p:cNvSpPr>
            <a:spLocks noGrp="1"/>
          </p:cNvSpPr>
          <p:nvPr>
            <p:ph type="sldNum" sz="quarter" idx="12"/>
          </p:nvPr>
        </p:nvSpPr>
        <p:spPr>
          <a:xfrm>
            <a:off x="11378590" y="6397204"/>
            <a:ext cx="396909" cy="365125"/>
          </a:xfrm>
        </p:spPr>
        <p:txBody>
          <a:bodyPr/>
          <a:lstStyle>
            <a:lvl1pPr algn="ctr">
              <a:defRPr/>
            </a:lvl1pPr>
          </a:lstStyle>
          <a:p>
            <a:fld id="{84D58D1B-E4CD-4092-A64A-067BEFC75A17}" type="slidenum">
              <a:rPr lang="en-US" smtClean="0"/>
              <a:pPr/>
              <a:t>‹#›</a:t>
            </a:fld>
            <a:endParaRPr lang="en-US"/>
          </a:p>
        </p:txBody>
      </p:sp>
      <p:sp>
        <p:nvSpPr>
          <p:cNvPr id="21" name="Text Placeholder 5">
            <a:extLst>
              <a:ext uri="{FF2B5EF4-FFF2-40B4-BE49-F238E27FC236}">
                <a16:creationId xmlns:a16="http://schemas.microsoft.com/office/drawing/2014/main" id="{F0A24571-38DB-14F4-42C8-D6423AB4D2C1}"/>
              </a:ext>
            </a:extLst>
          </p:cNvPr>
          <p:cNvSpPr>
            <a:spLocks noGrp="1"/>
          </p:cNvSpPr>
          <p:nvPr>
            <p:ph type="body" sz="quarter" idx="17"/>
          </p:nvPr>
        </p:nvSpPr>
        <p:spPr>
          <a:xfrm>
            <a:off x="6205590" y="1892595"/>
            <a:ext cx="5569909" cy="4269698"/>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1AF51814-584E-99BC-9B07-A2480574BC93}"/>
              </a:ext>
            </a:extLst>
          </p:cNvPr>
          <p:cNvCxnSpPr>
            <a:cxnSpLocks/>
          </p:cNvCxnSpPr>
          <p:nvPr userDrawn="1"/>
        </p:nvCxnSpPr>
        <p:spPr>
          <a:xfrm>
            <a:off x="388319" y="6279748"/>
            <a:ext cx="11419078" cy="0"/>
          </a:xfrm>
          <a:prstGeom prst="line">
            <a:avLst/>
          </a:prstGeom>
          <a:ln w="1905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
        <p:nvSpPr>
          <p:cNvPr id="3" name="Title 1">
            <a:extLst>
              <a:ext uri="{FF2B5EF4-FFF2-40B4-BE49-F238E27FC236}">
                <a16:creationId xmlns:a16="http://schemas.microsoft.com/office/drawing/2014/main" id="{24AE619D-10E0-2BEE-0A8A-50EB268D4361}"/>
              </a:ext>
            </a:extLst>
          </p:cNvPr>
          <p:cNvSpPr>
            <a:spLocks noGrp="1"/>
          </p:cNvSpPr>
          <p:nvPr>
            <p:ph type="title"/>
          </p:nvPr>
        </p:nvSpPr>
        <p:spPr>
          <a:xfrm>
            <a:off x="377687" y="215704"/>
            <a:ext cx="5283374" cy="1290271"/>
          </a:xfrm>
          <a:prstGeom prst="rect">
            <a:avLst/>
          </a:prstGeom>
        </p:spPr>
        <p:txBody>
          <a:bodyPr vert="horz" lIns="0" tIns="0" rIns="0" bIns="0" anchor="b"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pic>
        <p:nvPicPr>
          <p:cNvPr id="11" name="Picture 10" descr="A black background with a black square&#10;&#10;Description automatically generated with medium confidence">
            <a:extLst>
              <a:ext uri="{FF2B5EF4-FFF2-40B4-BE49-F238E27FC236}">
                <a16:creationId xmlns:a16="http://schemas.microsoft.com/office/drawing/2014/main" id="{A56BB934-39D4-33F2-BA9B-8A09D8DC1D90}"/>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11598" r="64855"/>
          <a:stretch/>
        </p:blipFill>
        <p:spPr>
          <a:xfrm rot="16200000">
            <a:off x="215291" y="977292"/>
            <a:ext cx="5665417" cy="6095999"/>
          </a:xfrm>
          <a:prstGeom prst="rect">
            <a:avLst/>
          </a:prstGeom>
        </p:spPr>
      </p:pic>
    </p:spTree>
    <p:extLst>
      <p:ext uri="{BB962C8B-B14F-4D97-AF65-F5344CB8AC3E}">
        <p14:creationId xmlns:p14="http://schemas.microsoft.com/office/powerpoint/2010/main" val="2769614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NBD Slide 5">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2C48D9C-0895-18A0-F9E5-C15981C91C60}"/>
              </a:ext>
            </a:extLst>
          </p:cNvPr>
          <p:cNvGraphicFramePr>
            <a:graphicFrameLocks noChangeAspect="1"/>
          </p:cNvGraphicFramePr>
          <p:nvPr userDrawn="1">
            <p:custDataLst>
              <p:tags r:id="rId1"/>
            </p:custDataLst>
            <p:extLst>
              <p:ext uri="{D42A27DB-BD31-4B8C-83A1-F6EECF244321}">
                <p14:modId xmlns:p14="http://schemas.microsoft.com/office/powerpoint/2010/main" val="40438598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think-cell data - do not delete" hidden="1">
                        <a:extLst>
                          <a:ext uri="{FF2B5EF4-FFF2-40B4-BE49-F238E27FC236}">
                            <a16:creationId xmlns:a16="http://schemas.microsoft.com/office/drawing/2014/main" id="{C2C48D9C-0895-18A0-F9E5-C15981C91C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26F1F4FD-A43D-EC91-B765-BEA00848C291}"/>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 name="Straight Connector 14">
            <a:extLst>
              <a:ext uri="{FF2B5EF4-FFF2-40B4-BE49-F238E27FC236}">
                <a16:creationId xmlns:a16="http://schemas.microsoft.com/office/drawing/2014/main" id="{EBF1BCFB-5D5D-452B-041C-7BF2E1CAD153}"/>
              </a:ext>
            </a:extLst>
          </p:cNvPr>
          <p:cNvCxnSpPr>
            <a:cxnSpLocks/>
          </p:cNvCxnSpPr>
          <p:nvPr userDrawn="1"/>
        </p:nvCxnSpPr>
        <p:spPr>
          <a:xfrm>
            <a:off x="-15728" y="1623434"/>
            <a:ext cx="6111728" cy="0"/>
          </a:xfrm>
          <a:prstGeom prst="line">
            <a:avLst/>
          </a:prstGeom>
          <a:ln w="3810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sp>
        <p:nvSpPr>
          <p:cNvPr id="3" name="Slide Number Placeholder 4">
            <a:extLst>
              <a:ext uri="{FF2B5EF4-FFF2-40B4-BE49-F238E27FC236}">
                <a16:creationId xmlns:a16="http://schemas.microsoft.com/office/drawing/2014/main" id="{96E924F8-AA22-D998-3FED-60958C1F3DC8}"/>
              </a:ext>
            </a:extLst>
          </p:cNvPr>
          <p:cNvSpPr>
            <a:spLocks noGrp="1"/>
          </p:cNvSpPr>
          <p:nvPr>
            <p:ph type="sldNum" sz="quarter" idx="12"/>
          </p:nvPr>
        </p:nvSpPr>
        <p:spPr>
          <a:xfrm>
            <a:off x="5466865" y="6397204"/>
            <a:ext cx="396909" cy="365125"/>
          </a:xfrm>
        </p:spPr>
        <p:txBody>
          <a:bodyPr/>
          <a:lstStyle>
            <a:lvl1pPr algn="ctr">
              <a:defRPr/>
            </a:lvl1pPr>
          </a:lstStyle>
          <a:p>
            <a:fld id="{84D58D1B-E4CD-4092-A64A-067BEFC75A17}" type="slidenum">
              <a:rPr lang="en-US" smtClean="0"/>
              <a:pPr/>
              <a:t>‹#›</a:t>
            </a:fld>
            <a:endParaRPr lang="en-US"/>
          </a:p>
        </p:txBody>
      </p:sp>
      <p:sp>
        <p:nvSpPr>
          <p:cNvPr id="4" name="Text Placeholder 5">
            <a:extLst>
              <a:ext uri="{FF2B5EF4-FFF2-40B4-BE49-F238E27FC236}">
                <a16:creationId xmlns:a16="http://schemas.microsoft.com/office/drawing/2014/main" id="{ADBE3C23-1DBC-80F6-8957-E3B7C77DE817}"/>
              </a:ext>
            </a:extLst>
          </p:cNvPr>
          <p:cNvSpPr>
            <a:spLocks noGrp="1"/>
          </p:cNvSpPr>
          <p:nvPr>
            <p:ph type="body" sz="quarter" idx="17"/>
          </p:nvPr>
        </p:nvSpPr>
        <p:spPr>
          <a:xfrm>
            <a:off x="377687" y="1918732"/>
            <a:ext cx="5486087" cy="4313561"/>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21825047-C32D-7687-BFCE-F364FB1E0BDB}"/>
              </a:ext>
            </a:extLst>
          </p:cNvPr>
          <p:cNvCxnSpPr>
            <a:cxnSpLocks/>
          </p:cNvCxnSpPr>
          <p:nvPr userDrawn="1"/>
        </p:nvCxnSpPr>
        <p:spPr>
          <a:xfrm>
            <a:off x="388319" y="6301014"/>
            <a:ext cx="11419078" cy="0"/>
          </a:xfrm>
          <a:prstGeom prst="line">
            <a:avLst/>
          </a:prstGeom>
          <a:ln w="1905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pic>
        <p:nvPicPr>
          <p:cNvPr id="5" name="Picture 4" descr="A red and grey logo&#10;&#10;Description automatically generated">
            <a:extLst>
              <a:ext uri="{FF2B5EF4-FFF2-40B4-BE49-F238E27FC236}">
                <a16:creationId xmlns:a16="http://schemas.microsoft.com/office/drawing/2014/main" id="{5F85BADD-F7C0-40D9-5C21-C0313F8C1D4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81000" y="445456"/>
            <a:ext cx="2620781" cy="883013"/>
          </a:xfrm>
          <a:prstGeom prst="rect">
            <a:avLst/>
          </a:prstGeom>
        </p:spPr>
      </p:pic>
      <p:sp>
        <p:nvSpPr>
          <p:cNvPr id="9" name="TextBox 8">
            <a:extLst>
              <a:ext uri="{FF2B5EF4-FFF2-40B4-BE49-F238E27FC236}">
                <a16:creationId xmlns:a16="http://schemas.microsoft.com/office/drawing/2014/main" id="{1267947F-D05C-1C7E-1E30-5564C73D6F4B}"/>
              </a:ext>
            </a:extLst>
          </p:cNvPr>
          <p:cNvSpPr txBox="1"/>
          <p:nvPr userDrawn="1"/>
        </p:nvSpPr>
        <p:spPr>
          <a:xfrm>
            <a:off x="6868634" y="4200968"/>
            <a:ext cx="4945680" cy="2031325"/>
          </a:xfrm>
          <a:prstGeom prst="rect">
            <a:avLst/>
          </a:prstGeom>
          <a:noFill/>
        </p:spPr>
        <p:txBody>
          <a:bodyPr wrap="square" rtlCol="0">
            <a:spAutoFit/>
          </a:bodyPr>
          <a:lstStyle/>
          <a:p>
            <a:r>
              <a:rPr lang="en-US" b="0" i="0">
                <a:solidFill>
                  <a:schemeClr val="bg1"/>
                </a:solidFill>
                <a:effectLst/>
              </a:rPr>
              <a:t>Newry is a growth strategy firm that partners with Fortune 500 companies and PE-backed portfolio companies to help them grow in adjacent markets where they have a right to win. </a:t>
            </a:r>
          </a:p>
          <a:p>
            <a:endParaRPr lang="en-US">
              <a:solidFill>
                <a:srgbClr val="000000"/>
              </a:solidFill>
            </a:endParaRPr>
          </a:p>
          <a:p>
            <a:r>
              <a:rPr lang="en-US">
                <a:solidFill>
                  <a:schemeClr val="bg1"/>
                </a:solidFill>
              </a:rPr>
              <a:t>To learn more about Newry, please visit newrycorp.com</a:t>
            </a:r>
          </a:p>
        </p:txBody>
      </p:sp>
      <p:pic>
        <p:nvPicPr>
          <p:cNvPr id="19" name="Picture 18" descr="A blue background with a blue wave&#10;&#10;Description automatically generated with medium confidence">
            <a:extLst>
              <a:ext uri="{FF2B5EF4-FFF2-40B4-BE49-F238E27FC236}">
                <a16:creationId xmlns:a16="http://schemas.microsoft.com/office/drawing/2014/main" id="{1596A476-7053-9D30-5963-495E73ADEBD2}"/>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3245" t="9855" b="23672"/>
          <a:stretch/>
        </p:blipFill>
        <p:spPr>
          <a:xfrm>
            <a:off x="6111729" y="31898"/>
            <a:ext cx="6095999" cy="4132247"/>
          </a:xfrm>
          <a:prstGeom prst="rect">
            <a:avLst/>
          </a:prstGeom>
        </p:spPr>
      </p:pic>
    </p:spTree>
    <p:extLst>
      <p:ext uri="{BB962C8B-B14F-4D97-AF65-F5344CB8AC3E}">
        <p14:creationId xmlns:p14="http://schemas.microsoft.com/office/powerpoint/2010/main" val="2746218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bullets">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6BDBAC8-95BC-6188-972E-9838A9878CAB}"/>
              </a:ext>
            </a:extLst>
          </p:cNvPr>
          <p:cNvGraphicFramePr>
            <a:graphicFrameLocks noChangeAspect="1"/>
          </p:cNvGraphicFramePr>
          <p:nvPr userDrawn="1">
            <p:custDataLst>
              <p:tags r:id="rId1"/>
            </p:custDataLst>
            <p:extLst>
              <p:ext uri="{D42A27DB-BD31-4B8C-83A1-F6EECF244321}">
                <p14:modId xmlns:p14="http://schemas.microsoft.com/office/powerpoint/2010/main" val="13576987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5" imgH="484" progId="TCLayout.ActiveDocument.1">
                  <p:embed/>
                </p:oleObj>
              </mc:Choice>
              <mc:Fallback>
                <p:oleObj name="think-cell Slide" r:id="rId4" imgW="495" imgH="484" progId="TCLayout.ActiveDocument.1">
                  <p:embed/>
                  <p:pic>
                    <p:nvPicPr>
                      <p:cNvPr id="5" name="think-cell data - do not delete" hidden="1">
                        <a:extLst>
                          <a:ext uri="{FF2B5EF4-FFF2-40B4-BE49-F238E27FC236}">
                            <a16:creationId xmlns:a16="http://schemas.microsoft.com/office/drawing/2014/main" id="{E6BDBAC8-95BC-6188-972E-9838A9878CA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914400" y="550251"/>
            <a:ext cx="10668000" cy="460587"/>
          </a:xfrm>
          <a:prstGeom prst="rect">
            <a:avLst/>
          </a:prstGeom>
        </p:spPr>
        <p:txBody>
          <a:bodyPr vert="horz" lIns="0" tIns="0" rIns="0" bIns="0" anchor="b" anchorCtr="0">
            <a:noAutofit/>
          </a:bodyPr>
          <a:lstStyle>
            <a:lvl1pPr algn="l">
              <a:defRPr sz="2600">
                <a:solidFill>
                  <a:srgbClr val="000000"/>
                </a:solidFill>
                <a:latin typeface="+mj-lt"/>
              </a:defRPr>
            </a:lvl1pPr>
          </a:lstStyle>
          <a:p>
            <a:r>
              <a:rPr lang="en-US"/>
              <a:t>Click to edit Master title style</a:t>
            </a:r>
          </a:p>
        </p:txBody>
      </p:sp>
      <p:sp>
        <p:nvSpPr>
          <p:cNvPr id="10" name="Text Placeholder 9"/>
          <p:cNvSpPr>
            <a:spLocks noGrp="1"/>
          </p:cNvSpPr>
          <p:nvPr>
            <p:ph type="body" sz="quarter" idx="13"/>
          </p:nvPr>
        </p:nvSpPr>
        <p:spPr>
          <a:xfrm>
            <a:off x="914400" y="342115"/>
            <a:ext cx="4272455" cy="208136"/>
          </a:xfrm>
          <a:prstGeom prst="rect">
            <a:avLst/>
          </a:prstGeom>
        </p:spPr>
        <p:txBody>
          <a:bodyPr vert="horz" lIns="0" tIns="0" rIns="0" bIns="0"/>
          <a:lstStyle>
            <a:lvl1pPr marL="0" indent="0">
              <a:spcBef>
                <a:spcPts val="0"/>
              </a:spcBef>
              <a:buFontTx/>
              <a:buNone/>
              <a:defRPr sz="1100" b="1" i="0" kern="800" cap="all" spc="93">
                <a:solidFill>
                  <a:schemeClr val="tx1">
                    <a:lumMod val="65000"/>
                    <a:lumOff val="35000"/>
                  </a:schemeClr>
                </a:solidFill>
                <a:latin typeface="+mn-lt"/>
              </a:defRPr>
            </a:lvl1pPr>
          </a:lstStyle>
          <a:p>
            <a:pPr lvl="0"/>
            <a:r>
              <a:rPr lang="en-US"/>
              <a:t>Click to edit Master text styles</a:t>
            </a:r>
          </a:p>
        </p:txBody>
      </p:sp>
      <p:pic>
        <p:nvPicPr>
          <p:cNvPr id="7" name="Picture 6" descr="logo_contentpages.jp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39232" y="6380543"/>
            <a:ext cx="1499616" cy="300736"/>
          </a:xfrm>
          <a:prstGeom prst="rect">
            <a:avLst/>
          </a:prstGeom>
        </p:spPr>
      </p:pic>
      <p:sp>
        <p:nvSpPr>
          <p:cNvPr id="6" name="Text Placeholder 5"/>
          <p:cNvSpPr>
            <a:spLocks noGrp="1"/>
          </p:cNvSpPr>
          <p:nvPr>
            <p:ph type="body" sz="quarter" idx="14"/>
          </p:nvPr>
        </p:nvSpPr>
        <p:spPr>
          <a:xfrm>
            <a:off x="914400" y="1176866"/>
            <a:ext cx="10668000" cy="4967515"/>
          </a:xfrm>
          <a:prstGeom prst="rect">
            <a:avLst/>
          </a:prstGeom>
        </p:spPr>
        <p:txBody>
          <a:bodyPr/>
          <a:lstStyle>
            <a:lvl1pPr marL="231775" indent="-231775">
              <a:defRPr sz="2000">
                <a:solidFill>
                  <a:schemeClr val="tx1">
                    <a:lumMod val="50000"/>
                  </a:schemeClr>
                </a:solidFill>
              </a:defRPr>
            </a:lvl1pPr>
            <a:lvl2pPr marL="461963" indent="-230188">
              <a:defRPr sz="2000">
                <a:solidFill>
                  <a:schemeClr val="tx1">
                    <a:lumMod val="50000"/>
                  </a:schemeClr>
                </a:solidFill>
              </a:defRPr>
            </a:lvl2pPr>
            <a:lvl3pPr marL="682625" indent="-220663">
              <a:buFont typeface="Wingdings" panose="05000000000000000000" pitchFamily="2" charset="2"/>
              <a:buChar char="§"/>
              <a:defRPr sz="2000">
                <a:solidFill>
                  <a:schemeClr val="tx1">
                    <a:lumMod val="50000"/>
                  </a:schemeClr>
                </a:solidFill>
              </a:defRPr>
            </a:lvl3pPr>
            <a:lvl4pPr marL="914400" indent="-231775">
              <a:buFont typeface="Courier New" panose="02070309020205020404" pitchFamily="49" charset="0"/>
              <a:buChar char="o"/>
              <a:defRPr sz="2000">
                <a:solidFill>
                  <a:schemeClr val="tx1">
                    <a:lumMod val="50000"/>
                  </a:schemeClr>
                </a:solidFill>
              </a:defRPr>
            </a:lvl4pPr>
            <a:lvl5pPr marL="1146175" indent="-231775">
              <a:defRPr sz="20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logo_contentpages.jp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39232" y="6380543"/>
            <a:ext cx="1499616" cy="300736"/>
          </a:xfrm>
          <a:prstGeom prst="rect">
            <a:avLst/>
          </a:prstGeom>
        </p:spPr>
      </p:pic>
      <p:sp>
        <p:nvSpPr>
          <p:cNvPr id="12" name="Slide Number Placeholder 11"/>
          <p:cNvSpPr>
            <a:spLocks noGrp="1"/>
          </p:cNvSpPr>
          <p:nvPr>
            <p:ph type="sldNum" sz="quarter" idx="17"/>
          </p:nvPr>
        </p:nvSpPr>
        <p:spPr>
          <a:xfrm>
            <a:off x="6061842" y="6348348"/>
            <a:ext cx="373116" cy="365125"/>
          </a:xfrm>
        </p:spPr>
        <p:txBody>
          <a:bodyPr/>
          <a:lstStyle/>
          <a:p>
            <a:fld id="{84D58D1B-E4CD-4092-A64A-067BEFC75A17}" type="slidenum">
              <a:rPr lang="en-US" smtClean="0"/>
              <a:t>‹#›</a:t>
            </a:fld>
            <a:endParaRPr lang="en-US"/>
          </a:p>
        </p:txBody>
      </p:sp>
      <p:sp>
        <p:nvSpPr>
          <p:cNvPr id="4" name="Footer Placeholder 3"/>
          <p:cNvSpPr>
            <a:spLocks noGrp="1"/>
          </p:cNvSpPr>
          <p:nvPr>
            <p:ph type="ftr" sz="quarter" idx="19"/>
          </p:nvPr>
        </p:nvSpPr>
        <p:spPr>
          <a:xfrm>
            <a:off x="914400" y="6348348"/>
            <a:ext cx="4966138" cy="365125"/>
          </a:xfrm>
        </p:spPr>
        <p:txBody>
          <a:bodyPr/>
          <a:lstStyle>
            <a:lvl1pPr algn="l">
              <a:defRPr/>
            </a:lvl1pPr>
          </a:lstStyle>
          <a:p>
            <a:r>
              <a:rPr lang="en-US"/>
              <a:t>Financial Training Refresh - 2019</a:t>
            </a:r>
          </a:p>
        </p:txBody>
      </p:sp>
    </p:spTree>
    <p:extLst>
      <p:ext uri="{BB962C8B-B14F-4D97-AF65-F5344CB8AC3E}">
        <p14:creationId xmlns:p14="http://schemas.microsoft.com/office/powerpoint/2010/main" val="17250886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8A5ECE0-3DC2-817F-20D2-D2A9F1AFB64E}"/>
              </a:ext>
            </a:extLst>
          </p:cNvPr>
          <p:cNvGraphicFramePr>
            <a:graphicFrameLocks noChangeAspect="1"/>
          </p:cNvGraphicFramePr>
          <p:nvPr userDrawn="1">
            <p:custDataLst>
              <p:tags r:id="rId1"/>
            </p:custDataLst>
            <p:extLst>
              <p:ext uri="{D42A27DB-BD31-4B8C-83A1-F6EECF244321}">
                <p14:modId xmlns:p14="http://schemas.microsoft.com/office/powerpoint/2010/main" val="39280718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think-cell data - do not delete" hidden="1">
                        <a:extLst>
                          <a:ext uri="{FF2B5EF4-FFF2-40B4-BE49-F238E27FC236}">
                            <a16:creationId xmlns:a16="http://schemas.microsoft.com/office/drawing/2014/main" id="{D8A5ECE0-3DC2-817F-20D2-D2A9F1AFB6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Picture 3" descr="NEWRY&#10;&#10;AI-generated content may be incorrect.">
            <a:extLst>
              <a:ext uri="{FF2B5EF4-FFF2-40B4-BE49-F238E27FC236}">
                <a16:creationId xmlns:a16="http://schemas.microsoft.com/office/drawing/2014/main" id="{C4BF86D4-2FE3-0B18-B6DC-D00C50D46E6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544871" y="5662746"/>
            <a:ext cx="2265317" cy="763158"/>
          </a:xfrm>
          <a:prstGeom prst="rect">
            <a:avLst/>
          </a:prstGeom>
        </p:spPr>
      </p:pic>
      <p:sp>
        <p:nvSpPr>
          <p:cNvPr id="12" name="Title 1">
            <a:extLst>
              <a:ext uri="{FF2B5EF4-FFF2-40B4-BE49-F238E27FC236}">
                <a16:creationId xmlns:a16="http://schemas.microsoft.com/office/drawing/2014/main" id="{9C918351-CB12-4B15-875A-AA137536DDDB}"/>
              </a:ext>
            </a:extLst>
          </p:cNvPr>
          <p:cNvSpPr>
            <a:spLocks noGrp="1"/>
          </p:cNvSpPr>
          <p:nvPr>
            <p:ph type="ctrTitle"/>
          </p:nvPr>
        </p:nvSpPr>
        <p:spPr>
          <a:xfrm>
            <a:off x="387128" y="4412430"/>
            <a:ext cx="8091055" cy="699772"/>
          </a:xfrm>
          <a:prstGeom prst="rect">
            <a:avLst/>
          </a:prstGeom>
        </p:spPr>
        <p:txBody>
          <a:bodyPr vert="horz" anchor="t">
            <a:normAutofit/>
          </a:bodyPr>
          <a:lstStyle>
            <a:lvl1pPr algn="l">
              <a:defRPr sz="4000">
                <a:latin typeface="+mn-lt"/>
              </a:defRPr>
            </a:lvl1pPr>
          </a:lstStyle>
          <a:p>
            <a:r>
              <a:rPr lang="en-US"/>
              <a:t>Click to edit Master title style</a:t>
            </a:r>
          </a:p>
        </p:txBody>
      </p:sp>
      <p:sp>
        <p:nvSpPr>
          <p:cNvPr id="13" name="Subtitle 2">
            <a:extLst>
              <a:ext uri="{FF2B5EF4-FFF2-40B4-BE49-F238E27FC236}">
                <a16:creationId xmlns:a16="http://schemas.microsoft.com/office/drawing/2014/main" id="{75731F10-2F5C-420E-942F-C2EE80383CC7}"/>
              </a:ext>
            </a:extLst>
          </p:cNvPr>
          <p:cNvSpPr>
            <a:spLocks noGrp="1"/>
          </p:cNvSpPr>
          <p:nvPr>
            <p:ph type="subTitle" idx="1"/>
          </p:nvPr>
        </p:nvSpPr>
        <p:spPr>
          <a:xfrm>
            <a:off x="387128" y="5282266"/>
            <a:ext cx="8091055" cy="562999"/>
          </a:xfrm>
          <a:prstGeom prst="rect">
            <a:avLst/>
          </a:prstGeom>
        </p:spPr>
        <p:txBody>
          <a:bodyPr/>
          <a:lstStyle>
            <a:lvl1pPr marL="0" indent="0" algn="l">
              <a:buNone/>
              <a:defRPr sz="2400">
                <a:latin typeface="+mn-lt"/>
              </a:defRPr>
            </a:lvl1pPr>
            <a:lvl2pPr marL="442432" indent="0" algn="ctr">
              <a:buNone/>
              <a:defRPr sz="1935"/>
            </a:lvl2pPr>
            <a:lvl3pPr marL="884865" indent="0" algn="ctr">
              <a:buNone/>
              <a:defRPr sz="1742"/>
            </a:lvl3pPr>
            <a:lvl4pPr marL="1327297" indent="0" algn="ctr">
              <a:buNone/>
              <a:defRPr sz="1548"/>
            </a:lvl4pPr>
            <a:lvl5pPr marL="1769730" indent="0" algn="ctr">
              <a:buNone/>
              <a:defRPr sz="1548"/>
            </a:lvl5pPr>
            <a:lvl6pPr marL="2212162" indent="0" algn="ctr">
              <a:buNone/>
              <a:defRPr sz="1548"/>
            </a:lvl6pPr>
            <a:lvl7pPr marL="2654595" indent="0" algn="ctr">
              <a:buNone/>
              <a:defRPr sz="1548"/>
            </a:lvl7pPr>
            <a:lvl8pPr marL="3097027" indent="0" algn="ctr">
              <a:buNone/>
              <a:defRPr sz="1548"/>
            </a:lvl8pPr>
            <a:lvl9pPr marL="3539460" indent="0" algn="ctr">
              <a:buNone/>
              <a:defRPr sz="1548"/>
            </a:lvl9pPr>
          </a:lstStyle>
          <a:p>
            <a:r>
              <a:rPr lang="en-US"/>
              <a:t>Click to edit Master subtitle style</a:t>
            </a:r>
          </a:p>
        </p:txBody>
      </p:sp>
      <p:sp>
        <p:nvSpPr>
          <p:cNvPr id="3" name="TextBox 2">
            <a:extLst>
              <a:ext uri="{FF2B5EF4-FFF2-40B4-BE49-F238E27FC236}">
                <a16:creationId xmlns:a16="http://schemas.microsoft.com/office/drawing/2014/main" id="{47107135-FB17-5650-5734-577B7432E002}"/>
              </a:ext>
            </a:extLst>
          </p:cNvPr>
          <p:cNvSpPr txBox="1"/>
          <p:nvPr userDrawn="1"/>
        </p:nvSpPr>
        <p:spPr>
          <a:xfrm>
            <a:off x="9539555" y="6347637"/>
            <a:ext cx="2308758" cy="307777"/>
          </a:xfrm>
          <a:prstGeom prst="rect">
            <a:avLst/>
          </a:prstGeom>
          <a:noFill/>
        </p:spPr>
        <p:txBody>
          <a:bodyPr wrap="square" rtlCol="0">
            <a:spAutoFit/>
          </a:bodyPr>
          <a:lstStyle/>
          <a:p>
            <a:pPr algn="ctr"/>
            <a:r>
              <a:rPr lang="en-US" sz="1400">
                <a:solidFill>
                  <a:schemeClr val="tx1">
                    <a:lumMod val="50000"/>
                    <a:lumOff val="50000"/>
                  </a:schemeClr>
                </a:solidFill>
              </a:rPr>
              <a:t>PRIVATE &amp; CONFIDENTIAL</a:t>
            </a:r>
          </a:p>
        </p:txBody>
      </p:sp>
      <p:sp>
        <p:nvSpPr>
          <p:cNvPr id="5" name="Text Placeholder 5">
            <a:extLst>
              <a:ext uri="{FF2B5EF4-FFF2-40B4-BE49-F238E27FC236}">
                <a16:creationId xmlns:a16="http://schemas.microsoft.com/office/drawing/2014/main" id="{869B93AF-D52C-CAE1-C7E4-3E7BEFA32C8A}"/>
              </a:ext>
            </a:extLst>
          </p:cNvPr>
          <p:cNvSpPr>
            <a:spLocks noGrp="1"/>
          </p:cNvSpPr>
          <p:nvPr>
            <p:ph type="body" sz="quarter" idx="16" hasCustomPrompt="1"/>
          </p:nvPr>
        </p:nvSpPr>
        <p:spPr>
          <a:xfrm>
            <a:off x="387128" y="6193747"/>
            <a:ext cx="3391094" cy="307778"/>
          </a:xfrm>
          <a:prstGeom prst="rect">
            <a:avLst/>
          </a:prstGeom>
        </p:spPr>
        <p:txBody>
          <a:bodyPr/>
          <a:lstStyle>
            <a:lvl1pPr marL="0" indent="0">
              <a:lnSpc>
                <a:spcPct val="100000"/>
              </a:lnSpc>
              <a:spcBef>
                <a:spcPts val="600"/>
              </a:spcBef>
              <a:buFont typeface="Arial" panose="020B0604020202020204" pitchFamily="34" charset="0"/>
              <a:buNone/>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date</a:t>
            </a:r>
          </a:p>
        </p:txBody>
      </p:sp>
      <p:pic>
        <p:nvPicPr>
          <p:cNvPr id="18" name="Picture 17" descr="A blue and white dotted background&#10;&#10;Description automatically generated with medium confidence">
            <a:extLst>
              <a:ext uri="{FF2B5EF4-FFF2-40B4-BE49-F238E27FC236}">
                <a16:creationId xmlns:a16="http://schemas.microsoft.com/office/drawing/2014/main" id="{AA2F592A-8FA8-7BF1-490B-E5338C3A4D72}"/>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731" t="18079" r="16079" b="11741"/>
          <a:stretch/>
        </p:blipFill>
        <p:spPr>
          <a:xfrm>
            <a:off x="0" y="0"/>
            <a:ext cx="12192000" cy="3914274"/>
          </a:xfrm>
          <a:prstGeom prst="rect">
            <a:avLst/>
          </a:prstGeom>
        </p:spPr>
      </p:pic>
    </p:spTree>
    <p:extLst>
      <p:ext uri="{BB962C8B-B14F-4D97-AF65-F5344CB8AC3E}">
        <p14:creationId xmlns:p14="http://schemas.microsoft.com/office/powerpoint/2010/main" val="41581307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pter Divider">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141E2B2-916E-1620-E6D4-23A95CE3B467}"/>
              </a:ext>
            </a:extLst>
          </p:cNvPr>
          <p:cNvGraphicFramePr>
            <a:graphicFrameLocks noChangeAspect="1"/>
          </p:cNvGraphicFramePr>
          <p:nvPr userDrawn="1">
            <p:custDataLst>
              <p:tags r:id="rId1"/>
            </p:custDataLst>
            <p:extLst>
              <p:ext uri="{D42A27DB-BD31-4B8C-83A1-F6EECF244321}">
                <p14:modId xmlns:p14="http://schemas.microsoft.com/office/powerpoint/2010/main" val="33835685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C141E2B2-916E-1620-E6D4-23A95CE3B4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4" name="Picture 13" descr="A blue background with a blue wave&#10;&#10;Description automatically generated with medium confidence">
            <a:extLst>
              <a:ext uri="{FF2B5EF4-FFF2-40B4-BE49-F238E27FC236}">
                <a16:creationId xmlns:a16="http://schemas.microsoft.com/office/drawing/2014/main" id="{901E710E-DE9C-2B82-E370-4E6605A1EC04}"/>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5473" t="11496" b="10395"/>
          <a:stretch/>
        </p:blipFill>
        <p:spPr>
          <a:xfrm>
            <a:off x="0" y="0"/>
            <a:ext cx="12192000" cy="6858000"/>
          </a:xfrm>
          <a:prstGeom prst="rect">
            <a:avLst/>
          </a:prstGeom>
        </p:spPr>
      </p:pic>
      <p:sp>
        <p:nvSpPr>
          <p:cNvPr id="3" name="Rectangle 2">
            <a:extLst>
              <a:ext uri="{FF2B5EF4-FFF2-40B4-BE49-F238E27FC236}">
                <a16:creationId xmlns:a16="http://schemas.microsoft.com/office/drawing/2014/main" id="{2C550676-9D25-9888-1719-C6CB072A887E}"/>
              </a:ext>
            </a:extLst>
          </p:cNvPr>
          <p:cNvSpPr/>
          <p:nvPr userDrawn="1"/>
        </p:nvSpPr>
        <p:spPr>
          <a:xfrm>
            <a:off x="0" y="4166937"/>
            <a:ext cx="12192000" cy="15054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Subtitle 2">
            <a:extLst>
              <a:ext uri="{FF2B5EF4-FFF2-40B4-BE49-F238E27FC236}">
                <a16:creationId xmlns:a16="http://schemas.microsoft.com/office/drawing/2014/main" id="{D658B082-7695-9150-A7C0-92375A816F2D}"/>
              </a:ext>
            </a:extLst>
          </p:cNvPr>
          <p:cNvSpPr>
            <a:spLocks noGrp="1"/>
          </p:cNvSpPr>
          <p:nvPr>
            <p:ph type="subTitle" idx="1"/>
          </p:nvPr>
        </p:nvSpPr>
        <p:spPr>
          <a:xfrm>
            <a:off x="381000" y="4454772"/>
            <a:ext cx="11430000" cy="923944"/>
          </a:xfrm>
          <a:prstGeom prst="rect">
            <a:avLst/>
          </a:prstGeom>
        </p:spPr>
        <p:txBody>
          <a:bodyPr anchor="ctr"/>
          <a:lstStyle>
            <a:lvl1pPr marL="0" indent="0" algn="l">
              <a:lnSpc>
                <a:spcPct val="100000"/>
              </a:lnSpc>
              <a:spcBef>
                <a:spcPts val="0"/>
              </a:spcBef>
              <a:buNone/>
              <a:defRPr sz="2800">
                <a:solidFill>
                  <a:schemeClr val="tx1"/>
                </a:solidFill>
                <a:latin typeface="+mn-lt"/>
              </a:defRPr>
            </a:lvl1pPr>
            <a:lvl2pPr marL="442432" indent="0" algn="ctr">
              <a:buNone/>
              <a:defRPr sz="1935"/>
            </a:lvl2pPr>
            <a:lvl3pPr marL="884865" indent="0" algn="ctr">
              <a:buNone/>
              <a:defRPr sz="1742"/>
            </a:lvl3pPr>
            <a:lvl4pPr marL="1327297" indent="0" algn="ctr">
              <a:buNone/>
              <a:defRPr sz="1548"/>
            </a:lvl4pPr>
            <a:lvl5pPr marL="1769730" indent="0" algn="ctr">
              <a:buNone/>
              <a:defRPr sz="1548"/>
            </a:lvl5pPr>
            <a:lvl6pPr marL="2212162" indent="0" algn="ctr">
              <a:buNone/>
              <a:defRPr sz="1548"/>
            </a:lvl6pPr>
            <a:lvl7pPr marL="2654595" indent="0" algn="ctr">
              <a:buNone/>
              <a:defRPr sz="1548"/>
            </a:lvl7pPr>
            <a:lvl8pPr marL="3097027" indent="0" algn="ctr">
              <a:buNone/>
              <a:defRPr sz="1548"/>
            </a:lvl8pPr>
            <a:lvl9pPr marL="3539460" indent="0" algn="ctr">
              <a:buNone/>
              <a:defRPr sz="1548"/>
            </a:lvl9pPr>
          </a:lstStyle>
          <a:p>
            <a:r>
              <a:rPr lang="en-US"/>
              <a:t>Click to edit Master subtitle style</a:t>
            </a:r>
          </a:p>
        </p:txBody>
      </p:sp>
      <p:pic>
        <p:nvPicPr>
          <p:cNvPr id="7" name="Picture 6" descr="A black and white logo&#10;&#10;Description automatically generated">
            <a:extLst>
              <a:ext uri="{FF2B5EF4-FFF2-40B4-BE49-F238E27FC236}">
                <a16:creationId xmlns:a16="http://schemas.microsoft.com/office/drawing/2014/main" id="{8E4BDE28-C7E9-EC23-0406-02DD0B1D631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b="33080"/>
          <a:stretch/>
        </p:blipFill>
        <p:spPr>
          <a:xfrm>
            <a:off x="9866769" y="6220619"/>
            <a:ext cx="2129852" cy="475099"/>
          </a:xfrm>
          <a:prstGeom prst="rect">
            <a:avLst/>
          </a:prstGeom>
        </p:spPr>
      </p:pic>
    </p:spTree>
    <p:extLst>
      <p:ext uri="{BB962C8B-B14F-4D97-AF65-F5344CB8AC3E}">
        <p14:creationId xmlns:p14="http://schemas.microsoft.com/office/powerpoint/2010/main" val="9103306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 of Contents Slide">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2C48D9C-0895-18A0-F9E5-C15981C91C60}"/>
              </a:ext>
            </a:extLst>
          </p:cNvPr>
          <p:cNvGraphicFramePr>
            <a:graphicFrameLocks noChangeAspect="1"/>
          </p:cNvGraphicFramePr>
          <p:nvPr userDrawn="1">
            <p:custDataLst>
              <p:tags r:id="rId1"/>
            </p:custDataLst>
            <p:extLst>
              <p:ext uri="{D42A27DB-BD31-4B8C-83A1-F6EECF244321}">
                <p14:modId xmlns:p14="http://schemas.microsoft.com/office/powerpoint/2010/main" val="16706552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think-cell data - do not delete" hidden="1">
                        <a:extLst>
                          <a:ext uri="{FF2B5EF4-FFF2-40B4-BE49-F238E27FC236}">
                            <a16:creationId xmlns:a16="http://schemas.microsoft.com/office/drawing/2014/main" id="{C2C48D9C-0895-18A0-F9E5-C15981C91C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26F1F4FD-A43D-EC91-B765-BEA00848C291}"/>
              </a:ext>
            </a:extLst>
          </p:cNvPr>
          <p:cNvSpPr/>
          <p:nvPr userDrawn="1"/>
        </p:nvSpPr>
        <p:spPr>
          <a:xfrm>
            <a:off x="0" y="0"/>
            <a:ext cx="4613097"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 name="Straight Connector 14">
            <a:extLst>
              <a:ext uri="{FF2B5EF4-FFF2-40B4-BE49-F238E27FC236}">
                <a16:creationId xmlns:a16="http://schemas.microsoft.com/office/drawing/2014/main" id="{EBF1BCFB-5D5D-452B-041C-7BF2E1CAD153}"/>
              </a:ext>
            </a:extLst>
          </p:cNvPr>
          <p:cNvCxnSpPr>
            <a:cxnSpLocks/>
          </p:cNvCxnSpPr>
          <p:nvPr userDrawn="1"/>
        </p:nvCxnSpPr>
        <p:spPr>
          <a:xfrm>
            <a:off x="-15728" y="1623434"/>
            <a:ext cx="6111728" cy="0"/>
          </a:xfrm>
          <a:prstGeom prst="line">
            <a:avLst/>
          </a:prstGeom>
          <a:ln w="38100">
            <a:solidFill>
              <a:schemeClr val="bg1"/>
            </a:solidFill>
            <a:tailEnd type="none"/>
          </a:ln>
          <a:effectLst/>
        </p:spPr>
        <p:style>
          <a:lnRef idx="2">
            <a:schemeClr val="accent1"/>
          </a:lnRef>
          <a:fillRef idx="0">
            <a:schemeClr val="accent1"/>
          </a:fillRef>
          <a:effectRef idx="1">
            <a:schemeClr val="accent1"/>
          </a:effectRef>
          <a:fontRef idx="minor">
            <a:schemeClr val="tx1"/>
          </a:fontRef>
        </p:style>
      </p:cxnSp>
      <p:sp>
        <p:nvSpPr>
          <p:cNvPr id="19" name="Slide Number Placeholder 4">
            <a:extLst>
              <a:ext uri="{FF2B5EF4-FFF2-40B4-BE49-F238E27FC236}">
                <a16:creationId xmlns:a16="http://schemas.microsoft.com/office/drawing/2014/main" id="{EE587574-2D43-D1C4-C9BE-FCB6A64E27BD}"/>
              </a:ext>
            </a:extLst>
          </p:cNvPr>
          <p:cNvSpPr>
            <a:spLocks noGrp="1"/>
          </p:cNvSpPr>
          <p:nvPr>
            <p:ph type="sldNum" sz="quarter" idx="12"/>
          </p:nvPr>
        </p:nvSpPr>
        <p:spPr>
          <a:xfrm>
            <a:off x="11378590" y="6397204"/>
            <a:ext cx="396909" cy="365125"/>
          </a:xfrm>
        </p:spPr>
        <p:txBody>
          <a:bodyPr/>
          <a:lstStyle>
            <a:lvl1pPr algn="ctr">
              <a:defRPr/>
            </a:lvl1pPr>
          </a:lstStyle>
          <a:p>
            <a:fld id="{84D58D1B-E4CD-4092-A64A-067BEFC75A17}" type="slidenum">
              <a:rPr lang="en-US" smtClean="0"/>
              <a:pPr/>
              <a:t>‹#›</a:t>
            </a:fld>
            <a:endParaRPr lang="en-US"/>
          </a:p>
        </p:txBody>
      </p:sp>
      <p:sp>
        <p:nvSpPr>
          <p:cNvPr id="21" name="Text Placeholder 5">
            <a:extLst>
              <a:ext uri="{FF2B5EF4-FFF2-40B4-BE49-F238E27FC236}">
                <a16:creationId xmlns:a16="http://schemas.microsoft.com/office/drawing/2014/main" id="{F0A24571-38DB-14F4-42C8-D6423AB4D2C1}"/>
              </a:ext>
            </a:extLst>
          </p:cNvPr>
          <p:cNvSpPr>
            <a:spLocks noGrp="1"/>
          </p:cNvSpPr>
          <p:nvPr>
            <p:ph type="body" sz="quarter" idx="17"/>
          </p:nvPr>
        </p:nvSpPr>
        <p:spPr>
          <a:xfrm>
            <a:off x="4736388" y="1892595"/>
            <a:ext cx="7074612" cy="4269698"/>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1AF51814-584E-99BC-9B07-A2480574BC93}"/>
              </a:ext>
            </a:extLst>
          </p:cNvPr>
          <p:cNvCxnSpPr>
            <a:cxnSpLocks/>
          </p:cNvCxnSpPr>
          <p:nvPr userDrawn="1"/>
        </p:nvCxnSpPr>
        <p:spPr>
          <a:xfrm>
            <a:off x="388319" y="6279748"/>
            <a:ext cx="11419078" cy="0"/>
          </a:xfrm>
          <a:prstGeom prst="line">
            <a:avLst/>
          </a:prstGeom>
          <a:ln w="1905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
        <p:nvSpPr>
          <p:cNvPr id="3" name="Title 1">
            <a:extLst>
              <a:ext uri="{FF2B5EF4-FFF2-40B4-BE49-F238E27FC236}">
                <a16:creationId xmlns:a16="http://schemas.microsoft.com/office/drawing/2014/main" id="{24AE619D-10E0-2BEE-0A8A-50EB268D4361}"/>
              </a:ext>
            </a:extLst>
          </p:cNvPr>
          <p:cNvSpPr>
            <a:spLocks noGrp="1"/>
          </p:cNvSpPr>
          <p:nvPr>
            <p:ph type="title"/>
          </p:nvPr>
        </p:nvSpPr>
        <p:spPr>
          <a:xfrm>
            <a:off x="381000" y="215704"/>
            <a:ext cx="3893048" cy="1290271"/>
          </a:xfrm>
          <a:prstGeom prst="rect">
            <a:avLst/>
          </a:prstGeom>
        </p:spPr>
        <p:txBody>
          <a:bodyPr vert="horz" lIns="0" tIns="0" rIns="0" bIns="0" anchor="b"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pic>
        <p:nvPicPr>
          <p:cNvPr id="5" name="Picture 4" descr="A black background with a black square&#10;&#10;Description automatically generated with medium confidence">
            <a:extLst>
              <a:ext uri="{FF2B5EF4-FFF2-40B4-BE49-F238E27FC236}">
                <a16:creationId xmlns:a16="http://schemas.microsoft.com/office/drawing/2014/main" id="{8ADC4E7B-D01F-BB1C-6BAC-8890CDD26DD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5728" y="1858237"/>
            <a:ext cx="12192000" cy="5215467"/>
          </a:xfrm>
          <a:prstGeom prst="rect">
            <a:avLst/>
          </a:prstGeom>
        </p:spPr>
      </p:pic>
    </p:spTree>
    <p:extLst>
      <p:ext uri="{BB962C8B-B14F-4D97-AF65-F5344CB8AC3E}">
        <p14:creationId xmlns:p14="http://schemas.microsoft.com/office/powerpoint/2010/main" val="1356967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ackground and Objective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FCD4DF4-1CAA-044B-9ED5-1B73AEF989D9}"/>
              </a:ext>
            </a:extLst>
          </p:cNvPr>
          <p:cNvGraphicFramePr>
            <a:graphicFrameLocks noChangeAspect="1"/>
          </p:cNvGraphicFramePr>
          <p:nvPr userDrawn="1">
            <p:custDataLst>
              <p:tags r:id="rId1"/>
            </p:custDataLst>
            <p:extLst>
              <p:ext uri="{D42A27DB-BD31-4B8C-83A1-F6EECF244321}">
                <p14:modId xmlns:p14="http://schemas.microsoft.com/office/powerpoint/2010/main" val="32424633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 name="think-cell data - do not delete" hidden="1">
                        <a:extLst>
                          <a:ext uri="{FF2B5EF4-FFF2-40B4-BE49-F238E27FC236}">
                            <a16:creationId xmlns:a16="http://schemas.microsoft.com/office/drawing/2014/main" id="{FFCD4DF4-1CAA-044B-9ED5-1B73AEF989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C42ACF36-1969-C3FD-CBDF-753C21155293}"/>
              </a:ext>
            </a:extLst>
          </p:cNvPr>
          <p:cNvSpPr/>
          <p:nvPr userDrawn="1"/>
        </p:nvSpPr>
        <p:spPr>
          <a:xfrm>
            <a:off x="6301555" y="1107239"/>
            <a:ext cx="5486400" cy="525838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C009186-1B19-C122-E55C-3C0EFF19FA95}"/>
              </a:ext>
            </a:extLst>
          </p:cNvPr>
          <p:cNvSpPr/>
          <p:nvPr userDrawn="1"/>
        </p:nvSpPr>
        <p:spPr>
          <a:xfrm>
            <a:off x="377651" y="1107239"/>
            <a:ext cx="5501836" cy="525839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79DF3101-29A4-67D1-62A0-75AF3C17E0E6}"/>
              </a:ext>
            </a:extLst>
          </p:cNvPr>
          <p:cNvCxnSpPr>
            <a:cxnSpLocks/>
          </p:cNvCxnSpPr>
          <p:nvPr userDrawn="1"/>
        </p:nvCxnSpPr>
        <p:spPr>
          <a:xfrm>
            <a:off x="386813" y="1002205"/>
            <a:ext cx="11427888" cy="0"/>
          </a:xfrm>
          <a:prstGeom prst="line">
            <a:avLst/>
          </a:prstGeom>
          <a:ln w="3810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615BAC3F-3EB9-C995-6E47-ADAB6C36DAFC}"/>
              </a:ext>
            </a:extLst>
          </p:cNvPr>
          <p:cNvSpPr>
            <a:spLocks noGrp="1"/>
          </p:cNvSpPr>
          <p:nvPr>
            <p:ph type="title"/>
          </p:nvPr>
        </p:nvSpPr>
        <p:spPr>
          <a:xfrm>
            <a:off x="380999" y="160929"/>
            <a:ext cx="11406955" cy="774017"/>
          </a:xfrm>
          <a:prstGeom prst="rect">
            <a:avLst/>
          </a:prstGeom>
        </p:spPr>
        <p:txBody>
          <a:bodyPr vert="horz" lIns="0" tIns="0" rIns="0" bIns="0" anchor="b" anchorCtr="0">
            <a:noAutofit/>
          </a:bodyPr>
          <a:lstStyle>
            <a:lvl1pPr algn="l">
              <a:lnSpc>
                <a:spcPct val="100000"/>
              </a:lnSpc>
              <a:spcBef>
                <a:spcPts val="600"/>
              </a:spcBef>
              <a:defRPr sz="2800" b="0">
                <a:solidFill>
                  <a:srgbClr val="000000"/>
                </a:solidFill>
                <a:latin typeface="+mj-lt"/>
              </a:defRPr>
            </a:lvl1pPr>
          </a:lstStyle>
          <a:p>
            <a:r>
              <a:rPr lang="en-US"/>
              <a:t>Click to edit Master title style</a:t>
            </a:r>
          </a:p>
        </p:txBody>
      </p:sp>
      <p:sp>
        <p:nvSpPr>
          <p:cNvPr id="11" name="Slide Number Placeholder 4">
            <a:extLst>
              <a:ext uri="{FF2B5EF4-FFF2-40B4-BE49-F238E27FC236}">
                <a16:creationId xmlns:a16="http://schemas.microsoft.com/office/drawing/2014/main" id="{1FA2A22F-AA77-5D52-7AE9-5255DCC8ED3F}"/>
              </a:ext>
            </a:extLst>
          </p:cNvPr>
          <p:cNvSpPr>
            <a:spLocks noGrp="1"/>
          </p:cNvSpPr>
          <p:nvPr>
            <p:ph type="sldNum" sz="quarter" idx="12"/>
          </p:nvPr>
        </p:nvSpPr>
        <p:spPr>
          <a:xfrm>
            <a:off x="11399856" y="6439736"/>
            <a:ext cx="396909" cy="365125"/>
          </a:xfrm>
        </p:spPr>
        <p:txBody>
          <a:bodyPr/>
          <a:lstStyle>
            <a:lvl1pPr algn="ctr">
              <a:defRPr/>
            </a:lvl1pPr>
          </a:lstStyle>
          <a:p>
            <a:fld id="{84D58D1B-E4CD-4092-A64A-067BEFC75A17}" type="slidenum">
              <a:rPr lang="en-US" smtClean="0"/>
              <a:pPr/>
              <a:t>‹#›</a:t>
            </a:fld>
            <a:endParaRPr lang="en-US"/>
          </a:p>
        </p:txBody>
      </p:sp>
      <p:sp>
        <p:nvSpPr>
          <p:cNvPr id="12" name="Text Placeholder 5">
            <a:extLst>
              <a:ext uri="{FF2B5EF4-FFF2-40B4-BE49-F238E27FC236}">
                <a16:creationId xmlns:a16="http://schemas.microsoft.com/office/drawing/2014/main" id="{70BD561B-1132-92E3-2047-5DEB6380E68A}"/>
              </a:ext>
            </a:extLst>
          </p:cNvPr>
          <p:cNvSpPr>
            <a:spLocks noGrp="1"/>
          </p:cNvSpPr>
          <p:nvPr>
            <p:ph type="body" sz="quarter" idx="16"/>
          </p:nvPr>
        </p:nvSpPr>
        <p:spPr>
          <a:xfrm>
            <a:off x="389791" y="1496604"/>
            <a:ext cx="5480903" cy="4869024"/>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5">
            <a:extLst>
              <a:ext uri="{FF2B5EF4-FFF2-40B4-BE49-F238E27FC236}">
                <a16:creationId xmlns:a16="http://schemas.microsoft.com/office/drawing/2014/main" id="{2B3C0793-0440-A5E8-1D12-03E9E21DCE11}"/>
              </a:ext>
            </a:extLst>
          </p:cNvPr>
          <p:cNvSpPr>
            <a:spLocks noGrp="1"/>
          </p:cNvSpPr>
          <p:nvPr>
            <p:ph type="body" sz="quarter" idx="17" hasCustomPrompt="1"/>
          </p:nvPr>
        </p:nvSpPr>
        <p:spPr>
          <a:xfrm>
            <a:off x="389791" y="1107239"/>
            <a:ext cx="5480904" cy="306534"/>
          </a:xfrm>
          <a:prstGeom prst="rect">
            <a:avLst/>
          </a:prstGeom>
        </p:spPr>
        <p:txBody>
          <a:bodyPr/>
          <a:lstStyle>
            <a:lvl1pPr marL="0" indent="0">
              <a:lnSpc>
                <a:spcPct val="100000"/>
              </a:lnSpc>
              <a:spcBef>
                <a:spcPts val="600"/>
              </a:spcBef>
              <a:buFont typeface="Arial" panose="020B0604020202020204" pitchFamily="34" charset="0"/>
              <a:buNone/>
              <a:defRPr sz="1800" b="1">
                <a:solidFill>
                  <a:schemeClr val="accent2"/>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BACKGROUND</a:t>
            </a:r>
          </a:p>
        </p:txBody>
      </p:sp>
      <p:sp>
        <p:nvSpPr>
          <p:cNvPr id="14" name="Text Placeholder 5">
            <a:extLst>
              <a:ext uri="{FF2B5EF4-FFF2-40B4-BE49-F238E27FC236}">
                <a16:creationId xmlns:a16="http://schemas.microsoft.com/office/drawing/2014/main" id="{996534BF-0278-FDAD-01B4-91313E53A485}"/>
              </a:ext>
            </a:extLst>
          </p:cNvPr>
          <p:cNvSpPr>
            <a:spLocks noGrp="1"/>
          </p:cNvSpPr>
          <p:nvPr>
            <p:ph type="body" sz="quarter" idx="18" hasCustomPrompt="1"/>
          </p:nvPr>
        </p:nvSpPr>
        <p:spPr>
          <a:xfrm>
            <a:off x="6301555" y="1111331"/>
            <a:ext cx="5486400" cy="302442"/>
          </a:xfrm>
          <a:prstGeom prst="rect">
            <a:avLst/>
          </a:prstGeom>
        </p:spPr>
        <p:txBody>
          <a:bodyPr/>
          <a:lstStyle>
            <a:lvl1pPr marL="0" indent="0">
              <a:lnSpc>
                <a:spcPct val="100000"/>
              </a:lnSpc>
              <a:spcBef>
                <a:spcPts val="600"/>
              </a:spcBef>
              <a:buFont typeface="Arial" panose="020B0604020202020204" pitchFamily="34" charset="0"/>
              <a:buNone/>
              <a:defRPr sz="1800" b="1">
                <a:solidFill>
                  <a:schemeClr val="accent2"/>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OBJECTIVES</a:t>
            </a:r>
          </a:p>
        </p:txBody>
      </p:sp>
      <p:sp>
        <p:nvSpPr>
          <p:cNvPr id="2" name="Text Placeholder 5">
            <a:extLst>
              <a:ext uri="{FF2B5EF4-FFF2-40B4-BE49-F238E27FC236}">
                <a16:creationId xmlns:a16="http://schemas.microsoft.com/office/drawing/2014/main" id="{1788CD02-6718-5D01-DE5D-00843DA60ADB}"/>
              </a:ext>
            </a:extLst>
          </p:cNvPr>
          <p:cNvSpPr>
            <a:spLocks noGrp="1"/>
          </p:cNvSpPr>
          <p:nvPr>
            <p:ph type="body" sz="quarter" idx="19"/>
          </p:nvPr>
        </p:nvSpPr>
        <p:spPr>
          <a:xfrm>
            <a:off x="6308181" y="1496599"/>
            <a:ext cx="5479774" cy="4869029"/>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6533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ody Slide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FE9EDEA-A558-0897-372C-00462C8B12E7}"/>
              </a:ext>
            </a:extLst>
          </p:cNvPr>
          <p:cNvGraphicFramePr>
            <a:graphicFrameLocks noChangeAspect="1"/>
          </p:cNvGraphicFramePr>
          <p:nvPr userDrawn="1">
            <p:custDataLst>
              <p:tags r:id="rId1"/>
            </p:custDataLst>
            <p:extLst>
              <p:ext uri="{D42A27DB-BD31-4B8C-83A1-F6EECF244321}">
                <p14:modId xmlns:p14="http://schemas.microsoft.com/office/powerpoint/2010/main" val="39119994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 name="think-cell data - do not delete" hidden="1">
                        <a:extLst>
                          <a:ext uri="{FF2B5EF4-FFF2-40B4-BE49-F238E27FC236}">
                            <a16:creationId xmlns:a16="http://schemas.microsoft.com/office/drawing/2014/main" id="{2FE9EDEA-A558-0897-372C-00462C8B12E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80999" y="87993"/>
            <a:ext cx="11415765" cy="849910"/>
          </a:xfrm>
          <a:prstGeom prst="rect">
            <a:avLst/>
          </a:prstGeom>
        </p:spPr>
        <p:txBody>
          <a:bodyPr vert="horz" lIns="0" tIns="0" rIns="0" bIns="0" anchor="b" anchorCtr="0">
            <a:noAutofit/>
          </a:bodyPr>
          <a:lstStyle>
            <a:lvl1pPr algn="l">
              <a:lnSpc>
                <a:spcPct val="100000"/>
              </a:lnSpc>
              <a:spcBef>
                <a:spcPts val="600"/>
              </a:spcBef>
              <a:defRPr sz="2800" b="0">
                <a:solidFill>
                  <a:srgbClr val="000000"/>
                </a:solidFill>
                <a:latin typeface="+mj-lt"/>
              </a:defRPr>
            </a:lvl1pPr>
          </a:lstStyle>
          <a:p>
            <a:r>
              <a:rPr lang="en-US"/>
              <a:t>Click to edit Master title style</a:t>
            </a:r>
          </a:p>
        </p:txBody>
      </p:sp>
      <p:sp>
        <p:nvSpPr>
          <p:cNvPr id="6" name="Text Placeholder 5">
            <a:extLst>
              <a:ext uri="{FF2B5EF4-FFF2-40B4-BE49-F238E27FC236}">
                <a16:creationId xmlns:a16="http://schemas.microsoft.com/office/drawing/2014/main" id="{C8538BF5-6A46-B261-F667-8EE088BEF8B3}"/>
              </a:ext>
            </a:extLst>
          </p:cNvPr>
          <p:cNvSpPr>
            <a:spLocks noGrp="1"/>
          </p:cNvSpPr>
          <p:nvPr>
            <p:ph type="body" sz="quarter" idx="16"/>
          </p:nvPr>
        </p:nvSpPr>
        <p:spPr>
          <a:xfrm>
            <a:off x="380999" y="1113628"/>
            <a:ext cx="11415765" cy="4835514"/>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0CE5B22B-0FB3-B2D0-6CB2-306782767A36}"/>
              </a:ext>
            </a:extLst>
          </p:cNvPr>
          <p:cNvSpPr/>
          <p:nvPr userDrawn="1"/>
        </p:nvSpPr>
        <p:spPr>
          <a:xfrm>
            <a:off x="0" y="6103088"/>
            <a:ext cx="12192000" cy="754912"/>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3" name="Slide Number Placeholder 4">
            <a:extLst>
              <a:ext uri="{FF2B5EF4-FFF2-40B4-BE49-F238E27FC236}">
                <a16:creationId xmlns:a16="http://schemas.microsoft.com/office/drawing/2014/main" id="{703B2C28-6825-22F6-D64A-D678EBD3B219}"/>
              </a:ext>
            </a:extLst>
          </p:cNvPr>
          <p:cNvSpPr>
            <a:spLocks noGrp="1"/>
          </p:cNvSpPr>
          <p:nvPr>
            <p:ph type="sldNum" sz="quarter" idx="12"/>
          </p:nvPr>
        </p:nvSpPr>
        <p:spPr>
          <a:xfrm>
            <a:off x="11399856" y="6322773"/>
            <a:ext cx="396909" cy="365125"/>
          </a:xfrm>
        </p:spPr>
        <p:txBody>
          <a:bodyPr/>
          <a:lstStyle>
            <a:lvl1pPr algn="ctr">
              <a:defRPr>
                <a:solidFill>
                  <a:schemeClr val="bg1"/>
                </a:solidFill>
              </a:defRPr>
            </a:lvl1pPr>
          </a:lstStyle>
          <a:p>
            <a:fld id="{84D58D1B-E4CD-4092-A64A-067BEFC75A17}" type="slidenum">
              <a:rPr lang="en-US" smtClean="0"/>
              <a:pPr/>
              <a:t>‹#›</a:t>
            </a:fld>
            <a:endParaRPr lang="en-US"/>
          </a:p>
        </p:txBody>
      </p:sp>
      <p:sp>
        <p:nvSpPr>
          <p:cNvPr id="7" name="Text Placeholder 5">
            <a:extLst>
              <a:ext uri="{FF2B5EF4-FFF2-40B4-BE49-F238E27FC236}">
                <a16:creationId xmlns:a16="http://schemas.microsoft.com/office/drawing/2014/main" id="{44B2CE3A-E71E-7684-7D73-B470F97175F7}"/>
              </a:ext>
            </a:extLst>
          </p:cNvPr>
          <p:cNvSpPr>
            <a:spLocks noGrp="1"/>
          </p:cNvSpPr>
          <p:nvPr>
            <p:ph type="body" sz="quarter" idx="15"/>
          </p:nvPr>
        </p:nvSpPr>
        <p:spPr>
          <a:xfrm>
            <a:off x="377669" y="6264823"/>
            <a:ext cx="10946004"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bg1"/>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cxnSp>
        <p:nvCxnSpPr>
          <p:cNvPr id="5" name="Straight Connector 4">
            <a:extLst>
              <a:ext uri="{FF2B5EF4-FFF2-40B4-BE49-F238E27FC236}">
                <a16:creationId xmlns:a16="http://schemas.microsoft.com/office/drawing/2014/main" id="{92C72577-658E-4D0C-D83D-DAE04B299F98}"/>
              </a:ext>
            </a:extLst>
          </p:cNvPr>
          <p:cNvCxnSpPr>
            <a:cxnSpLocks/>
          </p:cNvCxnSpPr>
          <p:nvPr userDrawn="1"/>
        </p:nvCxnSpPr>
        <p:spPr>
          <a:xfrm>
            <a:off x="386813" y="1002205"/>
            <a:ext cx="11427888" cy="0"/>
          </a:xfrm>
          <a:prstGeom prst="line">
            <a:avLst/>
          </a:prstGeom>
          <a:ln w="3810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76270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ody Slide 2">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AFAE50B-5748-1E55-25D9-2FDD48ABEC36}"/>
              </a:ext>
            </a:extLst>
          </p:cNvPr>
          <p:cNvGraphicFramePr>
            <a:graphicFrameLocks noChangeAspect="1"/>
          </p:cNvGraphicFramePr>
          <p:nvPr userDrawn="1">
            <p:custDataLst>
              <p:tags r:id="rId1"/>
            </p:custDataLst>
            <p:extLst>
              <p:ext uri="{D42A27DB-BD31-4B8C-83A1-F6EECF244321}">
                <p14:modId xmlns:p14="http://schemas.microsoft.com/office/powerpoint/2010/main" val="8162035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7" name="think-cell data - do not delete" hidden="1">
                        <a:extLst>
                          <a:ext uri="{FF2B5EF4-FFF2-40B4-BE49-F238E27FC236}">
                            <a16:creationId xmlns:a16="http://schemas.microsoft.com/office/drawing/2014/main" id="{AAFAE50B-5748-1E55-25D9-2FDD48ABEC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80999" y="85038"/>
            <a:ext cx="11415765" cy="849910"/>
          </a:xfrm>
          <a:prstGeom prst="rect">
            <a:avLst/>
          </a:prstGeom>
        </p:spPr>
        <p:txBody>
          <a:bodyPr vert="horz" lIns="0" tIns="0" rIns="0" bIns="0" anchor="b" anchorCtr="0">
            <a:noAutofit/>
          </a:bodyPr>
          <a:lstStyle>
            <a:lvl1pPr algn="l">
              <a:lnSpc>
                <a:spcPct val="100000"/>
              </a:lnSpc>
              <a:spcBef>
                <a:spcPts val="600"/>
              </a:spcBef>
              <a:defRPr sz="2800" b="0">
                <a:solidFill>
                  <a:srgbClr val="000000"/>
                </a:solidFill>
                <a:latin typeface="+mj-lt"/>
              </a:defRPr>
            </a:lvl1pPr>
          </a:lstStyle>
          <a:p>
            <a:r>
              <a:rPr lang="en-US"/>
              <a:t>Click to edit Master title style</a:t>
            </a:r>
          </a:p>
        </p:txBody>
      </p:sp>
      <p:sp>
        <p:nvSpPr>
          <p:cNvPr id="6" name="Text Placeholder 5">
            <a:extLst>
              <a:ext uri="{FF2B5EF4-FFF2-40B4-BE49-F238E27FC236}">
                <a16:creationId xmlns:a16="http://schemas.microsoft.com/office/drawing/2014/main" id="{C8538BF5-6A46-B261-F667-8EE088BEF8B3}"/>
              </a:ext>
            </a:extLst>
          </p:cNvPr>
          <p:cNvSpPr>
            <a:spLocks noGrp="1"/>
          </p:cNvSpPr>
          <p:nvPr>
            <p:ph type="body" sz="quarter" idx="16"/>
          </p:nvPr>
        </p:nvSpPr>
        <p:spPr>
          <a:xfrm>
            <a:off x="380999" y="1116637"/>
            <a:ext cx="11415765" cy="5024688"/>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4">
            <a:extLst>
              <a:ext uri="{FF2B5EF4-FFF2-40B4-BE49-F238E27FC236}">
                <a16:creationId xmlns:a16="http://schemas.microsoft.com/office/drawing/2014/main" id="{4D7427BE-4EBA-FCEE-FD65-D50EC7FCA6C7}"/>
              </a:ext>
            </a:extLst>
          </p:cNvPr>
          <p:cNvSpPr>
            <a:spLocks noGrp="1"/>
          </p:cNvSpPr>
          <p:nvPr>
            <p:ph type="sldNum" sz="quarter" idx="12"/>
          </p:nvPr>
        </p:nvSpPr>
        <p:spPr>
          <a:xfrm>
            <a:off x="11399856" y="6357595"/>
            <a:ext cx="396909" cy="365125"/>
          </a:xfrm>
        </p:spPr>
        <p:txBody>
          <a:bodyPr/>
          <a:lstStyle>
            <a:lvl1pPr algn="ctr">
              <a:defRPr/>
            </a:lvl1pPr>
          </a:lstStyle>
          <a:p>
            <a:fld id="{84D58D1B-E4CD-4092-A64A-067BEFC75A17}" type="slidenum">
              <a:rPr lang="en-US" smtClean="0"/>
              <a:pPr/>
              <a:t>‹#›</a:t>
            </a:fld>
            <a:endParaRPr lang="en-US"/>
          </a:p>
        </p:txBody>
      </p:sp>
      <p:sp>
        <p:nvSpPr>
          <p:cNvPr id="5" name="Text Placeholder 5">
            <a:extLst>
              <a:ext uri="{FF2B5EF4-FFF2-40B4-BE49-F238E27FC236}">
                <a16:creationId xmlns:a16="http://schemas.microsoft.com/office/drawing/2014/main" id="{E1680202-091A-2FF6-9296-261537F2766F}"/>
              </a:ext>
            </a:extLst>
          </p:cNvPr>
          <p:cNvSpPr>
            <a:spLocks noGrp="1"/>
          </p:cNvSpPr>
          <p:nvPr>
            <p:ph type="body" sz="quarter" idx="15"/>
          </p:nvPr>
        </p:nvSpPr>
        <p:spPr>
          <a:xfrm>
            <a:off x="380999" y="6307355"/>
            <a:ext cx="10910777"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tx1">
                    <a:lumMod val="50000"/>
                    <a:lumOff val="50000"/>
                  </a:schemeClr>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cxnSp>
        <p:nvCxnSpPr>
          <p:cNvPr id="12" name="Straight Connector 11">
            <a:extLst>
              <a:ext uri="{FF2B5EF4-FFF2-40B4-BE49-F238E27FC236}">
                <a16:creationId xmlns:a16="http://schemas.microsoft.com/office/drawing/2014/main" id="{C56F7293-0224-05BF-D733-19F156C60FFF}"/>
              </a:ext>
            </a:extLst>
          </p:cNvPr>
          <p:cNvCxnSpPr>
            <a:cxnSpLocks/>
          </p:cNvCxnSpPr>
          <p:nvPr userDrawn="1"/>
        </p:nvCxnSpPr>
        <p:spPr>
          <a:xfrm>
            <a:off x="386813" y="1002205"/>
            <a:ext cx="11427888" cy="0"/>
          </a:xfrm>
          <a:prstGeom prst="line">
            <a:avLst/>
          </a:prstGeom>
          <a:ln w="3810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386097"/>
      </p:ext>
    </p:extLst>
  </p:cSld>
  <p:clrMapOvr>
    <a:masterClrMapping/>
  </p:clrMapOvr>
  <p:extLst>
    <p:ext uri="{DCECCB84-F9BA-43D5-87BE-67443E8EF086}">
      <p15:sldGuideLst xmlns:p15="http://schemas.microsoft.com/office/powerpoint/2012/main">
        <p15:guide id="1" pos="3840">
          <p15:clr>
            <a:srgbClr val="FBAE40"/>
          </p15:clr>
        </p15:guide>
        <p15:guide id="2" pos="240">
          <p15:clr>
            <a:srgbClr val="FBAE40"/>
          </p15:clr>
        </p15:guide>
        <p15:guide id="3" pos="74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dy Slide 3">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89FEF2BE-6A72-EF47-C147-95FE769CB6EA}"/>
              </a:ext>
            </a:extLst>
          </p:cNvPr>
          <p:cNvGraphicFramePr>
            <a:graphicFrameLocks noChangeAspect="1"/>
          </p:cNvGraphicFramePr>
          <p:nvPr userDrawn="1">
            <p:custDataLst>
              <p:tags r:id="rId1"/>
            </p:custDataLst>
            <p:extLst>
              <p:ext uri="{D42A27DB-BD31-4B8C-83A1-F6EECF244321}">
                <p14:modId xmlns:p14="http://schemas.microsoft.com/office/powerpoint/2010/main" val="10209988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3" name="think-cell data - do not delete" hidden="1">
                        <a:extLst>
                          <a:ext uri="{FF2B5EF4-FFF2-40B4-BE49-F238E27FC236}">
                            <a16:creationId xmlns:a16="http://schemas.microsoft.com/office/drawing/2014/main" id="{89FEF2BE-6A72-EF47-C147-95FE769CB6E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23AF0422-6A3A-39A4-44B1-B84F30E7F39D}"/>
              </a:ext>
            </a:extLst>
          </p:cNvPr>
          <p:cNvSpPr/>
          <p:nvPr userDrawn="1"/>
        </p:nvSpPr>
        <p:spPr>
          <a:xfrm>
            <a:off x="0" y="-1"/>
            <a:ext cx="12192000" cy="1028701"/>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81000" y="74405"/>
            <a:ext cx="11415764" cy="849910"/>
          </a:xfrm>
          <a:prstGeom prst="rect">
            <a:avLst/>
          </a:prstGeom>
        </p:spPr>
        <p:txBody>
          <a:bodyPr vert="horz" lIns="0" tIns="0" rIns="0" bIns="0" anchor="ctr"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sp>
        <p:nvSpPr>
          <p:cNvPr id="5" name="Slide Number Placeholder 4">
            <a:extLst>
              <a:ext uri="{FF2B5EF4-FFF2-40B4-BE49-F238E27FC236}">
                <a16:creationId xmlns:a16="http://schemas.microsoft.com/office/drawing/2014/main" id="{C58349DF-0F8A-96D2-E595-655DEA9C579A}"/>
              </a:ext>
            </a:extLst>
          </p:cNvPr>
          <p:cNvSpPr>
            <a:spLocks noGrp="1"/>
          </p:cNvSpPr>
          <p:nvPr>
            <p:ph type="sldNum" sz="quarter" idx="12"/>
          </p:nvPr>
        </p:nvSpPr>
        <p:spPr>
          <a:xfrm>
            <a:off x="11410489" y="6368228"/>
            <a:ext cx="396909" cy="365125"/>
          </a:xfrm>
        </p:spPr>
        <p:txBody>
          <a:bodyPr/>
          <a:lstStyle>
            <a:lvl1pPr algn="ctr">
              <a:defRPr/>
            </a:lvl1pPr>
          </a:lstStyle>
          <a:p>
            <a:fld id="{84D58D1B-E4CD-4092-A64A-067BEFC75A17}" type="slidenum">
              <a:rPr lang="en-US" smtClean="0"/>
              <a:pPr/>
              <a:t>‹#›</a:t>
            </a:fld>
            <a:endParaRPr lang="en-US"/>
          </a:p>
        </p:txBody>
      </p:sp>
      <p:sp>
        <p:nvSpPr>
          <p:cNvPr id="6" name="Text Placeholder 5">
            <a:extLst>
              <a:ext uri="{FF2B5EF4-FFF2-40B4-BE49-F238E27FC236}">
                <a16:creationId xmlns:a16="http://schemas.microsoft.com/office/drawing/2014/main" id="{5FA95F14-EAC0-61F9-4E30-4F5E08CE9D7A}"/>
              </a:ext>
            </a:extLst>
          </p:cNvPr>
          <p:cNvSpPr>
            <a:spLocks noGrp="1"/>
          </p:cNvSpPr>
          <p:nvPr>
            <p:ph type="body" sz="quarter" idx="15"/>
          </p:nvPr>
        </p:nvSpPr>
        <p:spPr>
          <a:xfrm>
            <a:off x="381000" y="6317988"/>
            <a:ext cx="10942673"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tx1">
                    <a:lumMod val="50000"/>
                    <a:lumOff val="50000"/>
                  </a:schemeClr>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sp>
        <p:nvSpPr>
          <p:cNvPr id="7" name="Text Placeholder 5">
            <a:extLst>
              <a:ext uri="{FF2B5EF4-FFF2-40B4-BE49-F238E27FC236}">
                <a16:creationId xmlns:a16="http://schemas.microsoft.com/office/drawing/2014/main" id="{B5807626-B196-698F-A480-42D8B0200B47}"/>
              </a:ext>
            </a:extLst>
          </p:cNvPr>
          <p:cNvSpPr>
            <a:spLocks noGrp="1"/>
          </p:cNvSpPr>
          <p:nvPr>
            <p:ph type="body" sz="quarter" idx="16"/>
          </p:nvPr>
        </p:nvSpPr>
        <p:spPr>
          <a:xfrm>
            <a:off x="381000" y="1103106"/>
            <a:ext cx="11415765" cy="5020444"/>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40232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Body Slide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0D29F9A-1DAE-6201-701C-92563ED26B0F}"/>
              </a:ext>
            </a:extLst>
          </p:cNvPr>
          <p:cNvGraphicFramePr>
            <a:graphicFrameLocks noChangeAspect="1"/>
          </p:cNvGraphicFramePr>
          <p:nvPr userDrawn="1">
            <p:custDataLst>
              <p:tags r:id="rId1"/>
            </p:custDataLst>
            <p:extLst>
              <p:ext uri="{D42A27DB-BD31-4B8C-83A1-F6EECF244321}">
                <p14:modId xmlns:p14="http://schemas.microsoft.com/office/powerpoint/2010/main" val="947440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 name="think-cell data - do not delete" hidden="1">
                        <a:extLst>
                          <a:ext uri="{FF2B5EF4-FFF2-40B4-BE49-F238E27FC236}">
                            <a16:creationId xmlns:a16="http://schemas.microsoft.com/office/drawing/2014/main" id="{70D29F9A-1DAE-6201-701C-92563ED26B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23AF0422-6A3A-39A4-44B1-B84F30E7F39D}"/>
              </a:ext>
            </a:extLst>
          </p:cNvPr>
          <p:cNvSpPr/>
          <p:nvPr userDrawn="1"/>
        </p:nvSpPr>
        <p:spPr>
          <a:xfrm>
            <a:off x="0" y="-1"/>
            <a:ext cx="12192000" cy="1028701"/>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1072662" y="74405"/>
            <a:ext cx="10724102" cy="849910"/>
          </a:xfrm>
          <a:prstGeom prst="rect">
            <a:avLst/>
          </a:prstGeom>
        </p:spPr>
        <p:txBody>
          <a:bodyPr vert="horz" lIns="0" tIns="0" rIns="0" bIns="0" anchor="ctr"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sp>
        <p:nvSpPr>
          <p:cNvPr id="5" name="Slide Number Placeholder 4">
            <a:extLst>
              <a:ext uri="{FF2B5EF4-FFF2-40B4-BE49-F238E27FC236}">
                <a16:creationId xmlns:a16="http://schemas.microsoft.com/office/drawing/2014/main" id="{C58349DF-0F8A-96D2-E595-655DEA9C579A}"/>
              </a:ext>
            </a:extLst>
          </p:cNvPr>
          <p:cNvSpPr>
            <a:spLocks noGrp="1"/>
          </p:cNvSpPr>
          <p:nvPr>
            <p:ph type="sldNum" sz="quarter" idx="12"/>
          </p:nvPr>
        </p:nvSpPr>
        <p:spPr>
          <a:xfrm>
            <a:off x="11410489" y="6368228"/>
            <a:ext cx="396909" cy="365125"/>
          </a:xfrm>
        </p:spPr>
        <p:txBody>
          <a:bodyPr/>
          <a:lstStyle>
            <a:lvl1pPr algn="ctr">
              <a:defRPr/>
            </a:lvl1pPr>
          </a:lstStyle>
          <a:p>
            <a:fld id="{84D58D1B-E4CD-4092-A64A-067BEFC75A17}" type="slidenum">
              <a:rPr lang="en-US" smtClean="0"/>
              <a:pPr/>
              <a:t>‹#›</a:t>
            </a:fld>
            <a:endParaRPr lang="en-US"/>
          </a:p>
        </p:txBody>
      </p:sp>
      <p:sp>
        <p:nvSpPr>
          <p:cNvPr id="6" name="Text Placeholder 5">
            <a:extLst>
              <a:ext uri="{FF2B5EF4-FFF2-40B4-BE49-F238E27FC236}">
                <a16:creationId xmlns:a16="http://schemas.microsoft.com/office/drawing/2014/main" id="{5FA95F14-EAC0-61F9-4E30-4F5E08CE9D7A}"/>
              </a:ext>
            </a:extLst>
          </p:cNvPr>
          <p:cNvSpPr>
            <a:spLocks noGrp="1"/>
          </p:cNvSpPr>
          <p:nvPr>
            <p:ph type="body" sz="quarter" idx="15"/>
          </p:nvPr>
        </p:nvSpPr>
        <p:spPr>
          <a:xfrm>
            <a:off x="368876" y="6317988"/>
            <a:ext cx="10954797"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tx1">
                    <a:lumMod val="50000"/>
                    <a:lumOff val="50000"/>
                  </a:schemeClr>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sp>
        <p:nvSpPr>
          <p:cNvPr id="7" name="Text Placeholder 5">
            <a:extLst>
              <a:ext uri="{FF2B5EF4-FFF2-40B4-BE49-F238E27FC236}">
                <a16:creationId xmlns:a16="http://schemas.microsoft.com/office/drawing/2014/main" id="{B5807626-B196-698F-A480-42D8B0200B47}"/>
              </a:ext>
            </a:extLst>
          </p:cNvPr>
          <p:cNvSpPr>
            <a:spLocks noGrp="1"/>
          </p:cNvSpPr>
          <p:nvPr>
            <p:ph type="body" sz="quarter" idx="16"/>
          </p:nvPr>
        </p:nvSpPr>
        <p:spPr>
          <a:xfrm>
            <a:off x="381000" y="1164111"/>
            <a:ext cx="11415765" cy="4959439"/>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Oval 2">
            <a:extLst>
              <a:ext uri="{FF2B5EF4-FFF2-40B4-BE49-F238E27FC236}">
                <a16:creationId xmlns:a16="http://schemas.microsoft.com/office/drawing/2014/main" id="{70C4AAB9-CF17-4A20-05FC-0E5EBECBC467}"/>
              </a:ext>
            </a:extLst>
          </p:cNvPr>
          <p:cNvSpPr/>
          <p:nvPr userDrawn="1"/>
        </p:nvSpPr>
        <p:spPr>
          <a:xfrm>
            <a:off x="395974" y="239795"/>
            <a:ext cx="519129" cy="51912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 Placeholder 5">
            <a:extLst>
              <a:ext uri="{FF2B5EF4-FFF2-40B4-BE49-F238E27FC236}">
                <a16:creationId xmlns:a16="http://schemas.microsoft.com/office/drawing/2014/main" id="{52B19414-A55B-8382-5EDB-D36FFFA026EE}"/>
              </a:ext>
            </a:extLst>
          </p:cNvPr>
          <p:cNvSpPr>
            <a:spLocks noGrp="1"/>
          </p:cNvSpPr>
          <p:nvPr>
            <p:ph type="body" sz="quarter" idx="17" hasCustomPrompt="1"/>
          </p:nvPr>
        </p:nvSpPr>
        <p:spPr>
          <a:xfrm>
            <a:off x="534148" y="345274"/>
            <a:ext cx="242779" cy="308170"/>
          </a:xfrm>
          <a:prstGeom prst="rect">
            <a:avLst/>
          </a:prstGeom>
        </p:spPr>
        <p:txBody>
          <a:bodyPr anchor="ctr"/>
          <a:lstStyle>
            <a:lvl1pPr marL="0" indent="0" algn="ctr">
              <a:lnSpc>
                <a:spcPct val="100000"/>
              </a:lnSpc>
              <a:spcBef>
                <a:spcPts val="600"/>
              </a:spcBef>
              <a:buFont typeface="Arial" panose="020B0604020202020204" pitchFamily="34" charset="0"/>
              <a:buNone/>
              <a:defRPr sz="1800" b="1">
                <a:solidFill>
                  <a:schemeClr val="accent2"/>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a:t>
            </a:r>
          </a:p>
        </p:txBody>
      </p:sp>
    </p:spTree>
    <p:extLst>
      <p:ext uri="{BB962C8B-B14F-4D97-AF65-F5344CB8AC3E}">
        <p14:creationId xmlns:p14="http://schemas.microsoft.com/office/powerpoint/2010/main" val="41893262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 Body Slide 2">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AFAE50B-5748-1E55-25D9-2FDD48ABEC36}"/>
              </a:ext>
            </a:extLst>
          </p:cNvPr>
          <p:cNvGraphicFramePr>
            <a:graphicFrameLocks noChangeAspect="1"/>
          </p:cNvGraphicFramePr>
          <p:nvPr userDrawn="1">
            <p:custDataLst>
              <p:tags r:id="rId1"/>
            </p:custDataLst>
            <p:extLst>
              <p:ext uri="{D42A27DB-BD31-4B8C-83A1-F6EECF244321}">
                <p14:modId xmlns:p14="http://schemas.microsoft.com/office/powerpoint/2010/main" val="1215582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7" name="think-cell data - do not delete" hidden="1">
                        <a:extLst>
                          <a:ext uri="{FF2B5EF4-FFF2-40B4-BE49-F238E27FC236}">
                            <a16:creationId xmlns:a16="http://schemas.microsoft.com/office/drawing/2014/main" id="{AAFAE50B-5748-1E55-25D9-2FDD48ABEC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1072661" y="85038"/>
            <a:ext cx="10724103" cy="849910"/>
          </a:xfrm>
          <a:prstGeom prst="rect">
            <a:avLst/>
          </a:prstGeom>
        </p:spPr>
        <p:txBody>
          <a:bodyPr vert="horz" lIns="0" tIns="0" rIns="0" bIns="0" anchor="b" anchorCtr="0">
            <a:noAutofit/>
          </a:bodyPr>
          <a:lstStyle>
            <a:lvl1pPr algn="l">
              <a:lnSpc>
                <a:spcPct val="100000"/>
              </a:lnSpc>
              <a:spcBef>
                <a:spcPts val="600"/>
              </a:spcBef>
              <a:defRPr sz="2800" b="0">
                <a:solidFill>
                  <a:srgbClr val="000000"/>
                </a:solidFill>
                <a:latin typeface="+mj-lt"/>
              </a:defRPr>
            </a:lvl1pPr>
          </a:lstStyle>
          <a:p>
            <a:r>
              <a:rPr lang="en-US"/>
              <a:t>Click to edit Master title style</a:t>
            </a:r>
          </a:p>
        </p:txBody>
      </p:sp>
      <p:sp>
        <p:nvSpPr>
          <p:cNvPr id="6" name="Text Placeholder 5">
            <a:extLst>
              <a:ext uri="{FF2B5EF4-FFF2-40B4-BE49-F238E27FC236}">
                <a16:creationId xmlns:a16="http://schemas.microsoft.com/office/drawing/2014/main" id="{C8538BF5-6A46-B261-F667-8EE088BEF8B3}"/>
              </a:ext>
            </a:extLst>
          </p:cNvPr>
          <p:cNvSpPr>
            <a:spLocks noGrp="1"/>
          </p:cNvSpPr>
          <p:nvPr>
            <p:ph type="body" sz="quarter" idx="16"/>
          </p:nvPr>
        </p:nvSpPr>
        <p:spPr>
          <a:xfrm>
            <a:off x="377685" y="1116637"/>
            <a:ext cx="11419079" cy="5024688"/>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4">
            <a:extLst>
              <a:ext uri="{FF2B5EF4-FFF2-40B4-BE49-F238E27FC236}">
                <a16:creationId xmlns:a16="http://schemas.microsoft.com/office/drawing/2014/main" id="{4D7427BE-4EBA-FCEE-FD65-D50EC7FCA6C7}"/>
              </a:ext>
            </a:extLst>
          </p:cNvPr>
          <p:cNvSpPr>
            <a:spLocks noGrp="1"/>
          </p:cNvSpPr>
          <p:nvPr>
            <p:ph type="sldNum" sz="quarter" idx="12"/>
          </p:nvPr>
        </p:nvSpPr>
        <p:spPr>
          <a:xfrm>
            <a:off x="11399856" y="6357595"/>
            <a:ext cx="396909" cy="365125"/>
          </a:xfrm>
        </p:spPr>
        <p:txBody>
          <a:bodyPr/>
          <a:lstStyle>
            <a:lvl1pPr algn="ctr">
              <a:defRPr/>
            </a:lvl1pPr>
          </a:lstStyle>
          <a:p>
            <a:fld id="{84D58D1B-E4CD-4092-A64A-067BEFC75A17}" type="slidenum">
              <a:rPr lang="en-US" smtClean="0"/>
              <a:pPr/>
              <a:t>‹#›</a:t>
            </a:fld>
            <a:endParaRPr lang="en-US"/>
          </a:p>
        </p:txBody>
      </p:sp>
      <p:sp>
        <p:nvSpPr>
          <p:cNvPr id="5" name="Text Placeholder 5">
            <a:extLst>
              <a:ext uri="{FF2B5EF4-FFF2-40B4-BE49-F238E27FC236}">
                <a16:creationId xmlns:a16="http://schemas.microsoft.com/office/drawing/2014/main" id="{E1680202-091A-2FF6-9296-261537F2766F}"/>
              </a:ext>
            </a:extLst>
          </p:cNvPr>
          <p:cNvSpPr>
            <a:spLocks noGrp="1"/>
          </p:cNvSpPr>
          <p:nvPr>
            <p:ph type="body" sz="quarter" idx="15"/>
          </p:nvPr>
        </p:nvSpPr>
        <p:spPr>
          <a:xfrm>
            <a:off x="377669" y="6307355"/>
            <a:ext cx="10914108" cy="465607"/>
          </a:xfrm>
          <a:prstGeom prst="rect">
            <a:avLst/>
          </a:prstGeom>
        </p:spPr>
        <p:txBody>
          <a:bodyPr/>
          <a:lstStyle>
            <a:lvl1pPr marL="0" indent="0">
              <a:lnSpc>
                <a:spcPct val="100000"/>
              </a:lnSpc>
              <a:spcBef>
                <a:spcPts val="0"/>
              </a:spcBef>
              <a:buFont typeface="Arial" panose="020B0604020202020204" pitchFamily="34" charset="0"/>
              <a:buNone/>
              <a:defRPr sz="1200" b="0">
                <a:solidFill>
                  <a:schemeClr val="tx1">
                    <a:lumMod val="50000"/>
                    <a:lumOff val="50000"/>
                  </a:schemeClr>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sp>
        <p:nvSpPr>
          <p:cNvPr id="3" name="Oval 2">
            <a:extLst>
              <a:ext uri="{FF2B5EF4-FFF2-40B4-BE49-F238E27FC236}">
                <a16:creationId xmlns:a16="http://schemas.microsoft.com/office/drawing/2014/main" id="{43E32D75-52F5-F1D0-D24F-1EF5ADB1883E}"/>
              </a:ext>
            </a:extLst>
          </p:cNvPr>
          <p:cNvSpPr/>
          <p:nvPr userDrawn="1"/>
        </p:nvSpPr>
        <p:spPr>
          <a:xfrm>
            <a:off x="395974" y="239795"/>
            <a:ext cx="519129" cy="51912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5">
            <a:extLst>
              <a:ext uri="{FF2B5EF4-FFF2-40B4-BE49-F238E27FC236}">
                <a16:creationId xmlns:a16="http://schemas.microsoft.com/office/drawing/2014/main" id="{360450DC-D332-7C0F-F290-0A1C32F42D22}"/>
              </a:ext>
            </a:extLst>
          </p:cNvPr>
          <p:cNvSpPr>
            <a:spLocks noGrp="1"/>
          </p:cNvSpPr>
          <p:nvPr>
            <p:ph type="body" sz="quarter" idx="17" hasCustomPrompt="1"/>
          </p:nvPr>
        </p:nvSpPr>
        <p:spPr>
          <a:xfrm>
            <a:off x="534148" y="345274"/>
            <a:ext cx="242779" cy="308170"/>
          </a:xfrm>
          <a:prstGeom prst="rect">
            <a:avLst/>
          </a:prstGeom>
        </p:spPr>
        <p:txBody>
          <a:bodyPr anchor="ctr"/>
          <a:lstStyle>
            <a:lvl1pPr marL="0" indent="0" algn="ctr">
              <a:lnSpc>
                <a:spcPct val="100000"/>
              </a:lnSpc>
              <a:spcBef>
                <a:spcPts val="600"/>
              </a:spcBef>
              <a:buFont typeface="Arial" panose="020B0604020202020204" pitchFamily="34" charset="0"/>
              <a:buNone/>
              <a:defRPr sz="1800" b="1">
                <a:solidFill>
                  <a:schemeClr val="bg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a:t>
            </a:r>
          </a:p>
        </p:txBody>
      </p:sp>
      <p:cxnSp>
        <p:nvCxnSpPr>
          <p:cNvPr id="8" name="Straight Connector 7">
            <a:extLst>
              <a:ext uri="{FF2B5EF4-FFF2-40B4-BE49-F238E27FC236}">
                <a16:creationId xmlns:a16="http://schemas.microsoft.com/office/drawing/2014/main" id="{BA26B1A2-C0F7-84FC-D538-95C9BFCBD0BE}"/>
              </a:ext>
            </a:extLst>
          </p:cNvPr>
          <p:cNvCxnSpPr>
            <a:cxnSpLocks/>
          </p:cNvCxnSpPr>
          <p:nvPr userDrawn="1"/>
        </p:nvCxnSpPr>
        <p:spPr>
          <a:xfrm>
            <a:off x="386813" y="1002205"/>
            <a:ext cx="11427888" cy="0"/>
          </a:xfrm>
          <a:prstGeom prst="line">
            <a:avLst/>
          </a:prstGeom>
          <a:ln w="3810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02525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ogo Body Slide">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E1B75A-A3C6-0F97-7892-0BE705856D9D}"/>
              </a:ext>
            </a:extLst>
          </p:cNvPr>
          <p:cNvGraphicFramePr>
            <a:graphicFrameLocks noChangeAspect="1"/>
          </p:cNvGraphicFramePr>
          <p:nvPr userDrawn="1">
            <p:custDataLst>
              <p:tags r:id="rId1"/>
            </p:custDataLst>
            <p:extLst>
              <p:ext uri="{D42A27DB-BD31-4B8C-83A1-F6EECF244321}">
                <p14:modId xmlns:p14="http://schemas.microsoft.com/office/powerpoint/2010/main" val="2751676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4" name="think-cell data - do not delete" hidden="1">
                        <a:extLst>
                          <a:ext uri="{FF2B5EF4-FFF2-40B4-BE49-F238E27FC236}">
                            <a16:creationId xmlns:a16="http://schemas.microsoft.com/office/drawing/2014/main" id="{E8E1B75A-A3C6-0F97-7892-0BE705856D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23AF0422-6A3A-39A4-44B1-B84F30E7F39D}"/>
              </a:ext>
            </a:extLst>
          </p:cNvPr>
          <p:cNvSpPr/>
          <p:nvPr userDrawn="1"/>
        </p:nvSpPr>
        <p:spPr>
          <a:xfrm>
            <a:off x="0" y="-1"/>
            <a:ext cx="9988062" cy="1028701"/>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81000" y="89394"/>
            <a:ext cx="9255368" cy="849910"/>
          </a:xfrm>
          <a:prstGeom prst="rect">
            <a:avLst/>
          </a:prstGeom>
        </p:spPr>
        <p:txBody>
          <a:bodyPr vert="horz" lIns="0" tIns="0" rIns="0" bIns="0" anchor="ctr"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sp>
        <p:nvSpPr>
          <p:cNvPr id="5" name="Slide Number Placeholder 4">
            <a:extLst>
              <a:ext uri="{FF2B5EF4-FFF2-40B4-BE49-F238E27FC236}">
                <a16:creationId xmlns:a16="http://schemas.microsoft.com/office/drawing/2014/main" id="{C58349DF-0F8A-96D2-E595-655DEA9C579A}"/>
              </a:ext>
            </a:extLst>
          </p:cNvPr>
          <p:cNvSpPr>
            <a:spLocks noGrp="1"/>
          </p:cNvSpPr>
          <p:nvPr>
            <p:ph type="sldNum" sz="quarter" idx="12"/>
          </p:nvPr>
        </p:nvSpPr>
        <p:spPr>
          <a:xfrm>
            <a:off x="11410489" y="6368228"/>
            <a:ext cx="396909" cy="365125"/>
          </a:xfrm>
        </p:spPr>
        <p:txBody>
          <a:bodyPr/>
          <a:lstStyle>
            <a:lvl1pPr algn="ctr">
              <a:defRPr/>
            </a:lvl1pPr>
          </a:lstStyle>
          <a:p>
            <a:fld id="{84D58D1B-E4CD-4092-A64A-067BEFC75A17}" type="slidenum">
              <a:rPr lang="en-US" smtClean="0"/>
              <a:pPr/>
              <a:t>‹#›</a:t>
            </a:fld>
            <a:endParaRPr lang="en-US"/>
          </a:p>
        </p:txBody>
      </p:sp>
      <p:sp>
        <p:nvSpPr>
          <p:cNvPr id="6" name="Text Placeholder 5">
            <a:extLst>
              <a:ext uri="{FF2B5EF4-FFF2-40B4-BE49-F238E27FC236}">
                <a16:creationId xmlns:a16="http://schemas.microsoft.com/office/drawing/2014/main" id="{5FA95F14-EAC0-61F9-4E30-4F5E08CE9D7A}"/>
              </a:ext>
            </a:extLst>
          </p:cNvPr>
          <p:cNvSpPr>
            <a:spLocks noGrp="1"/>
          </p:cNvSpPr>
          <p:nvPr>
            <p:ph type="body" sz="quarter" idx="15"/>
          </p:nvPr>
        </p:nvSpPr>
        <p:spPr>
          <a:xfrm>
            <a:off x="381000" y="6317988"/>
            <a:ext cx="10942673"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tx1">
                    <a:lumMod val="50000"/>
                    <a:lumOff val="50000"/>
                  </a:schemeClr>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sp>
        <p:nvSpPr>
          <p:cNvPr id="7" name="Text Placeholder 5">
            <a:extLst>
              <a:ext uri="{FF2B5EF4-FFF2-40B4-BE49-F238E27FC236}">
                <a16:creationId xmlns:a16="http://schemas.microsoft.com/office/drawing/2014/main" id="{B5807626-B196-698F-A480-42D8B0200B47}"/>
              </a:ext>
            </a:extLst>
          </p:cNvPr>
          <p:cNvSpPr>
            <a:spLocks noGrp="1"/>
          </p:cNvSpPr>
          <p:nvPr>
            <p:ph type="body" sz="quarter" idx="16"/>
          </p:nvPr>
        </p:nvSpPr>
        <p:spPr>
          <a:xfrm>
            <a:off x="381000" y="1118095"/>
            <a:ext cx="11426397" cy="5005455"/>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FB7114AF-E7B0-ECEF-4A1C-9AC55A86978F}"/>
              </a:ext>
            </a:extLst>
          </p:cNvPr>
          <p:cNvSpPr>
            <a:spLocks noGrp="1"/>
          </p:cNvSpPr>
          <p:nvPr>
            <p:ph type="pic" idx="1" hasCustomPrompt="1"/>
          </p:nvPr>
        </p:nvSpPr>
        <p:spPr>
          <a:xfrm>
            <a:off x="10041014" y="89395"/>
            <a:ext cx="1766384" cy="939306"/>
          </a:xfrm>
          <a:prstGeom prst="rect">
            <a:avLst/>
          </a:prstGeom>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Insert logo / graphic / image</a:t>
            </a:r>
          </a:p>
        </p:txBody>
      </p:sp>
    </p:spTree>
    <p:extLst>
      <p:ext uri="{BB962C8B-B14F-4D97-AF65-F5344CB8AC3E}">
        <p14:creationId xmlns:p14="http://schemas.microsoft.com/office/powerpoint/2010/main" val="10813101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NBD Slide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DA3EFCD-3E5B-2630-10D1-084D2C653FAA}"/>
              </a:ext>
            </a:extLst>
          </p:cNvPr>
          <p:cNvGraphicFramePr>
            <a:graphicFrameLocks noChangeAspect="1"/>
          </p:cNvGraphicFramePr>
          <p:nvPr userDrawn="1">
            <p:custDataLst>
              <p:tags r:id="rId1"/>
            </p:custDataLst>
            <p:extLst>
              <p:ext uri="{D42A27DB-BD31-4B8C-83A1-F6EECF244321}">
                <p14:modId xmlns:p14="http://schemas.microsoft.com/office/powerpoint/2010/main" val="2706277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7" name="think-cell data - do not delete" hidden="1">
                        <a:extLst>
                          <a:ext uri="{FF2B5EF4-FFF2-40B4-BE49-F238E27FC236}">
                            <a16:creationId xmlns:a16="http://schemas.microsoft.com/office/drawing/2014/main" id="{CDA3EFCD-3E5B-2630-10D1-084D2C653F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23AF0422-6A3A-39A4-44B1-B84F30E7F39D}"/>
              </a:ext>
            </a:extLst>
          </p:cNvPr>
          <p:cNvSpPr/>
          <p:nvPr userDrawn="1"/>
        </p:nvSpPr>
        <p:spPr>
          <a:xfrm>
            <a:off x="0" y="435935"/>
            <a:ext cx="12192000" cy="1281320"/>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80999" y="651640"/>
            <a:ext cx="11415765" cy="849910"/>
          </a:xfrm>
          <a:prstGeom prst="rect">
            <a:avLst/>
          </a:prstGeom>
        </p:spPr>
        <p:txBody>
          <a:bodyPr vert="horz" lIns="0" tIns="0" rIns="0" bIns="0" anchor="ctr"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sp>
        <p:nvSpPr>
          <p:cNvPr id="5" name="Slide Number Placeholder 4">
            <a:extLst>
              <a:ext uri="{FF2B5EF4-FFF2-40B4-BE49-F238E27FC236}">
                <a16:creationId xmlns:a16="http://schemas.microsoft.com/office/drawing/2014/main" id="{C58349DF-0F8A-96D2-E595-655DEA9C579A}"/>
              </a:ext>
            </a:extLst>
          </p:cNvPr>
          <p:cNvSpPr>
            <a:spLocks noGrp="1"/>
          </p:cNvSpPr>
          <p:nvPr>
            <p:ph type="sldNum" sz="quarter" idx="12"/>
          </p:nvPr>
        </p:nvSpPr>
        <p:spPr>
          <a:xfrm>
            <a:off x="11399856" y="6386571"/>
            <a:ext cx="396909" cy="365125"/>
          </a:xfrm>
        </p:spPr>
        <p:txBody>
          <a:bodyPr/>
          <a:lstStyle>
            <a:lvl1pPr algn="ctr">
              <a:defRPr/>
            </a:lvl1pPr>
          </a:lstStyle>
          <a:p>
            <a:fld id="{84D58D1B-E4CD-4092-A64A-067BEFC75A17}" type="slidenum">
              <a:rPr lang="en-US" smtClean="0"/>
              <a:pPr/>
              <a:t>‹#›</a:t>
            </a:fld>
            <a:endParaRPr lang="en-US"/>
          </a:p>
        </p:txBody>
      </p:sp>
      <p:sp>
        <p:nvSpPr>
          <p:cNvPr id="6" name="Text Placeholder 5">
            <a:extLst>
              <a:ext uri="{FF2B5EF4-FFF2-40B4-BE49-F238E27FC236}">
                <a16:creationId xmlns:a16="http://schemas.microsoft.com/office/drawing/2014/main" id="{5FA95F14-EAC0-61F9-4E30-4F5E08CE9D7A}"/>
              </a:ext>
            </a:extLst>
          </p:cNvPr>
          <p:cNvSpPr>
            <a:spLocks noGrp="1"/>
          </p:cNvSpPr>
          <p:nvPr>
            <p:ph type="body" sz="quarter" idx="15"/>
          </p:nvPr>
        </p:nvSpPr>
        <p:spPr>
          <a:xfrm>
            <a:off x="377686" y="6339254"/>
            <a:ext cx="10945988"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tx1">
                    <a:lumMod val="50000"/>
                    <a:lumOff val="50000"/>
                  </a:schemeClr>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sp>
        <p:nvSpPr>
          <p:cNvPr id="12" name="Text Placeholder 5">
            <a:extLst>
              <a:ext uri="{FF2B5EF4-FFF2-40B4-BE49-F238E27FC236}">
                <a16:creationId xmlns:a16="http://schemas.microsoft.com/office/drawing/2014/main" id="{CB3766BB-9DF0-745A-1DC6-A0D454D5D08B}"/>
              </a:ext>
            </a:extLst>
          </p:cNvPr>
          <p:cNvSpPr>
            <a:spLocks noGrp="1"/>
          </p:cNvSpPr>
          <p:nvPr>
            <p:ph type="body" sz="quarter" idx="16"/>
          </p:nvPr>
        </p:nvSpPr>
        <p:spPr>
          <a:xfrm>
            <a:off x="380999" y="1932960"/>
            <a:ext cx="11415765" cy="4240262"/>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74676641-556C-2325-13E1-7C4FF9C97F77}"/>
              </a:ext>
            </a:extLst>
          </p:cNvPr>
          <p:cNvCxnSpPr>
            <a:cxnSpLocks/>
          </p:cNvCxnSpPr>
          <p:nvPr userDrawn="1"/>
        </p:nvCxnSpPr>
        <p:spPr>
          <a:xfrm>
            <a:off x="377686" y="6226583"/>
            <a:ext cx="11429711" cy="0"/>
          </a:xfrm>
          <a:prstGeom prst="line">
            <a:avLst/>
          </a:prstGeom>
          <a:ln w="1905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08515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NBD Slide 2">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DA3EFCD-3E5B-2630-10D1-084D2C653FAA}"/>
              </a:ext>
            </a:extLst>
          </p:cNvPr>
          <p:cNvGraphicFramePr>
            <a:graphicFrameLocks noChangeAspect="1"/>
          </p:cNvGraphicFramePr>
          <p:nvPr userDrawn="1">
            <p:custDataLst>
              <p:tags r:id="rId1"/>
            </p:custDataLst>
            <p:extLst>
              <p:ext uri="{D42A27DB-BD31-4B8C-83A1-F6EECF244321}">
                <p14:modId xmlns:p14="http://schemas.microsoft.com/office/powerpoint/2010/main" val="18787178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7" name="think-cell data - do not delete" hidden="1">
                        <a:extLst>
                          <a:ext uri="{FF2B5EF4-FFF2-40B4-BE49-F238E27FC236}">
                            <a16:creationId xmlns:a16="http://schemas.microsoft.com/office/drawing/2014/main" id="{CDA3EFCD-3E5B-2630-10D1-084D2C653F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FAAD3021-AA2D-B1FC-B7E2-575F1AB42B61}"/>
              </a:ext>
            </a:extLst>
          </p:cNvPr>
          <p:cNvSpPr/>
          <p:nvPr userDrawn="1"/>
        </p:nvSpPr>
        <p:spPr>
          <a:xfrm>
            <a:off x="0" y="0"/>
            <a:ext cx="12192000" cy="6858000"/>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pic>
        <p:nvPicPr>
          <p:cNvPr id="10" name="Picture 9" descr="A blue square with white lines&#10;&#10;Description automatically generated">
            <a:extLst>
              <a:ext uri="{FF2B5EF4-FFF2-40B4-BE49-F238E27FC236}">
                <a16:creationId xmlns:a16="http://schemas.microsoft.com/office/drawing/2014/main" id="{25A717AA-7E21-DC99-CA70-CCCBB5340BB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19649" b="19649"/>
          <a:stretch/>
        </p:blipFill>
        <p:spPr>
          <a:xfrm>
            <a:off x="-2" y="1642533"/>
            <a:ext cx="12192001" cy="5215467"/>
          </a:xfrm>
          <a:prstGeom prst="rect">
            <a:avLst/>
          </a:prstGeom>
        </p:spPr>
      </p:pic>
      <p:sp>
        <p:nvSpPr>
          <p:cNvPr id="2" name="Rectangle 1">
            <a:extLst>
              <a:ext uri="{FF2B5EF4-FFF2-40B4-BE49-F238E27FC236}">
                <a16:creationId xmlns:a16="http://schemas.microsoft.com/office/drawing/2014/main" id="{23AF0422-6A3A-39A4-44B1-B84F30E7F39D}"/>
              </a:ext>
            </a:extLst>
          </p:cNvPr>
          <p:cNvSpPr/>
          <p:nvPr userDrawn="1"/>
        </p:nvSpPr>
        <p:spPr>
          <a:xfrm>
            <a:off x="0" y="435935"/>
            <a:ext cx="12192000" cy="12813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77687" y="651640"/>
            <a:ext cx="11022169" cy="849910"/>
          </a:xfrm>
          <a:prstGeom prst="rect">
            <a:avLst/>
          </a:prstGeom>
        </p:spPr>
        <p:txBody>
          <a:bodyPr vert="horz" lIns="0" tIns="0" rIns="0" bIns="0" anchor="ctr" anchorCtr="0">
            <a:noAutofit/>
          </a:bodyPr>
          <a:lstStyle>
            <a:lvl1pPr algn="l">
              <a:lnSpc>
                <a:spcPct val="100000"/>
              </a:lnSpc>
              <a:spcBef>
                <a:spcPts val="600"/>
              </a:spcBef>
              <a:defRPr sz="2800" b="0">
                <a:solidFill>
                  <a:schemeClr val="tx1"/>
                </a:solidFill>
                <a:latin typeface="+mj-lt"/>
              </a:defRPr>
            </a:lvl1pPr>
          </a:lstStyle>
          <a:p>
            <a:r>
              <a:rPr lang="en-US"/>
              <a:t>Click to edit Master title style</a:t>
            </a:r>
          </a:p>
        </p:txBody>
      </p:sp>
      <p:sp>
        <p:nvSpPr>
          <p:cNvPr id="5" name="Slide Number Placeholder 4">
            <a:extLst>
              <a:ext uri="{FF2B5EF4-FFF2-40B4-BE49-F238E27FC236}">
                <a16:creationId xmlns:a16="http://schemas.microsoft.com/office/drawing/2014/main" id="{C58349DF-0F8A-96D2-E595-655DEA9C579A}"/>
              </a:ext>
            </a:extLst>
          </p:cNvPr>
          <p:cNvSpPr>
            <a:spLocks noGrp="1"/>
          </p:cNvSpPr>
          <p:nvPr>
            <p:ph type="sldNum" sz="quarter" idx="12"/>
          </p:nvPr>
        </p:nvSpPr>
        <p:spPr>
          <a:xfrm>
            <a:off x="11399856" y="6393329"/>
            <a:ext cx="396909" cy="365125"/>
          </a:xfrm>
        </p:spPr>
        <p:txBody>
          <a:bodyPr/>
          <a:lstStyle>
            <a:lvl1pPr algn="ctr">
              <a:defRPr>
                <a:solidFill>
                  <a:schemeClr val="bg1"/>
                </a:solidFill>
              </a:defRPr>
            </a:lvl1pPr>
          </a:lstStyle>
          <a:p>
            <a:fld id="{84D58D1B-E4CD-4092-A64A-067BEFC75A17}" type="slidenum">
              <a:rPr lang="en-US" smtClean="0"/>
              <a:pPr/>
              <a:t>‹#›</a:t>
            </a:fld>
            <a:endParaRPr lang="en-US"/>
          </a:p>
        </p:txBody>
      </p:sp>
      <p:sp>
        <p:nvSpPr>
          <p:cNvPr id="6" name="Text Placeholder 5">
            <a:extLst>
              <a:ext uri="{FF2B5EF4-FFF2-40B4-BE49-F238E27FC236}">
                <a16:creationId xmlns:a16="http://schemas.microsoft.com/office/drawing/2014/main" id="{5FA95F14-EAC0-61F9-4E30-4F5E08CE9D7A}"/>
              </a:ext>
            </a:extLst>
          </p:cNvPr>
          <p:cNvSpPr>
            <a:spLocks noGrp="1"/>
          </p:cNvSpPr>
          <p:nvPr>
            <p:ph type="body" sz="quarter" idx="15"/>
          </p:nvPr>
        </p:nvSpPr>
        <p:spPr>
          <a:xfrm>
            <a:off x="377686" y="6339254"/>
            <a:ext cx="10945987" cy="465607"/>
          </a:xfrm>
          <a:prstGeom prst="rect">
            <a:avLst/>
          </a:prstGeom>
        </p:spPr>
        <p:txBody>
          <a:bodyPr/>
          <a:lstStyle>
            <a:lvl1pPr marL="0" indent="0">
              <a:lnSpc>
                <a:spcPct val="100000"/>
              </a:lnSpc>
              <a:spcBef>
                <a:spcPts val="300"/>
              </a:spcBef>
              <a:buFont typeface="Arial" panose="020B0604020202020204" pitchFamily="34" charset="0"/>
              <a:buNone/>
              <a:defRPr sz="1200" b="0">
                <a:solidFill>
                  <a:schemeClr val="bg1"/>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p:txBody>
      </p:sp>
      <p:sp>
        <p:nvSpPr>
          <p:cNvPr id="9" name="Text Placeholder 5">
            <a:extLst>
              <a:ext uri="{FF2B5EF4-FFF2-40B4-BE49-F238E27FC236}">
                <a16:creationId xmlns:a16="http://schemas.microsoft.com/office/drawing/2014/main" id="{6256FE51-A810-45B2-C48E-4B946DC90AA7}"/>
              </a:ext>
            </a:extLst>
          </p:cNvPr>
          <p:cNvSpPr>
            <a:spLocks noGrp="1"/>
          </p:cNvSpPr>
          <p:nvPr>
            <p:ph type="body" sz="quarter" idx="16"/>
          </p:nvPr>
        </p:nvSpPr>
        <p:spPr>
          <a:xfrm>
            <a:off x="377687" y="1932960"/>
            <a:ext cx="11419078" cy="4240262"/>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bg1"/>
                </a:solidFill>
              </a:defRPr>
            </a:lvl1pPr>
            <a:lvl2pPr marL="457200" indent="-223838">
              <a:lnSpc>
                <a:spcPct val="100000"/>
              </a:lnSpc>
              <a:spcBef>
                <a:spcPts val="600"/>
              </a:spcBef>
              <a:buFont typeface="Calibri" panose="020F0502020204030204" pitchFamily="34" charset="0"/>
              <a:buChar char="–"/>
              <a:defRPr sz="1800">
                <a:solidFill>
                  <a:schemeClr val="bg1"/>
                </a:solidFill>
              </a:defRPr>
            </a:lvl2pPr>
            <a:lvl3pPr marL="690563" indent="-233363">
              <a:lnSpc>
                <a:spcPct val="100000"/>
              </a:lnSpc>
              <a:spcBef>
                <a:spcPts val="600"/>
              </a:spcBef>
              <a:buFont typeface="Wingdings" panose="05000000000000000000" pitchFamily="2" charset="2"/>
              <a:buChar char="§"/>
              <a:defRPr sz="1800">
                <a:solidFill>
                  <a:schemeClr val="bg1"/>
                </a:solidFill>
              </a:defRPr>
            </a:lvl3pPr>
            <a:lvl4pPr marL="914400" indent="-223838">
              <a:lnSpc>
                <a:spcPct val="100000"/>
              </a:lnSpc>
              <a:spcBef>
                <a:spcPts val="600"/>
              </a:spcBef>
              <a:buFont typeface="Courier New" panose="02070309020205020404" pitchFamily="49" charset="0"/>
              <a:buChar char="o"/>
              <a:defRPr sz="1800">
                <a:solidFill>
                  <a:schemeClr val="bg1"/>
                </a:solidFill>
              </a:defRPr>
            </a:lvl4pPr>
            <a:lvl5pPr marL="1147763" indent="-233363">
              <a:lnSpc>
                <a:spcPct val="100000"/>
              </a:lnSpc>
              <a:spcBef>
                <a:spcPts val="600"/>
              </a:spcBef>
              <a:buFont typeface="Wingdings" panose="05000000000000000000" pitchFamily="2" charset="2"/>
              <a:buChar char="Ø"/>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F9A92C5B-3BC2-3A66-6715-52A3260C658A}"/>
              </a:ext>
            </a:extLst>
          </p:cNvPr>
          <p:cNvCxnSpPr>
            <a:cxnSpLocks/>
          </p:cNvCxnSpPr>
          <p:nvPr userDrawn="1"/>
        </p:nvCxnSpPr>
        <p:spPr>
          <a:xfrm>
            <a:off x="388319" y="6226583"/>
            <a:ext cx="11419078" cy="0"/>
          </a:xfrm>
          <a:prstGeom prst="line">
            <a:avLst/>
          </a:prstGeom>
          <a:ln w="19050">
            <a:solidFill>
              <a:schemeClr val="bg1"/>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03685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NBD Slide 3">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AD27072-DCD4-212F-0EDF-815F761C50A8}"/>
              </a:ext>
            </a:extLst>
          </p:cNvPr>
          <p:cNvGraphicFramePr>
            <a:graphicFrameLocks noChangeAspect="1"/>
          </p:cNvGraphicFramePr>
          <p:nvPr userDrawn="1">
            <p:custDataLst>
              <p:tags r:id="rId1"/>
            </p:custDataLst>
            <p:extLst>
              <p:ext uri="{D42A27DB-BD31-4B8C-83A1-F6EECF244321}">
                <p14:modId xmlns:p14="http://schemas.microsoft.com/office/powerpoint/2010/main" val="29412010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8" name="think-cell data - do not delete" hidden="1">
                        <a:extLst>
                          <a:ext uri="{FF2B5EF4-FFF2-40B4-BE49-F238E27FC236}">
                            <a16:creationId xmlns:a16="http://schemas.microsoft.com/office/drawing/2014/main" id="{8AD27072-DCD4-212F-0EDF-815F761C50A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6" descr="A blue and white dotted background&#10;&#10;Description automatically generated with medium confidence">
            <a:extLst>
              <a:ext uri="{FF2B5EF4-FFF2-40B4-BE49-F238E27FC236}">
                <a16:creationId xmlns:a16="http://schemas.microsoft.com/office/drawing/2014/main" id="{99A8EF28-4FB9-508F-7908-101C7D01381D}"/>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42965" b="41079"/>
          <a:stretch/>
        </p:blipFill>
        <p:spPr>
          <a:xfrm>
            <a:off x="0" y="6126568"/>
            <a:ext cx="12192000" cy="731432"/>
          </a:xfrm>
          <a:prstGeom prst="rect">
            <a:avLst/>
          </a:prstGeom>
        </p:spPr>
      </p:pic>
      <p:sp>
        <p:nvSpPr>
          <p:cNvPr id="2" name="Rectangle 1">
            <a:extLst>
              <a:ext uri="{FF2B5EF4-FFF2-40B4-BE49-F238E27FC236}">
                <a16:creationId xmlns:a16="http://schemas.microsoft.com/office/drawing/2014/main" id="{23AF0422-6A3A-39A4-44B1-B84F30E7F39D}"/>
              </a:ext>
            </a:extLst>
          </p:cNvPr>
          <p:cNvSpPr/>
          <p:nvPr userDrawn="1"/>
        </p:nvSpPr>
        <p:spPr>
          <a:xfrm>
            <a:off x="0" y="-1"/>
            <a:ext cx="12192000" cy="1281321"/>
          </a:xfrm>
          <a:prstGeom prst="rect">
            <a:avLst/>
          </a:prstGeom>
          <a:solidFill>
            <a:srgbClr val="1E4C7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err="1">
              <a:solidFill>
                <a:srgbClr val="000000"/>
              </a:solidFill>
            </a:endParaRPr>
          </a:p>
        </p:txBody>
      </p:sp>
      <p:sp>
        <p:nvSpPr>
          <p:cNvPr id="11" name="Title 1">
            <a:extLst>
              <a:ext uri="{FF2B5EF4-FFF2-40B4-BE49-F238E27FC236}">
                <a16:creationId xmlns:a16="http://schemas.microsoft.com/office/drawing/2014/main" id="{44CA2AF8-A3F3-FA9F-AFC3-8695D5221ECB}"/>
              </a:ext>
            </a:extLst>
          </p:cNvPr>
          <p:cNvSpPr>
            <a:spLocks noGrp="1"/>
          </p:cNvSpPr>
          <p:nvPr>
            <p:ph type="title"/>
          </p:nvPr>
        </p:nvSpPr>
        <p:spPr>
          <a:xfrm>
            <a:off x="377687" y="215705"/>
            <a:ext cx="11419078" cy="849910"/>
          </a:xfrm>
          <a:prstGeom prst="rect">
            <a:avLst/>
          </a:prstGeom>
        </p:spPr>
        <p:txBody>
          <a:bodyPr vert="horz" lIns="0" tIns="0" rIns="0" bIns="0" anchor="ctr"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sp>
        <p:nvSpPr>
          <p:cNvPr id="5" name="Slide Number Placeholder 4">
            <a:extLst>
              <a:ext uri="{FF2B5EF4-FFF2-40B4-BE49-F238E27FC236}">
                <a16:creationId xmlns:a16="http://schemas.microsoft.com/office/drawing/2014/main" id="{C58349DF-0F8A-96D2-E595-655DEA9C579A}"/>
              </a:ext>
            </a:extLst>
          </p:cNvPr>
          <p:cNvSpPr>
            <a:spLocks noGrp="1"/>
          </p:cNvSpPr>
          <p:nvPr>
            <p:ph type="sldNum" sz="quarter" idx="12"/>
          </p:nvPr>
        </p:nvSpPr>
        <p:spPr>
          <a:xfrm>
            <a:off x="11399856" y="6297981"/>
            <a:ext cx="396909" cy="365125"/>
          </a:xfrm>
        </p:spPr>
        <p:txBody>
          <a:bodyPr/>
          <a:lstStyle>
            <a:lvl1pPr algn="ctr">
              <a:defRPr>
                <a:solidFill>
                  <a:schemeClr val="bg1"/>
                </a:solidFill>
              </a:defRPr>
            </a:lvl1pPr>
          </a:lstStyle>
          <a:p>
            <a:fld id="{84D58D1B-E4CD-4092-A64A-067BEFC75A17}" type="slidenum">
              <a:rPr lang="en-US" smtClean="0"/>
              <a:pPr/>
              <a:t>‹#›</a:t>
            </a:fld>
            <a:endParaRPr lang="en-US"/>
          </a:p>
        </p:txBody>
      </p:sp>
      <p:sp>
        <p:nvSpPr>
          <p:cNvPr id="6" name="Text Placeholder 5">
            <a:extLst>
              <a:ext uri="{FF2B5EF4-FFF2-40B4-BE49-F238E27FC236}">
                <a16:creationId xmlns:a16="http://schemas.microsoft.com/office/drawing/2014/main" id="{5FA95F14-EAC0-61F9-4E30-4F5E08CE9D7A}"/>
              </a:ext>
            </a:extLst>
          </p:cNvPr>
          <p:cNvSpPr>
            <a:spLocks noGrp="1"/>
          </p:cNvSpPr>
          <p:nvPr>
            <p:ph type="body" sz="quarter" idx="15"/>
          </p:nvPr>
        </p:nvSpPr>
        <p:spPr>
          <a:xfrm>
            <a:off x="377686" y="6191205"/>
            <a:ext cx="10945987" cy="560492"/>
          </a:xfrm>
          <a:prstGeom prst="rect">
            <a:avLst/>
          </a:prstGeom>
        </p:spPr>
        <p:txBody>
          <a:bodyPr/>
          <a:lstStyle>
            <a:lvl1pPr marL="0" indent="0">
              <a:lnSpc>
                <a:spcPct val="100000"/>
              </a:lnSpc>
              <a:spcBef>
                <a:spcPts val="0"/>
              </a:spcBef>
              <a:buFont typeface="Arial" panose="020B0604020202020204" pitchFamily="34" charset="0"/>
              <a:buNone/>
              <a:defRPr sz="1200" b="0">
                <a:solidFill>
                  <a:schemeClr val="bg1"/>
                </a:solidFill>
              </a:defRPr>
            </a:lvl1pPr>
            <a:lvl2pPr marL="457200" indent="-285750">
              <a:lnSpc>
                <a:spcPct val="100000"/>
              </a:lnSpc>
              <a:spcBef>
                <a:spcPts val="600"/>
              </a:spcBef>
              <a:buFont typeface="Calibri" panose="020F0502020204030204" pitchFamily="34" charset="0"/>
              <a:buChar char="–"/>
              <a:defRPr sz="1800">
                <a:solidFill>
                  <a:schemeClr val="tx1">
                    <a:lumMod val="50000"/>
                  </a:schemeClr>
                </a:solidFill>
              </a:defRPr>
            </a:lvl2pPr>
            <a:lvl3pPr marL="573088" indent="-231775">
              <a:lnSpc>
                <a:spcPct val="100000"/>
              </a:lnSpc>
              <a:spcBef>
                <a:spcPts val="600"/>
              </a:spcBef>
              <a:buFont typeface="Wingdings" panose="05000000000000000000" pitchFamily="2" charset="2"/>
              <a:buChar char="§"/>
              <a:defRPr sz="1800">
                <a:solidFill>
                  <a:schemeClr val="tx1">
                    <a:lumMod val="50000"/>
                  </a:schemeClr>
                </a:solidFill>
              </a:defRPr>
            </a:lvl3pPr>
            <a:lvl4pPr marL="858838" indent="-285750">
              <a:lnSpc>
                <a:spcPct val="100000"/>
              </a:lnSpc>
              <a:spcBef>
                <a:spcPts val="600"/>
              </a:spcBef>
              <a:buFont typeface="Courier New" panose="02070309020205020404" pitchFamily="49" charset="0"/>
              <a:buChar char="o"/>
              <a:defRPr sz="1800">
                <a:solidFill>
                  <a:schemeClr val="tx1">
                    <a:lumMod val="50000"/>
                  </a:schemeClr>
                </a:solidFill>
              </a:defRPr>
            </a:lvl4pPr>
            <a:lvl5pPr marL="1085850" indent="-22701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0"/>
            <a:endParaRPr lang="en-US"/>
          </a:p>
          <a:p>
            <a:pPr lvl="0"/>
            <a:endParaRPr lang="en-US"/>
          </a:p>
        </p:txBody>
      </p:sp>
      <p:sp>
        <p:nvSpPr>
          <p:cNvPr id="10" name="Text Placeholder 5">
            <a:extLst>
              <a:ext uri="{FF2B5EF4-FFF2-40B4-BE49-F238E27FC236}">
                <a16:creationId xmlns:a16="http://schemas.microsoft.com/office/drawing/2014/main" id="{1A44B8DF-3DD1-32B6-E1B5-F981E5DEF8F5}"/>
              </a:ext>
            </a:extLst>
          </p:cNvPr>
          <p:cNvSpPr>
            <a:spLocks noGrp="1"/>
          </p:cNvSpPr>
          <p:nvPr>
            <p:ph type="body" sz="quarter" idx="17"/>
          </p:nvPr>
        </p:nvSpPr>
        <p:spPr>
          <a:xfrm>
            <a:off x="388145" y="1497026"/>
            <a:ext cx="5619077" cy="4478472"/>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5">
            <a:extLst>
              <a:ext uri="{FF2B5EF4-FFF2-40B4-BE49-F238E27FC236}">
                <a16:creationId xmlns:a16="http://schemas.microsoft.com/office/drawing/2014/main" id="{B14D6D0A-003C-6513-8165-436B0A6EDACB}"/>
              </a:ext>
            </a:extLst>
          </p:cNvPr>
          <p:cNvSpPr>
            <a:spLocks noGrp="1"/>
          </p:cNvSpPr>
          <p:nvPr>
            <p:ph type="body" sz="quarter" idx="18"/>
          </p:nvPr>
        </p:nvSpPr>
        <p:spPr>
          <a:xfrm>
            <a:off x="6177688" y="1497026"/>
            <a:ext cx="5619077" cy="4478472"/>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13640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NBD Slid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2C48D9C-0895-18A0-F9E5-C15981C91C60}"/>
              </a:ext>
            </a:extLst>
          </p:cNvPr>
          <p:cNvGraphicFramePr>
            <a:graphicFrameLocks noChangeAspect="1"/>
          </p:cNvGraphicFramePr>
          <p:nvPr userDrawn="1">
            <p:custDataLst>
              <p:tags r:id="rId1"/>
            </p:custDataLst>
            <p:extLst>
              <p:ext uri="{D42A27DB-BD31-4B8C-83A1-F6EECF244321}">
                <p14:modId xmlns:p14="http://schemas.microsoft.com/office/powerpoint/2010/main" val="25473346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think-cell data - do not delete" hidden="1">
                        <a:extLst>
                          <a:ext uri="{FF2B5EF4-FFF2-40B4-BE49-F238E27FC236}">
                            <a16:creationId xmlns:a16="http://schemas.microsoft.com/office/drawing/2014/main" id="{C2C48D9C-0895-18A0-F9E5-C15981C91C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26F1F4FD-A43D-EC91-B765-BEA00848C291}"/>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 name="Straight Connector 14">
            <a:extLst>
              <a:ext uri="{FF2B5EF4-FFF2-40B4-BE49-F238E27FC236}">
                <a16:creationId xmlns:a16="http://schemas.microsoft.com/office/drawing/2014/main" id="{EBF1BCFB-5D5D-452B-041C-7BF2E1CAD153}"/>
              </a:ext>
            </a:extLst>
          </p:cNvPr>
          <p:cNvCxnSpPr>
            <a:cxnSpLocks/>
          </p:cNvCxnSpPr>
          <p:nvPr userDrawn="1"/>
        </p:nvCxnSpPr>
        <p:spPr>
          <a:xfrm>
            <a:off x="-15728" y="1623434"/>
            <a:ext cx="6111728" cy="0"/>
          </a:xfrm>
          <a:prstGeom prst="line">
            <a:avLst/>
          </a:prstGeom>
          <a:ln w="38100">
            <a:solidFill>
              <a:schemeClr val="bg1"/>
            </a:solidFill>
            <a:tailEnd type="none"/>
          </a:ln>
          <a:effectLst/>
        </p:spPr>
        <p:style>
          <a:lnRef idx="2">
            <a:schemeClr val="accent1"/>
          </a:lnRef>
          <a:fillRef idx="0">
            <a:schemeClr val="accent1"/>
          </a:fillRef>
          <a:effectRef idx="1">
            <a:schemeClr val="accent1"/>
          </a:effectRef>
          <a:fontRef idx="minor">
            <a:schemeClr val="tx1"/>
          </a:fontRef>
        </p:style>
      </p:cxnSp>
      <p:sp>
        <p:nvSpPr>
          <p:cNvPr id="19" name="Slide Number Placeholder 4">
            <a:extLst>
              <a:ext uri="{FF2B5EF4-FFF2-40B4-BE49-F238E27FC236}">
                <a16:creationId xmlns:a16="http://schemas.microsoft.com/office/drawing/2014/main" id="{EE587574-2D43-D1C4-C9BE-FCB6A64E27BD}"/>
              </a:ext>
            </a:extLst>
          </p:cNvPr>
          <p:cNvSpPr>
            <a:spLocks noGrp="1"/>
          </p:cNvSpPr>
          <p:nvPr>
            <p:ph type="sldNum" sz="quarter" idx="12"/>
          </p:nvPr>
        </p:nvSpPr>
        <p:spPr>
          <a:xfrm>
            <a:off x="11378590" y="6397204"/>
            <a:ext cx="396909" cy="365125"/>
          </a:xfrm>
        </p:spPr>
        <p:txBody>
          <a:bodyPr/>
          <a:lstStyle>
            <a:lvl1pPr algn="ctr">
              <a:defRPr/>
            </a:lvl1pPr>
          </a:lstStyle>
          <a:p>
            <a:fld id="{84D58D1B-E4CD-4092-A64A-067BEFC75A17}" type="slidenum">
              <a:rPr lang="en-US" smtClean="0"/>
              <a:pPr/>
              <a:t>‹#›</a:t>
            </a:fld>
            <a:endParaRPr lang="en-US"/>
          </a:p>
        </p:txBody>
      </p:sp>
      <p:sp>
        <p:nvSpPr>
          <p:cNvPr id="21" name="Text Placeholder 5">
            <a:extLst>
              <a:ext uri="{FF2B5EF4-FFF2-40B4-BE49-F238E27FC236}">
                <a16:creationId xmlns:a16="http://schemas.microsoft.com/office/drawing/2014/main" id="{F0A24571-38DB-14F4-42C8-D6423AB4D2C1}"/>
              </a:ext>
            </a:extLst>
          </p:cNvPr>
          <p:cNvSpPr>
            <a:spLocks noGrp="1"/>
          </p:cNvSpPr>
          <p:nvPr>
            <p:ph type="body" sz="quarter" idx="17"/>
          </p:nvPr>
        </p:nvSpPr>
        <p:spPr>
          <a:xfrm>
            <a:off x="6205590" y="1892595"/>
            <a:ext cx="5569909" cy="4269698"/>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1AF51814-584E-99BC-9B07-A2480574BC93}"/>
              </a:ext>
            </a:extLst>
          </p:cNvPr>
          <p:cNvCxnSpPr>
            <a:cxnSpLocks/>
          </p:cNvCxnSpPr>
          <p:nvPr userDrawn="1"/>
        </p:nvCxnSpPr>
        <p:spPr>
          <a:xfrm>
            <a:off x="388319" y="6279748"/>
            <a:ext cx="11419078" cy="0"/>
          </a:xfrm>
          <a:prstGeom prst="line">
            <a:avLst/>
          </a:prstGeom>
          <a:ln w="1905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
        <p:nvSpPr>
          <p:cNvPr id="3" name="Title 1">
            <a:extLst>
              <a:ext uri="{FF2B5EF4-FFF2-40B4-BE49-F238E27FC236}">
                <a16:creationId xmlns:a16="http://schemas.microsoft.com/office/drawing/2014/main" id="{24AE619D-10E0-2BEE-0A8A-50EB268D4361}"/>
              </a:ext>
            </a:extLst>
          </p:cNvPr>
          <p:cNvSpPr>
            <a:spLocks noGrp="1"/>
          </p:cNvSpPr>
          <p:nvPr>
            <p:ph type="title"/>
          </p:nvPr>
        </p:nvSpPr>
        <p:spPr>
          <a:xfrm>
            <a:off x="377687" y="215704"/>
            <a:ext cx="5283374" cy="1290271"/>
          </a:xfrm>
          <a:prstGeom prst="rect">
            <a:avLst/>
          </a:prstGeom>
        </p:spPr>
        <p:txBody>
          <a:bodyPr vert="horz" lIns="0" tIns="0" rIns="0" bIns="0" anchor="b" anchorCtr="0">
            <a:noAutofit/>
          </a:bodyPr>
          <a:lstStyle>
            <a:lvl1pPr algn="l">
              <a:lnSpc>
                <a:spcPct val="100000"/>
              </a:lnSpc>
              <a:spcBef>
                <a:spcPts val="600"/>
              </a:spcBef>
              <a:defRPr sz="2800" b="0">
                <a:solidFill>
                  <a:schemeClr val="bg1"/>
                </a:solidFill>
                <a:latin typeface="+mj-lt"/>
              </a:defRPr>
            </a:lvl1pPr>
          </a:lstStyle>
          <a:p>
            <a:r>
              <a:rPr lang="en-US"/>
              <a:t>Click to edit Master title style</a:t>
            </a:r>
          </a:p>
        </p:txBody>
      </p:sp>
      <p:pic>
        <p:nvPicPr>
          <p:cNvPr id="11" name="Picture 10" descr="A black background with a black square&#10;&#10;Description automatically generated with medium confidence">
            <a:extLst>
              <a:ext uri="{FF2B5EF4-FFF2-40B4-BE49-F238E27FC236}">
                <a16:creationId xmlns:a16="http://schemas.microsoft.com/office/drawing/2014/main" id="{A56BB934-39D4-33F2-BA9B-8A09D8DC1D90}"/>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11598" r="64855"/>
          <a:stretch/>
        </p:blipFill>
        <p:spPr>
          <a:xfrm rot="16200000">
            <a:off x="215291" y="977292"/>
            <a:ext cx="5665417" cy="6095999"/>
          </a:xfrm>
          <a:prstGeom prst="rect">
            <a:avLst/>
          </a:prstGeom>
        </p:spPr>
      </p:pic>
    </p:spTree>
    <p:extLst>
      <p:ext uri="{BB962C8B-B14F-4D97-AF65-F5344CB8AC3E}">
        <p14:creationId xmlns:p14="http://schemas.microsoft.com/office/powerpoint/2010/main" val="42701052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NBD Slide 5">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2C48D9C-0895-18A0-F9E5-C15981C91C60}"/>
              </a:ext>
            </a:extLst>
          </p:cNvPr>
          <p:cNvGraphicFramePr>
            <a:graphicFrameLocks noChangeAspect="1"/>
          </p:cNvGraphicFramePr>
          <p:nvPr userDrawn="1">
            <p:custDataLst>
              <p:tags r:id="rId1"/>
            </p:custDataLst>
            <p:extLst>
              <p:ext uri="{D42A27DB-BD31-4B8C-83A1-F6EECF244321}">
                <p14:modId xmlns:p14="http://schemas.microsoft.com/office/powerpoint/2010/main" val="9731069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think-cell data - do not delete" hidden="1">
                        <a:extLst>
                          <a:ext uri="{FF2B5EF4-FFF2-40B4-BE49-F238E27FC236}">
                            <a16:creationId xmlns:a16="http://schemas.microsoft.com/office/drawing/2014/main" id="{C2C48D9C-0895-18A0-F9E5-C15981C91C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26F1F4FD-A43D-EC91-B765-BEA00848C291}"/>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 name="Straight Connector 14">
            <a:extLst>
              <a:ext uri="{FF2B5EF4-FFF2-40B4-BE49-F238E27FC236}">
                <a16:creationId xmlns:a16="http://schemas.microsoft.com/office/drawing/2014/main" id="{EBF1BCFB-5D5D-452B-041C-7BF2E1CAD153}"/>
              </a:ext>
            </a:extLst>
          </p:cNvPr>
          <p:cNvCxnSpPr>
            <a:cxnSpLocks/>
          </p:cNvCxnSpPr>
          <p:nvPr userDrawn="1"/>
        </p:nvCxnSpPr>
        <p:spPr>
          <a:xfrm>
            <a:off x="-15728" y="1623434"/>
            <a:ext cx="6111728" cy="0"/>
          </a:xfrm>
          <a:prstGeom prst="line">
            <a:avLst/>
          </a:prstGeom>
          <a:ln w="3810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sp>
        <p:nvSpPr>
          <p:cNvPr id="3" name="Slide Number Placeholder 4">
            <a:extLst>
              <a:ext uri="{FF2B5EF4-FFF2-40B4-BE49-F238E27FC236}">
                <a16:creationId xmlns:a16="http://schemas.microsoft.com/office/drawing/2014/main" id="{96E924F8-AA22-D998-3FED-60958C1F3DC8}"/>
              </a:ext>
            </a:extLst>
          </p:cNvPr>
          <p:cNvSpPr>
            <a:spLocks noGrp="1"/>
          </p:cNvSpPr>
          <p:nvPr>
            <p:ph type="sldNum" sz="quarter" idx="12"/>
          </p:nvPr>
        </p:nvSpPr>
        <p:spPr>
          <a:xfrm>
            <a:off x="5466865" y="6397204"/>
            <a:ext cx="396909" cy="365125"/>
          </a:xfrm>
        </p:spPr>
        <p:txBody>
          <a:bodyPr/>
          <a:lstStyle>
            <a:lvl1pPr algn="ctr">
              <a:defRPr/>
            </a:lvl1pPr>
          </a:lstStyle>
          <a:p>
            <a:fld id="{84D58D1B-E4CD-4092-A64A-067BEFC75A17}" type="slidenum">
              <a:rPr lang="en-US" smtClean="0"/>
              <a:pPr/>
              <a:t>‹#›</a:t>
            </a:fld>
            <a:endParaRPr lang="en-US"/>
          </a:p>
        </p:txBody>
      </p:sp>
      <p:sp>
        <p:nvSpPr>
          <p:cNvPr id="4" name="Text Placeholder 5">
            <a:extLst>
              <a:ext uri="{FF2B5EF4-FFF2-40B4-BE49-F238E27FC236}">
                <a16:creationId xmlns:a16="http://schemas.microsoft.com/office/drawing/2014/main" id="{ADBE3C23-1DBC-80F6-8957-E3B7C77DE817}"/>
              </a:ext>
            </a:extLst>
          </p:cNvPr>
          <p:cNvSpPr>
            <a:spLocks noGrp="1"/>
          </p:cNvSpPr>
          <p:nvPr>
            <p:ph type="body" sz="quarter" idx="17"/>
          </p:nvPr>
        </p:nvSpPr>
        <p:spPr>
          <a:xfrm>
            <a:off x="377687" y="1918732"/>
            <a:ext cx="5486087" cy="4313561"/>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21825047-C32D-7687-BFCE-F364FB1E0BDB}"/>
              </a:ext>
            </a:extLst>
          </p:cNvPr>
          <p:cNvCxnSpPr>
            <a:cxnSpLocks/>
          </p:cNvCxnSpPr>
          <p:nvPr userDrawn="1"/>
        </p:nvCxnSpPr>
        <p:spPr>
          <a:xfrm>
            <a:off x="388319" y="6301014"/>
            <a:ext cx="11419078" cy="0"/>
          </a:xfrm>
          <a:prstGeom prst="line">
            <a:avLst/>
          </a:prstGeom>
          <a:ln w="1905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pic>
        <p:nvPicPr>
          <p:cNvPr id="5" name="Picture 4" descr="A red and grey logo&#10;&#10;Description automatically generated">
            <a:extLst>
              <a:ext uri="{FF2B5EF4-FFF2-40B4-BE49-F238E27FC236}">
                <a16:creationId xmlns:a16="http://schemas.microsoft.com/office/drawing/2014/main" id="{5F85BADD-F7C0-40D9-5C21-C0313F8C1D4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81000" y="445456"/>
            <a:ext cx="2620781" cy="883013"/>
          </a:xfrm>
          <a:prstGeom prst="rect">
            <a:avLst/>
          </a:prstGeom>
        </p:spPr>
      </p:pic>
      <p:sp>
        <p:nvSpPr>
          <p:cNvPr id="9" name="TextBox 8">
            <a:extLst>
              <a:ext uri="{FF2B5EF4-FFF2-40B4-BE49-F238E27FC236}">
                <a16:creationId xmlns:a16="http://schemas.microsoft.com/office/drawing/2014/main" id="{1267947F-D05C-1C7E-1E30-5564C73D6F4B}"/>
              </a:ext>
            </a:extLst>
          </p:cNvPr>
          <p:cNvSpPr txBox="1"/>
          <p:nvPr userDrawn="1"/>
        </p:nvSpPr>
        <p:spPr>
          <a:xfrm>
            <a:off x="6868634" y="4200968"/>
            <a:ext cx="4945680" cy="2031325"/>
          </a:xfrm>
          <a:prstGeom prst="rect">
            <a:avLst/>
          </a:prstGeom>
          <a:noFill/>
        </p:spPr>
        <p:txBody>
          <a:bodyPr wrap="square" rtlCol="0">
            <a:spAutoFit/>
          </a:bodyPr>
          <a:lstStyle/>
          <a:p>
            <a:r>
              <a:rPr lang="en-US" b="0" i="0">
                <a:solidFill>
                  <a:schemeClr val="bg1"/>
                </a:solidFill>
                <a:effectLst/>
              </a:rPr>
              <a:t>Newry is a growth strategy firm that partners with Fortune 500 companies and PE-backed portfolio companies to help them grow in adjacent markets where they have a right to win. </a:t>
            </a:r>
          </a:p>
          <a:p>
            <a:endParaRPr lang="en-US">
              <a:solidFill>
                <a:srgbClr val="000000"/>
              </a:solidFill>
            </a:endParaRPr>
          </a:p>
          <a:p>
            <a:r>
              <a:rPr lang="en-US">
                <a:solidFill>
                  <a:schemeClr val="bg1"/>
                </a:solidFill>
              </a:rPr>
              <a:t>To learn more about Newry, please visit www.newrycorp.com</a:t>
            </a:r>
          </a:p>
        </p:txBody>
      </p:sp>
      <p:pic>
        <p:nvPicPr>
          <p:cNvPr id="19" name="Picture 18" descr="A blue background with a blue wave&#10;&#10;Description automatically generated with medium confidence">
            <a:extLst>
              <a:ext uri="{FF2B5EF4-FFF2-40B4-BE49-F238E27FC236}">
                <a16:creationId xmlns:a16="http://schemas.microsoft.com/office/drawing/2014/main" id="{1596A476-7053-9D30-5963-495E73ADEBD2}"/>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3245" t="9855" b="23672"/>
          <a:stretch/>
        </p:blipFill>
        <p:spPr>
          <a:xfrm>
            <a:off x="6111729" y="31898"/>
            <a:ext cx="6095999" cy="4132247"/>
          </a:xfrm>
          <a:prstGeom prst="rect">
            <a:avLst/>
          </a:prstGeom>
        </p:spPr>
      </p:pic>
    </p:spTree>
    <p:extLst>
      <p:ext uri="{BB962C8B-B14F-4D97-AF65-F5344CB8AC3E}">
        <p14:creationId xmlns:p14="http://schemas.microsoft.com/office/powerpoint/2010/main" val="39438807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NBD Slide 5">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2C48D9C-0895-18A0-F9E5-C15981C91C60}"/>
              </a:ext>
            </a:extLst>
          </p:cNvPr>
          <p:cNvGraphicFramePr>
            <a:graphicFrameLocks noChangeAspect="1"/>
          </p:cNvGraphicFramePr>
          <p:nvPr userDrawn="1">
            <p:custDataLst>
              <p:tags r:id="rId1"/>
            </p:custDataLst>
            <p:extLst>
              <p:ext uri="{D42A27DB-BD31-4B8C-83A1-F6EECF244321}">
                <p14:modId xmlns:p14="http://schemas.microsoft.com/office/powerpoint/2010/main" val="9731069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think-cell data - do not delete" hidden="1">
                        <a:extLst>
                          <a:ext uri="{FF2B5EF4-FFF2-40B4-BE49-F238E27FC236}">
                            <a16:creationId xmlns:a16="http://schemas.microsoft.com/office/drawing/2014/main" id="{C2C48D9C-0895-18A0-F9E5-C15981C91C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26F1F4FD-A43D-EC91-B765-BEA00848C291}"/>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 name="Straight Connector 14">
            <a:extLst>
              <a:ext uri="{FF2B5EF4-FFF2-40B4-BE49-F238E27FC236}">
                <a16:creationId xmlns:a16="http://schemas.microsoft.com/office/drawing/2014/main" id="{EBF1BCFB-5D5D-452B-041C-7BF2E1CAD153}"/>
              </a:ext>
            </a:extLst>
          </p:cNvPr>
          <p:cNvCxnSpPr>
            <a:cxnSpLocks/>
          </p:cNvCxnSpPr>
          <p:nvPr userDrawn="1"/>
        </p:nvCxnSpPr>
        <p:spPr>
          <a:xfrm>
            <a:off x="-15728" y="1623434"/>
            <a:ext cx="6111728" cy="0"/>
          </a:xfrm>
          <a:prstGeom prst="line">
            <a:avLst/>
          </a:prstGeom>
          <a:ln w="3810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sp>
        <p:nvSpPr>
          <p:cNvPr id="3" name="Slide Number Placeholder 4">
            <a:extLst>
              <a:ext uri="{FF2B5EF4-FFF2-40B4-BE49-F238E27FC236}">
                <a16:creationId xmlns:a16="http://schemas.microsoft.com/office/drawing/2014/main" id="{96E924F8-AA22-D998-3FED-60958C1F3DC8}"/>
              </a:ext>
            </a:extLst>
          </p:cNvPr>
          <p:cNvSpPr>
            <a:spLocks noGrp="1"/>
          </p:cNvSpPr>
          <p:nvPr>
            <p:ph type="sldNum" sz="quarter" idx="12"/>
          </p:nvPr>
        </p:nvSpPr>
        <p:spPr>
          <a:xfrm>
            <a:off x="5466865" y="6397204"/>
            <a:ext cx="396909" cy="365125"/>
          </a:xfrm>
        </p:spPr>
        <p:txBody>
          <a:bodyPr/>
          <a:lstStyle>
            <a:lvl1pPr algn="ctr">
              <a:defRPr/>
            </a:lvl1pPr>
          </a:lstStyle>
          <a:p>
            <a:fld id="{84D58D1B-E4CD-4092-A64A-067BEFC75A17}" type="slidenum">
              <a:rPr lang="en-US" smtClean="0"/>
              <a:pPr/>
              <a:t>‹#›</a:t>
            </a:fld>
            <a:endParaRPr lang="en-US"/>
          </a:p>
        </p:txBody>
      </p:sp>
      <p:sp>
        <p:nvSpPr>
          <p:cNvPr id="4" name="Text Placeholder 5">
            <a:extLst>
              <a:ext uri="{FF2B5EF4-FFF2-40B4-BE49-F238E27FC236}">
                <a16:creationId xmlns:a16="http://schemas.microsoft.com/office/drawing/2014/main" id="{ADBE3C23-1DBC-80F6-8957-E3B7C77DE817}"/>
              </a:ext>
            </a:extLst>
          </p:cNvPr>
          <p:cNvSpPr>
            <a:spLocks noGrp="1"/>
          </p:cNvSpPr>
          <p:nvPr>
            <p:ph type="body" sz="quarter" idx="17"/>
          </p:nvPr>
        </p:nvSpPr>
        <p:spPr>
          <a:xfrm>
            <a:off x="377687" y="1918732"/>
            <a:ext cx="5486087" cy="4313561"/>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21825047-C32D-7687-BFCE-F364FB1E0BDB}"/>
              </a:ext>
            </a:extLst>
          </p:cNvPr>
          <p:cNvCxnSpPr>
            <a:cxnSpLocks/>
          </p:cNvCxnSpPr>
          <p:nvPr userDrawn="1"/>
        </p:nvCxnSpPr>
        <p:spPr>
          <a:xfrm>
            <a:off x="388319" y="6301014"/>
            <a:ext cx="11419078" cy="0"/>
          </a:xfrm>
          <a:prstGeom prst="line">
            <a:avLst/>
          </a:prstGeom>
          <a:ln w="1905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pic>
        <p:nvPicPr>
          <p:cNvPr id="5" name="Picture 4" descr="A red and grey logo&#10;&#10;Description automatically generated">
            <a:extLst>
              <a:ext uri="{FF2B5EF4-FFF2-40B4-BE49-F238E27FC236}">
                <a16:creationId xmlns:a16="http://schemas.microsoft.com/office/drawing/2014/main" id="{5F85BADD-F7C0-40D9-5C21-C0313F8C1D4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81000" y="445456"/>
            <a:ext cx="2620781" cy="883013"/>
          </a:xfrm>
          <a:prstGeom prst="rect">
            <a:avLst/>
          </a:prstGeom>
        </p:spPr>
      </p:pic>
      <p:pic>
        <p:nvPicPr>
          <p:cNvPr id="19" name="Picture 18" descr="A blue background with a blue wave&#10;&#10;Description automatically generated with medium confidence">
            <a:extLst>
              <a:ext uri="{FF2B5EF4-FFF2-40B4-BE49-F238E27FC236}">
                <a16:creationId xmlns:a16="http://schemas.microsoft.com/office/drawing/2014/main" id="{1596A476-7053-9D30-5963-495E73ADEBD2}"/>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3245" t="9855" b="23672"/>
          <a:stretch/>
        </p:blipFill>
        <p:spPr>
          <a:xfrm>
            <a:off x="6111729" y="31898"/>
            <a:ext cx="6095999" cy="4132247"/>
          </a:xfrm>
          <a:prstGeom prst="rect">
            <a:avLst/>
          </a:prstGeom>
        </p:spPr>
      </p:pic>
      <p:sp>
        <p:nvSpPr>
          <p:cNvPr id="7" name="TextBox 6">
            <a:extLst>
              <a:ext uri="{FF2B5EF4-FFF2-40B4-BE49-F238E27FC236}">
                <a16:creationId xmlns:a16="http://schemas.microsoft.com/office/drawing/2014/main" id="{FC9E4266-CBA4-BF79-A0E0-101BEF44FEC6}"/>
              </a:ext>
            </a:extLst>
          </p:cNvPr>
          <p:cNvSpPr txBox="1"/>
          <p:nvPr userDrawn="1"/>
        </p:nvSpPr>
        <p:spPr>
          <a:xfrm>
            <a:off x="6869581" y="6425306"/>
            <a:ext cx="4945680" cy="338554"/>
          </a:xfrm>
          <a:prstGeom prst="rect">
            <a:avLst/>
          </a:prstGeom>
          <a:noFill/>
        </p:spPr>
        <p:txBody>
          <a:bodyPr wrap="square" rtlCol="0">
            <a:spAutoFit/>
          </a:bodyPr>
          <a:lstStyle/>
          <a:p>
            <a:pPr algn="r"/>
            <a:r>
              <a:rPr lang="en-US" sz="1600">
                <a:solidFill>
                  <a:schemeClr val="bg1"/>
                </a:solidFill>
              </a:rPr>
              <a:t>newrycorp.com</a:t>
            </a:r>
          </a:p>
        </p:txBody>
      </p:sp>
      <p:sp>
        <p:nvSpPr>
          <p:cNvPr id="10" name="TextBox 9">
            <a:extLst>
              <a:ext uri="{FF2B5EF4-FFF2-40B4-BE49-F238E27FC236}">
                <a16:creationId xmlns:a16="http://schemas.microsoft.com/office/drawing/2014/main" id="{D2168391-7813-039B-3EBB-2904DE36F65D}"/>
              </a:ext>
            </a:extLst>
          </p:cNvPr>
          <p:cNvSpPr txBox="1"/>
          <p:nvPr userDrawn="1"/>
        </p:nvSpPr>
        <p:spPr>
          <a:xfrm>
            <a:off x="6861718" y="2312251"/>
            <a:ext cx="4945680" cy="2400657"/>
          </a:xfrm>
          <a:prstGeom prst="rect">
            <a:avLst/>
          </a:prstGeom>
          <a:noFill/>
        </p:spPr>
        <p:txBody>
          <a:bodyPr wrap="square" rtlCol="0">
            <a:spAutoFit/>
          </a:bodyPr>
          <a:lstStyle/>
          <a:p>
            <a:pPr>
              <a:spcAft>
                <a:spcPts val="600"/>
              </a:spcAft>
            </a:pPr>
            <a:r>
              <a:rPr lang="en-US" sz="1400" i="1">
                <a:solidFill>
                  <a:schemeClr val="bg1"/>
                </a:solidFill>
              </a:rPr>
              <a:t>Our Purpose:</a:t>
            </a:r>
          </a:p>
          <a:p>
            <a:r>
              <a:rPr lang="en-US" sz="1400" i="0">
                <a:solidFill>
                  <a:schemeClr val="bg1"/>
                </a:solidFill>
              </a:rPr>
              <a:t>Catalyzing growth for our clients, colleagues, and </a:t>
            </a:r>
            <a:br>
              <a:rPr lang="en-US" sz="1400" i="0">
                <a:solidFill>
                  <a:schemeClr val="bg1"/>
                </a:solidFill>
              </a:rPr>
            </a:br>
            <a:r>
              <a:rPr lang="en-US" sz="1400" i="0">
                <a:solidFill>
                  <a:schemeClr val="bg1"/>
                </a:solidFill>
              </a:rPr>
              <a:t>communities – together. </a:t>
            </a:r>
          </a:p>
          <a:p>
            <a:endParaRPr lang="en-US" sz="1400" i="0">
              <a:solidFill>
                <a:schemeClr val="bg1"/>
              </a:solidFill>
            </a:endParaRPr>
          </a:p>
          <a:p>
            <a:pPr>
              <a:spcAft>
                <a:spcPts val="600"/>
              </a:spcAft>
            </a:pPr>
            <a:r>
              <a:rPr lang="en-US" sz="1400" i="1">
                <a:solidFill>
                  <a:schemeClr val="bg1"/>
                </a:solidFill>
              </a:rPr>
              <a:t>Our Values:</a:t>
            </a:r>
          </a:p>
          <a:p>
            <a:r>
              <a:rPr lang="en-US" sz="1400" i="0">
                <a:solidFill>
                  <a:schemeClr val="bg1"/>
                </a:solidFill>
              </a:rPr>
              <a:t>Put Clients First</a:t>
            </a:r>
          </a:p>
          <a:p>
            <a:r>
              <a:rPr lang="en-US" sz="1400" i="0">
                <a:solidFill>
                  <a:schemeClr val="bg1"/>
                </a:solidFill>
              </a:rPr>
              <a:t>Demonstrate High Integrity</a:t>
            </a:r>
          </a:p>
          <a:p>
            <a:r>
              <a:rPr lang="en-US" sz="1400" i="0">
                <a:solidFill>
                  <a:schemeClr val="bg1"/>
                </a:solidFill>
              </a:rPr>
              <a:t>Pursue Growth &amp; Excellence</a:t>
            </a:r>
          </a:p>
          <a:p>
            <a:r>
              <a:rPr lang="en-US" sz="1400" i="0">
                <a:solidFill>
                  <a:schemeClr val="bg1"/>
                </a:solidFill>
              </a:rPr>
              <a:t>Collaborate Enthusiastically</a:t>
            </a:r>
          </a:p>
          <a:p>
            <a:r>
              <a:rPr lang="en-US" sz="1400" i="0">
                <a:solidFill>
                  <a:schemeClr val="bg1"/>
                </a:solidFill>
              </a:rPr>
              <a:t>Take Ownership</a:t>
            </a:r>
          </a:p>
        </p:txBody>
      </p:sp>
      <p:sp>
        <p:nvSpPr>
          <p:cNvPr id="11" name="TextBox 10">
            <a:extLst>
              <a:ext uri="{FF2B5EF4-FFF2-40B4-BE49-F238E27FC236}">
                <a16:creationId xmlns:a16="http://schemas.microsoft.com/office/drawing/2014/main" id="{989FB2B4-77A6-D00A-0610-6FD6A248966E}"/>
              </a:ext>
            </a:extLst>
          </p:cNvPr>
          <p:cNvSpPr txBox="1"/>
          <p:nvPr userDrawn="1"/>
        </p:nvSpPr>
        <p:spPr>
          <a:xfrm>
            <a:off x="6869581" y="4869853"/>
            <a:ext cx="4945680" cy="1200329"/>
          </a:xfrm>
          <a:prstGeom prst="rect">
            <a:avLst/>
          </a:prstGeom>
          <a:noFill/>
        </p:spPr>
        <p:txBody>
          <a:bodyPr wrap="square" rtlCol="0">
            <a:spAutoFit/>
          </a:bodyPr>
          <a:lstStyle/>
          <a:p>
            <a:r>
              <a:rPr lang="en-US" b="0" i="0">
                <a:solidFill>
                  <a:schemeClr val="bg1"/>
                </a:solidFill>
                <a:effectLst/>
              </a:rPr>
              <a:t>Newry is a growth strategy firm that partners with Fortune 500 companies and PE-backed portfolio companies to help them grow in adjacent markets where they have a right to win. </a:t>
            </a:r>
          </a:p>
        </p:txBody>
      </p:sp>
    </p:spTree>
    <p:extLst>
      <p:ext uri="{BB962C8B-B14F-4D97-AF65-F5344CB8AC3E}">
        <p14:creationId xmlns:p14="http://schemas.microsoft.com/office/powerpoint/2010/main" val="22157167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NBD Slide 5">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2C48D9C-0895-18A0-F9E5-C15981C91C60}"/>
              </a:ext>
            </a:extLst>
          </p:cNvPr>
          <p:cNvGraphicFramePr>
            <a:graphicFrameLocks noChangeAspect="1"/>
          </p:cNvGraphicFramePr>
          <p:nvPr userDrawn="1">
            <p:custDataLst>
              <p:tags r:id="rId1"/>
            </p:custDataLst>
            <p:extLst>
              <p:ext uri="{D42A27DB-BD31-4B8C-83A1-F6EECF244321}">
                <p14:modId xmlns:p14="http://schemas.microsoft.com/office/powerpoint/2010/main" val="9731069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 name="think-cell data - do not delete" hidden="1">
                        <a:extLst>
                          <a:ext uri="{FF2B5EF4-FFF2-40B4-BE49-F238E27FC236}">
                            <a16:creationId xmlns:a16="http://schemas.microsoft.com/office/drawing/2014/main" id="{C2C48D9C-0895-18A0-F9E5-C15981C91C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26F1F4FD-A43D-EC91-B765-BEA00848C291}"/>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 name="Straight Connector 14">
            <a:extLst>
              <a:ext uri="{FF2B5EF4-FFF2-40B4-BE49-F238E27FC236}">
                <a16:creationId xmlns:a16="http://schemas.microsoft.com/office/drawing/2014/main" id="{EBF1BCFB-5D5D-452B-041C-7BF2E1CAD153}"/>
              </a:ext>
            </a:extLst>
          </p:cNvPr>
          <p:cNvCxnSpPr>
            <a:cxnSpLocks/>
          </p:cNvCxnSpPr>
          <p:nvPr userDrawn="1"/>
        </p:nvCxnSpPr>
        <p:spPr>
          <a:xfrm>
            <a:off x="-15728" y="1623434"/>
            <a:ext cx="6111728" cy="0"/>
          </a:xfrm>
          <a:prstGeom prst="line">
            <a:avLst/>
          </a:prstGeom>
          <a:ln w="3810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sp>
        <p:nvSpPr>
          <p:cNvPr id="3" name="Slide Number Placeholder 4">
            <a:extLst>
              <a:ext uri="{FF2B5EF4-FFF2-40B4-BE49-F238E27FC236}">
                <a16:creationId xmlns:a16="http://schemas.microsoft.com/office/drawing/2014/main" id="{96E924F8-AA22-D998-3FED-60958C1F3DC8}"/>
              </a:ext>
            </a:extLst>
          </p:cNvPr>
          <p:cNvSpPr>
            <a:spLocks noGrp="1"/>
          </p:cNvSpPr>
          <p:nvPr>
            <p:ph type="sldNum" sz="quarter" idx="12"/>
          </p:nvPr>
        </p:nvSpPr>
        <p:spPr>
          <a:xfrm>
            <a:off x="5466865" y="6397204"/>
            <a:ext cx="396909" cy="365125"/>
          </a:xfrm>
        </p:spPr>
        <p:txBody>
          <a:bodyPr/>
          <a:lstStyle>
            <a:lvl1pPr algn="ctr">
              <a:defRPr/>
            </a:lvl1pPr>
          </a:lstStyle>
          <a:p>
            <a:fld id="{84D58D1B-E4CD-4092-A64A-067BEFC75A17}" type="slidenum">
              <a:rPr lang="en-US" smtClean="0"/>
              <a:pPr/>
              <a:t>‹#›</a:t>
            </a:fld>
            <a:endParaRPr lang="en-US"/>
          </a:p>
        </p:txBody>
      </p:sp>
      <p:sp>
        <p:nvSpPr>
          <p:cNvPr id="4" name="Text Placeholder 5">
            <a:extLst>
              <a:ext uri="{FF2B5EF4-FFF2-40B4-BE49-F238E27FC236}">
                <a16:creationId xmlns:a16="http://schemas.microsoft.com/office/drawing/2014/main" id="{ADBE3C23-1DBC-80F6-8957-E3B7C77DE817}"/>
              </a:ext>
            </a:extLst>
          </p:cNvPr>
          <p:cNvSpPr>
            <a:spLocks noGrp="1"/>
          </p:cNvSpPr>
          <p:nvPr>
            <p:ph type="body" sz="quarter" idx="17"/>
          </p:nvPr>
        </p:nvSpPr>
        <p:spPr>
          <a:xfrm>
            <a:off x="377687" y="1918732"/>
            <a:ext cx="5486087" cy="4313561"/>
          </a:xfrm>
          <a:prstGeom prst="rect">
            <a:avLst/>
          </a:prstGeom>
        </p:spPr>
        <p:txBody>
          <a:bodyPr/>
          <a:lstStyle>
            <a:lvl1pPr marL="233363" indent="-233363">
              <a:lnSpc>
                <a:spcPct val="100000"/>
              </a:lnSpc>
              <a:spcBef>
                <a:spcPts val="600"/>
              </a:spcBef>
              <a:buFont typeface="Arial" panose="020B0604020202020204" pitchFamily="34" charset="0"/>
              <a:buChar char="•"/>
              <a:defRPr sz="1800" b="0">
                <a:solidFill>
                  <a:schemeClr val="tx1"/>
                </a:solidFill>
              </a:defRPr>
            </a:lvl1pPr>
            <a:lvl2pPr marL="457200" indent="-223838">
              <a:lnSpc>
                <a:spcPct val="100000"/>
              </a:lnSpc>
              <a:spcBef>
                <a:spcPts val="600"/>
              </a:spcBef>
              <a:buFont typeface="Calibri" panose="020F0502020204030204" pitchFamily="34" charset="0"/>
              <a:buChar char="–"/>
              <a:defRPr sz="1800">
                <a:solidFill>
                  <a:schemeClr val="tx1">
                    <a:lumMod val="50000"/>
                  </a:schemeClr>
                </a:solidFill>
              </a:defRPr>
            </a:lvl2pPr>
            <a:lvl3pPr marL="690563" indent="-233363">
              <a:lnSpc>
                <a:spcPct val="100000"/>
              </a:lnSpc>
              <a:spcBef>
                <a:spcPts val="600"/>
              </a:spcBef>
              <a:buFont typeface="Wingdings" panose="05000000000000000000" pitchFamily="2" charset="2"/>
              <a:buChar char="§"/>
              <a:defRPr sz="1800">
                <a:solidFill>
                  <a:schemeClr val="tx1">
                    <a:lumMod val="50000"/>
                  </a:schemeClr>
                </a:solidFill>
              </a:defRPr>
            </a:lvl3pPr>
            <a:lvl4pPr marL="914400" indent="-223838">
              <a:lnSpc>
                <a:spcPct val="100000"/>
              </a:lnSpc>
              <a:spcBef>
                <a:spcPts val="600"/>
              </a:spcBef>
              <a:buFont typeface="Courier New" panose="02070309020205020404" pitchFamily="49" charset="0"/>
              <a:buChar char="o"/>
              <a:defRPr sz="1800">
                <a:solidFill>
                  <a:schemeClr val="tx1">
                    <a:lumMod val="50000"/>
                  </a:schemeClr>
                </a:solidFill>
              </a:defRPr>
            </a:lvl4pPr>
            <a:lvl5pPr marL="1147763" indent="-233363">
              <a:lnSpc>
                <a:spcPct val="100000"/>
              </a:lnSpc>
              <a:spcBef>
                <a:spcPts val="600"/>
              </a:spcBef>
              <a:buFont typeface="Wingdings" panose="05000000000000000000" pitchFamily="2" charset="2"/>
              <a:buChar char="Ø"/>
              <a:defRPr sz="1800">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21825047-C32D-7687-BFCE-F364FB1E0BDB}"/>
              </a:ext>
            </a:extLst>
          </p:cNvPr>
          <p:cNvCxnSpPr>
            <a:cxnSpLocks/>
          </p:cNvCxnSpPr>
          <p:nvPr userDrawn="1"/>
        </p:nvCxnSpPr>
        <p:spPr>
          <a:xfrm>
            <a:off x="388319" y="6301014"/>
            <a:ext cx="11419078" cy="0"/>
          </a:xfrm>
          <a:prstGeom prst="line">
            <a:avLst/>
          </a:prstGeom>
          <a:ln w="19050">
            <a:solidFill>
              <a:srgbClr val="1E4C7F"/>
            </a:solidFill>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267947F-D05C-1C7E-1E30-5564C73D6F4B}"/>
              </a:ext>
            </a:extLst>
          </p:cNvPr>
          <p:cNvSpPr txBox="1"/>
          <p:nvPr userDrawn="1"/>
        </p:nvSpPr>
        <p:spPr>
          <a:xfrm>
            <a:off x="6869581" y="6425306"/>
            <a:ext cx="4945680" cy="338554"/>
          </a:xfrm>
          <a:prstGeom prst="rect">
            <a:avLst/>
          </a:prstGeom>
          <a:noFill/>
        </p:spPr>
        <p:txBody>
          <a:bodyPr wrap="square" rtlCol="0">
            <a:spAutoFit/>
          </a:bodyPr>
          <a:lstStyle/>
          <a:p>
            <a:pPr algn="r"/>
            <a:r>
              <a:rPr lang="en-US" sz="1600">
                <a:solidFill>
                  <a:schemeClr val="bg1"/>
                </a:solidFill>
              </a:rPr>
              <a:t>newrycorp.com</a:t>
            </a:r>
          </a:p>
        </p:txBody>
      </p:sp>
      <p:pic>
        <p:nvPicPr>
          <p:cNvPr id="19" name="Picture 18" descr="A blue background with a blue wave&#10;&#10;Description automatically generated with medium confidence">
            <a:extLst>
              <a:ext uri="{FF2B5EF4-FFF2-40B4-BE49-F238E27FC236}">
                <a16:creationId xmlns:a16="http://schemas.microsoft.com/office/drawing/2014/main" id="{1596A476-7053-9D30-5963-495E73ADEBD2}"/>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33245" t="9855" b="23672"/>
          <a:stretch/>
        </p:blipFill>
        <p:spPr>
          <a:xfrm>
            <a:off x="6111729" y="31898"/>
            <a:ext cx="6095999" cy="4132247"/>
          </a:xfrm>
          <a:prstGeom prst="rect">
            <a:avLst/>
          </a:prstGeom>
        </p:spPr>
      </p:pic>
      <p:sp>
        <p:nvSpPr>
          <p:cNvPr id="7" name="TextBox 6">
            <a:extLst>
              <a:ext uri="{FF2B5EF4-FFF2-40B4-BE49-F238E27FC236}">
                <a16:creationId xmlns:a16="http://schemas.microsoft.com/office/drawing/2014/main" id="{25F2E9E9-EADB-7B63-68CA-B92CA5111035}"/>
              </a:ext>
            </a:extLst>
          </p:cNvPr>
          <p:cNvSpPr txBox="1"/>
          <p:nvPr userDrawn="1"/>
        </p:nvSpPr>
        <p:spPr>
          <a:xfrm>
            <a:off x="6861718" y="2312251"/>
            <a:ext cx="4945680" cy="2400657"/>
          </a:xfrm>
          <a:prstGeom prst="rect">
            <a:avLst/>
          </a:prstGeom>
          <a:noFill/>
        </p:spPr>
        <p:txBody>
          <a:bodyPr wrap="square" rtlCol="0">
            <a:spAutoFit/>
          </a:bodyPr>
          <a:lstStyle/>
          <a:p>
            <a:pPr>
              <a:spcAft>
                <a:spcPts val="600"/>
              </a:spcAft>
            </a:pPr>
            <a:r>
              <a:rPr lang="en-US" sz="1400" i="1">
                <a:solidFill>
                  <a:schemeClr val="bg1"/>
                </a:solidFill>
              </a:rPr>
              <a:t>Our Purpose:</a:t>
            </a:r>
          </a:p>
          <a:p>
            <a:r>
              <a:rPr lang="en-US" sz="1400" i="0">
                <a:solidFill>
                  <a:schemeClr val="bg1"/>
                </a:solidFill>
              </a:rPr>
              <a:t>Catalyzing growth for our clients, colleagues, and </a:t>
            </a:r>
            <a:br>
              <a:rPr lang="en-US" sz="1400" i="0">
                <a:solidFill>
                  <a:schemeClr val="bg1"/>
                </a:solidFill>
              </a:rPr>
            </a:br>
            <a:r>
              <a:rPr lang="en-US" sz="1400" i="0">
                <a:solidFill>
                  <a:schemeClr val="bg1"/>
                </a:solidFill>
              </a:rPr>
              <a:t>communities – together. </a:t>
            </a:r>
          </a:p>
          <a:p>
            <a:endParaRPr lang="en-US" sz="1400" i="0">
              <a:solidFill>
                <a:schemeClr val="bg1"/>
              </a:solidFill>
            </a:endParaRPr>
          </a:p>
          <a:p>
            <a:pPr>
              <a:spcAft>
                <a:spcPts val="600"/>
              </a:spcAft>
            </a:pPr>
            <a:r>
              <a:rPr lang="en-US" sz="1400" i="1">
                <a:solidFill>
                  <a:schemeClr val="bg1"/>
                </a:solidFill>
              </a:rPr>
              <a:t>Our Values:</a:t>
            </a:r>
          </a:p>
          <a:p>
            <a:r>
              <a:rPr lang="en-US" sz="1400" i="0">
                <a:solidFill>
                  <a:schemeClr val="bg1"/>
                </a:solidFill>
              </a:rPr>
              <a:t>Put Clients First</a:t>
            </a:r>
          </a:p>
          <a:p>
            <a:r>
              <a:rPr lang="en-US" sz="1400" i="0">
                <a:solidFill>
                  <a:schemeClr val="bg1"/>
                </a:solidFill>
              </a:rPr>
              <a:t>Demonstrate High Integrity</a:t>
            </a:r>
          </a:p>
          <a:p>
            <a:r>
              <a:rPr lang="en-US" sz="1400" i="0">
                <a:solidFill>
                  <a:schemeClr val="bg1"/>
                </a:solidFill>
              </a:rPr>
              <a:t>Pursue Growth &amp; Excellence</a:t>
            </a:r>
          </a:p>
          <a:p>
            <a:r>
              <a:rPr lang="en-US" sz="1400" i="0">
                <a:solidFill>
                  <a:schemeClr val="bg1"/>
                </a:solidFill>
              </a:rPr>
              <a:t>Collaborate Enthusiastically</a:t>
            </a:r>
          </a:p>
          <a:p>
            <a:r>
              <a:rPr lang="en-US" sz="1400" i="0">
                <a:solidFill>
                  <a:schemeClr val="bg1"/>
                </a:solidFill>
              </a:rPr>
              <a:t>Take Ownership</a:t>
            </a:r>
          </a:p>
        </p:txBody>
      </p:sp>
      <p:pic>
        <p:nvPicPr>
          <p:cNvPr id="11" name="Picture 10" descr="NEWRY&#10;&#10;AI-generated content may be incorrect.">
            <a:extLst>
              <a:ext uri="{FF2B5EF4-FFF2-40B4-BE49-F238E27FC236}">
                <a16:creationId xmlns:a16="http://schemas.microsoft.com/office/drawing/2014/main" id="{53C1D47D-3BD0-E2AD-B07C-F92385450C4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88319" y="423859"/>
            <a:ext cx="2621088" cy="883013"/>
          </a:xfrm>
          <a:prstGeom prst="rect">
            <a:avLst/>
          </a:prstGeom>
        </p:spPr>
      </p:pic>
      <p:sp>
        <p:nvSpPr>
          <p:cNvPr id="12" name="TextBox 11">
            <a:extLst>
              <a:ext uri="{FF2B5EF4-FFF2-40B4-BE49-F238E27FC236}">
                <a16:creationId xmlns:a16="http://schemas.microsoft.com/office/drawing/2014/main" id="{184B17AF-E034-E699-1159-18B8106FA01D}"/>
              </a:ext>
            </a:extLst>
          </p:cNvPr>
          <p:cNvSpPr txBox="1"/>
          <p:nvPr userDrawn="1"/>
        </p:nvSpPr>
        <p:spPr>
          <a:xfrm>
            <a:off x="6869581" y="4869853"/>
            <a:ext cx="4945680" cy="1200329"/>
          </a:xfrm>
          <a:prstGeom prst="rect">
            <a:avLst/>
          </a:prstGeom>
          <a:noFill/>
        </p:spPr>
        <p:txBody>
          <a:bodyPr wrap="square" rtlCol="0">
            <a:spAutoFit/>
          </a:bodyPr>
          <a:lstStyle/>
          <a:p>
            <a:r>
              <a:rPr lang="en-US" b="0" i="0">
                <a:solidFill>
                  <a:schemeClr val="bg1"/>
                </a:solidFill>
                <a:effectLst/>
              </a:rPr>
              <a:t>Newry is a growth strategy firm that partners with Fortune 500 companies and PE-backed portfolio companies to help them grow in adjacent markets where they have a right to win. </a:t>
            </a:r>
          </a:p>
        </p:txBody>
      </p:sp>
    </p:spTree>
    <p:extLst>
      <p:ext uri="{BB962C8B-B14F-4D97-AF65-F5344CB8AC3E}">
        <p14:creationId xmlns:p14="http://schemas.microsoft.com/office/powerpoint/2010/main" val="4266196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theme" Target="../theme/theme2.xml"/><Relationship Id="rId3" Type="http://schemas.openxmlformats.org/officeDocument/2006/relationships/slideLayout" Target="../slideLayouts/slideLayout19.xml"/><Relationship Id="rId21" Type="http://schemas.openxmlformats.org/officeDocument/2006/relationships/image" Target="../media/image1.emf"/><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oleObject" Target="../embeddings/oleObject18.bin"/><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tags" Target="../tags/tag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EFF1143-B8C7-E24B-918C-B31A4AB77BB7}"/>
              </a:ext>
            </a:extLst>
          </p:cNvPr>
          <p:cNvGraphicFramePr>
            <a:graphicFrameLocks noChangeAspect="1"/>
          </p:cNvGraphicFramePr>
          <p:nvPr userDrawn="1">
            <p:custDataLst>
              <p:tags r:id="rId18"/>
            </p:custDataLst>
            <p:extLst>
              <p:ext uri="{D42A27DB-BD31-4B8C-83A1-F6EECF244321}">
                <p14:modId xmlns:p14="http://schemas.microsoft.com/office/powerpoint/2010/main" val="18221749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415" imgH="416" progId="TCLayout.ActiveDocument.1">
                  <p:embed/>
                </p:oleObj>
              </mc:Choice>
              <mc:Fallback>
                <p:oleObj name="think-cell Slide" r:id="rId19" imgW="415" imgH="416" progId="TCLayout.ActiveDocument.1">
                  <p:embed/>
                  <p:pic>
                    <p:nvPicPr>
                      <p:cNvPr id="2" name="think-cell data - do not delete" hidden="1">
                        <a:extLst>
                          <a:ext uri="{FF2B5EF4-FFF2-40B4-BE49-F238E27FC236}">
                            <a16:creationId xmlns:a16="http://schemas.microsoft.com/office/drawing/2014/main" id="{EEFF1143-B8C7-E24B-918C-B31A4AB77BB7}"/>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4" name="Date Placeholder 3">
            <a:extLst>
              <a:ext uri="{FF2B5EF4-FFF2-40B4-BE49-F238E27FC236}">
                <a16:creationId xmlns:a16="http://schemas.microsoft.com/office/drawing/2014/main" id="{9D90631C-8F18-1F80-9250-28A9A9B9E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3CAA2EA1-6880-DFBF-071B-6871600F52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1433BCE-9296-7B0F-2E0C-B8238762AC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A32129-9208-4234-9840-E03E907D16EF}" type="slidenum">
              <a:rPr lang="en-US" smtClean="0"/>
              <a:t>‹#›</a:t>
            </a:fld>
            <a:endParaRPr lang="en-US"/>
          </a:p>
        </p:txBody>
      </p:sp>
    </p:spTree>
    <p:extLst>
      <p:ext uri="{BB962C8B-B14F-4D97-AF65-F5344CB8AC3E}">
        <p14:creationId xmlns:p14="http://schemas.microsoft.com/office/powerpoint/2010/main" val="4067643551"/>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75" r:id="rId3"/>
    <p:sldLayoutId id="2147483660" r:id="rId4"/>
    <p:sldLayoutId id="2147483657" r:id="rId5"/>
    <p:sldLayoutId id="2147483671" r:id="rId6"/>
    <p:sldLayoutId id="2147483658" r:id="rId7"/>
    <p:sldLayoutId id="2147483673" r:id="rId8"/>
    <p:sldLayoutId id="2147483674" r:id="rId9"/>
    <p:sldLayoutId id="2147483672" r:id="rId10"/>
    <p:sldLayoutId id="2147483667" r:id="rId11"/>
    <p:sldLayoutId id="2147483670" r:id="rId12"/>
    <p:sldLayoutId id="2147483665" r:id="rId13"/>
    <p:sldLayoutId id="2147483663" r:id="rId14"/>
    <p:sldLayoutId id="2147483669" r:id="rId15"/>
    <p:sldLayoutId id="2147483676"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40" userDrawn="1">
          <p15:clr>
            <a:srgbClr val="F26B43"/>
          </p15:clr>
        </p15:guide>
        <p15:guide id="4" pos="74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EFF1143-B8C7-E24B-918C-B31A4AB77BB7}"/>
              </a:ext>
            </a:extLst>
          </p:cNvPr>
          <p:cNvGraphicFramePr>
            <a:graphicFrameLocks/>
          </p:cNvGraphicFramePr>
          <p:nvPr userDrawn="1">
            <p:custDataLst>
              <p:tags r:id="rId19"/>
            </p:custDataLst>
            <p:extLst>
              <p:ext uri="{D42A27DB-BD31-4B8C-83A1-F6EECF244321}">
                <p14:modId xmlns:p14="http://schemas.microsoft.com/office/powerpoint/2010/main" val="35865823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415" imgH="416" progId="TCLayout.ActiveDocument.1">
                  <p:embed/>
                </p:oleObj>
              </mc:Choice>
              <mc:Fallback>
                <p:oleObj name="think-cell Slide" r:id="rId20" imgW="415" imgH="416" progId="TCLayout.ActiveDocument.1">
                  <p:embed/>
                  <p:pic>
                    <p:nvPicPr>
                      <p:cNvPr id="2" name="think-cell data - do not delete" hidden="1">
                        <a:extLst>
                          <a:ext uri="{FF2B5EF4-FFF2-40B4-BE49-F238E27FC236}">
                            <a16:creationId xmlns:a16="http://schemas.microsoft.com/office/drawing/2014/main" id="{EEFF1143-B8C7-E24B-918C-B31A4AB77BB7}"/>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4" name="Date Placeholder 3">
            <a:extLst>
              <a:ext uri="{FF2B5EF4-FFF2-40B4-BE49-F238E27FC236}">
                <a16:creationId xmlns:a16="http://schemas.microsoft.com/office/drawing/2014/main" id="{9D90631C-8F18-1F80-9250-28A9A9B9E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3CAA2EA1-6880-DFBF-071B-6871600F52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1433BCE-9296-7B0F-2E0C-B8238762AC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A32129-9208-4234-9840-E03E907D16EF}" type="slidenum">
              <a:rPr lang="en-US" smtClean="0"/>
              <a:t>‹#›</a:t>
            </a:fld>
            <a:endParaRPr lang="en-US"/>
          </a:p>
        </p:txBody>
      </p:sp>
    </p:spTree>
    <p:extLst>
      <p:ext uri="{BB962C8B-B14F-4D97-AF65-F5344CB8AC3E}">
        <p14:creationId xmlns:p14="http://schemas.microsoft.com/office/powerpoint/2010/main" val="44424594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40">
          <p15:clr>
            <a:srgbClr val="F26B43"/>
          </p15:clr>
        </p15:guide>
        <p15:guide id="4" pos="74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7.xml"/><Relationship Id="rId5" Type="http://schemas.openxmlformats.org/officeDocument/2006/relationships/image" Target="../media/image1.emf"/><Relationship Id="rId4" Type="http://schemas.openxmlformats.org/officeDocument/2006/relationships/oleObject" Target="../embeddings/oleObject34.bin"/></Relationships>
</file>

<file path=ppt/slides/_rels/slide2.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notesSlide" Target="../notesSlides/notesSlide2.xml"/><Relationship Id="rId7" Type="http://schemas.openxmlformats.org/officeDocument/2006/relationships/slide" Target="slide4.xml"/><Relationship Id="rId2" Type="http://schemas.openxmlformats.org/officeDocument/2006/relationships/slideLayout" Target="../slideLayouts/slideLayout3.xml"/><Relationship Id="rId1" Type="http://schemas.openxmlformats.org/officeDocument/2006/relationships/tags" Target="../tags/tag38.xml"/><Relationship Id="rId6" Type="http://schemas.openxmlformats.org/officeDocument/2006/relationships/slide" Target="slide3.xml"/><Relationship Id="rId5" Type="http://schemas.openxmlformats.org/officeDocument/2006/relationships/image" Target="../media/image1.emf"/><Relationship Id="rId4" Type="http://schemas.openxmlformats.org/officeDocument/2006/relationships/oleObject" Target="../embeddings/oleObject35.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9.xml"/><Relationship Id="rId6" Type="http://schemas.openxmlformats.org/officeDocument/2006/relationships/hyperlink" Target="https://newrycorp.sharepoint.com/:f:/g/clients/Ev3t5n2-FYZJjgBkUzD_RScBoL5gt_ul33rchq1eE2j1UA" TargetMode="External"/><Relationship Id="rId5" Type="http://schemas.openxmlformats.org/officeDocument/2006/relationships/image" Target="../media/image1.emf"/><Relationship Id="rId4" Type="http://schemas.openxmlformats.org/officeDocument/2006/relationships/oleObject" Target="../embeddings/oleObject36.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0.xml"/><Relationship Id="rId5" Type="http://schemas.openxmlformats.org/officeDocument/2006/relationships/image" Target="../media/image10.emf"/><Relationship Id="rId4" Type="http://schemas.openxmlformats.org/officeDocument/2006/relationships/oleObject" Target="../embeddings/oleObject37.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41.xml"/><Relationship Id="rId5" Type="http://schemas.openxmlformats.org/officeDocument/2006/relationships/image" Target="../media/image1.emf"/><Relationship Id="rId4" Type="http://schemas.openxmlformats.org/officeDocument/2006/relationships/oleObject" Target="../embeddings/oleObject38.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42.xml"/><Relationship Id="rId5" Type="http://schemas.openxmlformats.org/officeDocument/2006/relationships/image" Target="../media/image1.emf"/><Relationship Id="rId4" Type="http://schemas.openxmlformats.org/officeDocument/2006/relationships/oleObject" Target="../embeddings/oleObject39.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43.xml"/><Relationship Id="rId5" Type="http://schemas.openxmlformats.org/officeDocument/2006/relationships/image" Target="../media/image1.emf"/><Relationship Id="rId4" Type="http://schemas.openxmlformats.org/officeDocument/2006/relationships/oleObject" Target="../embeddings/oleObject40.bin"/></Relationships>
</file>

<file path=ppt/slides/_rels/slide8.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18" Type="http://schemas.openxmlformats.org/officeDocument/2006/relationships/chart" Target="../charts/chart1.xml"/><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image" Target="../media/image1.emf"/><Relationship Id="rId2" Type="http://schemas.openxmlformats.org/officeDocument/2006/relationships/tags" Target="../tags/tag45.xml"/><Relationship Id="rId16" Type="http://schemas.openxmlformats.org/officeDocument/2006/relationships/oleObject" Target="../embeddings/oleObject41.bin"/><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5" Type="http://schemas.openxmlformats.org/officeDocument/2006/relationships/tags" Target="../tags/tag48.xml"/><Relationship Id="rId15" Type="http://schemas.openxmlformats.org/officeDocument/2006/relationships/notesSlide" Target="../notesSlides/notesSlide8.xml"/><Relationship Id="rId10" Type="http://schemas.openxmlformats.org/officeDocument/2006/relationships/tags" Target="../tags/tag53.xml"/><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57.xml"/><Relationship Id="rId5" Type="http://schemas.openxmlformats.org/officeDocument/2006/relationships/image" Target="../media/image1.emf"/><Relationship Id="rId4" Type="http://schemas.openxmlformats.org/officeDocument/2006/relationships/oleObject" Target="../embeddings/oleObject42.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58.xml"/><Relationship Id="rId5" Type="http://schemas.openxmlformats.org/officeDocument/2006/relationships/image" Target="../media/image1.emf"/><Relationship Id="rId4" Type="http://schemas.openxmlformats.org/officeDocument/2006/relationships/oleObject" Target="../embeddings/oleObject43.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59.xml"/><Relationship Id="rId5" Type="http://schemas.openxmlformats.org/officeDocument/2006/relationships/image" Target="../media/image1.emf"/><Relationship Id="rId4" Type="http://schemas.openxmlformats.org/officeDocument/2006/relationships/oleObject" Target="../embeddings/oleObject44.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60.xml"/><Relationship Id="rId5" Type="http://schemas.openxmlformats.org/officeDocument/2006/relationships/image" Target="../media/image1.emf"/><Relationship Id="rId4" Type="http://schemas.openxmlformats.org/officeDocument/2006/relationships/oleObject" Target="../embeddings/oleObject45.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61.xml"/><Relationship Id="rId5" Type="http://schemas.openxmlformats.org/officeDocument/2006/relationships/image" Target="../media/image10.emf"/><Relationship Id="rId4" Type="http://schemas.openxmlformats.org/officeDocument/2006/relationships/oleObject" Target="../embeddings/oleObject46.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ags" Target="../tags/tag62.xml"/><Relationship Id="rId6" Type="http://schemas.openxmlformats.org/officeDocument/2006/relationships/image" Target="../media/image14.svg"/><Relationship Id="rId5" Type="http://schemas.openxmlformats.org/officeDocument/2006/relationships/image" Target="../media/image1.emf"/><Relationship Id="rId4" Type="http://schemas.openxmlformats.org/officeDocument/2006/relationships/oleObject" Target="../embeddings/oleObject47.bin"/></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15.xml"/><Relationship Id="rId7" Type="http://schemas.openxmlformats.org/officeDocument/2006/relationships/image" Target="../media/image8.png"/><Relationship Id="rId2" Type="http://schemas.openxmlformats.org/officeDocument/2006/relationships/slideLayout" Target="../slideLayouts/slideLayout14.xml"/><Relationship Id="rId1" Type="http://schemas.openxmlformats.org/officeDocument/2006/relationships/tags" Target="../tags/tag63.xml"/><Relationship Id="rId6" Type="http://schemas.openxmlformats.org/officeDocument/2006/relationships/image" Target="../media/image5.png"/><Relationship Id="rId5" Type="http://schemas.openxmlformats.org/officeDocument/2006/relationships/image" Target="../media/image1.emf"/><Relationship Id="rId10" Type="http://schemas.openxmlformats.org/officeDocument/2006/relationships/image" Target="../media/image13.jpeg"/><Relationship Id="rId4" Type="http://schemas.openxmlformats.org/officeDocument/2006/relationships/oleObject" Target="../embeddings/oleObject45.bin"/><Relationship Id="rId9" Type="http://schemas.openxmlformats.org/officeDocument/2006/relationships/image" Target="../media/image16.jpeg"/></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16.xml"/><Relationship Id="rId7" Type="http://schemas.openxmlformats.org/officeDocument/2006/relationships/image" Target="../media/image18.png"/><Relationship Id="rId2" Type="http://schemas.openxmlformats.org/officeDocument/2006/relationships/slideLayout" Target="../slideLayouts/slideLayout6.xml"/><Relationship Id="rId1" Type="http://schemas.openxmlformats.org/officeDocument/2006/relationships/tags" Target="../tags/tag64.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emf"/><Relationship Id="rId10" Type="http://schemas.openxmlformats.org/officeDocument/2006/relationships/image" Target="../media/image21.png"/><Relationship Id="rId4" Type="http://schemas.openxmlformats.org/officeDocument/2006/relationships/oleObject" Target="../embeddings/oleObject48.bin"/><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17.xml"/><Relationship Id="rId7" Type="http://schemas.openxmlformats.org/officeDocument/2006/relationships/image" Target="../media/image24.png"/><Relationship Id="rId2" Type="http://schemas.openxmlformats.org/officeDocument/2006/relationships/slideLayout" Target="../slideLayouts/slideLayout6.xml"/><Relationship Id="rId1" Type="http://schemas.openxmlformats.org/officeDocument/2006/relationships/tags" Target="../tags/tag65.xml"/><Relationship Id="rId6" Type="http://schemas.openxmlformats.org/officeDocument/2006/relationships/image" Target="../media/image23.png"/><Relationship Id="rId5" Type="http://schemas.openxmlformats.org/officeDocument/2006/relationships/image" Target="../media/image1.emf"/><Relationship Id="rId4" Type="http://schemas.openxmlformats.org/officeDocument/2006/relationships/oleObject" Target="../embeddings/oleObject45.bin"/><Relationship Id="rId9" Type="http://schemas.openxmlformats.org/officeDocument/2006/relationships/image" Target="../media/image26.png"/></Relationships>
</file>

<file path=ppt/slides/_rels/slide1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notesSlide" Target="../notesSlides/notesSlide18.xml"/><Relationship Id="rId7" Type="http://schemas.openxmlformats.org/officeDocument/2006/relationships/image" Target="../media/image28.png"/><Relationship Id="rId2" Type="http://schemas.openxmlformats.org/officeDocument/2006/relationships/slideLayout" Target="../slideLayouts/slideLayout6.xml"/><Relationship Id="rId1" Type="http://schemas.openxmlformats.org/officeDocument/2006/relationships/tags" Target="../tags/tag66.xml"/><Relationship Id="rId6" Type="http://schemas.openxmlformats.org/officeDocument/2006/relationships/image" Target="../media/image27.png"/><Relationship Id="rId5" Type="http://schemas.openxmlformats.org/officeDocument/2006/relationships/image" Target="../media/image1.emf"/><Relationship Id="rId10" Type="http://schemas.openxmlformats.org/officeDocument/2006/relationships/image" Target="../media/image31.png"/><Relationship Id="rId4" Type="http://schemas.openxmlformats.org/officeDocument/2006/relationships/oleObject" Target="../embeddings/oleObject49.bin"/><Relationship Id="rId9" Type="http://schemas.openxmlformats.org/officeDocument/2006/relationships/image" Target="../media/image30.png"/></Relationships>
</file>

<file path=ppt/slides/_rels/slide19.xml.rels><?xml version="1.0" encoding="UTF-8" standalone="yes"?>
<Relationships xmlns="http://schemas.openxmlformats.org/package/2006/relationships"><Relationship Id="rId8" Type="http://schemas.openxmlformats.org/officeDocument/2006/relationships/tags" Target="../tags/tag74.xml"/><Relationship Id="rId13" Type="http://schemas.openxmlformats.org/officeDocument/2006/relationships/tags" Target="../tags/tag79.xml"/><Relationship Id="rId18" Type="http://schemas.openxmlformats.org/officeDocument/2006/relationships/image" Target="../media/image1.emf"/><Relationship Id="rId3" Type="http://schemas.openxmlformats.org/officeDocument/2006/relationships/tags" Target="../tags/tag69.xml"/><Relationship Id="rId7" Type="http://schemas.openxmlformats.org/officeDocument/2006/relationships/tags" Target="../tags/tag73.xml"/><Relationship Id="rId12" Type="http://schemas.openxmlformats.org/officeDocument/2006/relationships/tags" Target="../tags/tag78.xml"/><Relationship Id="rId17" Type="http://schemas.openxmlformats.org/officeDocument/2006/relationships/oleObject" Target="../embeddings/oleObject50.bin"/><Relationship Id="rId2" Type="http://schemas.openxmlformats.org/officeDocument/2006/relationships/tags" Target="../tags/tag68.xml"/><Relationship Id="rId16" Type="http://schemas.openxmlformats.org/officeDocument/2006/relationships/notesSlide" Target="../notesSlides/notesSlide19.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77.xml"/><Relationship Id="rId5" Type="http://schemas.openxmlformats.org/officeDocument/2006/relationships/tags" Target="../tags/tag71.xml"/><Relationship Id="rId15" Type="http://schemas.openxmlformats.org/officeDocument/2006/relationships/slideLayout" Target="../slideLayouts/slideLayout5.xml"/><Relationship Id="rId10" Type="http://schemas.openxmlformats.org/officeDocument/2006/relationships/tags" Target="../tags/tag76.xml"/><Relationship Id="rId19" Type="http://schemas.openxmlformats.org/officeDocument/2006/relationships/chart" Target="../charts/chart2.xml"/><Relationship Id="rId4" Type="http://schemas.openxmlformats.org/officeDocument/2006/relationships/tags" Target="../tags/tag70.xml"/><Relationship Id="rId9" Type="http://schemas.openxmlformats.org/officeDocument/2006/relationships/tags" Target="../tags/tag75.xml"/><Relationship Id="rId14" Type="http://schemas.openxmlformats.org/officeDocument/2006/relationships/tags" Target="../tags/tag80.xml"/></Relationships>
</file>

<file path=ppt/slides/_rels/slide2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notesSlide" Target="../notesSlides/notesSlide20.xml"/><Relationship Id="rId7" Type="http://schemas.openxmlformats.org/officeDocument/2006/relationships/image" Target="../media/image33.png"/><Relationship Id="rId2" Type="http://schemas.openxmlformats.org/officeDocument/2006/relationships/slideLayout" Target="../slideLayouts/slideLayout6.xml"/><Relationship Id="rId1" Type="http://schemas.openxmlformats.org/officeDocument/2006/relationships/tags" Target="../tags/tag81.xml"/><Relationship Id="rId6" Type="http://schemas.openxmlformats.org/officeDocument/2006/relationships/image" Target="../media/image32.png"/><Relationship Id="rId5" Type="http://schemas.openxmlformats.org/officeDocument/2006/relationships/image" Target="../media/image1.emf"/><Relationship Id="rId10" Type="http://schemas.openxmlformats.org/officeDocument/2006/relationships/image" Target="../media/image36.jpeg"/><Relationship Id="rId4" Type="http://schemas.openxmlformats.org/officeDocument/2006/relationships/oleObject" Target="../embeddings/oleObject51.bin"/><Relationship Id="rId9" Type="http://schemas.openxmlformats.org/officeDocument/2006/relationships/image" Target="../media/image35.png"/></Relationships>
</file>

<file path=ppt/slides/_rels/slide21.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slideLayout" Target="../slideLayouts/slideLayout6.xml"/><Relationship Id="rId18" Type="http://schemas.openxmlformats.org/officeDocument/2006/relationships/hyperlink" Target="https://stephanieevergreen.com/harvey-balls/" TargetMode="External"/><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tags" Target="../tags/tag93.xml"/><Relationship Id="rId17" Type="http://schemas.openxmlformats.org/officeDocument/2006/relationships/hyperlink" Target="https://stephanieevergreen.com/interactive-heat-maps/" TargetMode="External"/><Relationship Id="rId2" Type="http://schemas.openxmlformats.org/officeDocument/2006/relationships/tags" Target="../tags/tag83.xml"/><Relationship Id="rId16" Type="http://schemas.openxmlformats.org/officeDocument/2006/relationships/image" Target="../media/image1.emf"/><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5" Type="http://schemas.openxmlformats.org/officeDocument/2006/relationships/tags" Target="../tags/tag86.xml"/><Relationship Id="rId15" Type="http://schemas.openxmlformats.org/officeDocument/2006/relationships/oleObject" Target="../embeddings/oleObject52.bin"/><Relationship Id="rId10" Type="http://schemas.openxmlformats.org/officeDocument/2006/relationships/tags" Target="../tags/tag91.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94.xml"/><Relationship Id="rId5" Type="http://schemas.openxmlformats.org/officeDocument/2006/relationships/image" Target="../media/image1.emf"/><Relationship Id="rId4" Type="http://schemas.openxmlformats.org/officeDocument/2006/relationships/oleObject" Target="../embeddings/oleObject53.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ags" Target="../tags/tag95.xml"/><Relationship Id="rId5" Type="http://schemas.openxmlformats.org/officeDocument/2006/relationships/image" Target="../media/image1.emf"/><Relationship Id="rId4" Type="http://schemas.openxmlformats.org/officeDocument/2006/relationships/oleObject" Target="../embeddings/oleObject54.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96.xml"/><Relationship Id="rId5" Type="http://schemas.openxmlformats.org/officeDocument/2006/relationships/image" Target="../media/image1.emf"/><Relationship Id="rId4" Type="http://schemas.openxmlformats.org/officeDocument/2006/relationships/oleObject" Target="../embeddings/oleObject55.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ags" Target="../tags/tag97.xml"/><Relationship Id="rId5" Type="http://schemas.openxmlformats.org/officeDocument/2006/relationships/image" Target="../media/image1.emf"/><Relationship Id="rId4" Type="http://schemas.openxmlformats.org/officeDocument/2006/relationships/oleObject" Target="../embeddings/oleObject56.bin"/></Relationships>
</file>

<file path=ppt/slides/_rels/slide26.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jpeg"/><Relationship Id="rId18" Type="http://schemas.openxmlformats.org/officeDocument/2006/relationships/image" Target="../media/image53.jpeg"/><Relationship Id="rId3" Type="http://schemas.openxmlformats.org/officeDocument/2006/relationships/image" Target="../media/image38.jpeg"/><Relationship Id="rId21" Type="http://schemas.openxmlformats.org/officeDocument/2006/relationships/image" Target="../media/image56.png"/><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52.jpeg"/><Relationship Id="rId2" Type="http://schemas.openxmlformats.org/officeDocument/2006/relationships/image" Target="../media/image37.jpeg"/><Relationship Id="rId16" Type="http://schemas.openxmlformats.org/officeDocument/2006/relationships/image" Target="../media/image51.jpeg"/><Relationship Id="rId20" Type="http://schemas.openxmlformats.org/officeDocument/2006/relationships/image" Target="../media/image55.png"/><Relationship Id="rId1" Type="http://schemas.openxmlformats.org/officeDocument/2006/relationships/slideLayout" Target="../slideLayouts/slideLayout32.xml"/><Relationship Id="rId6" Type="http://schemas.openxmlformats.org/officeDocument/2006/relationships/image" Target="../media/image41.jpeg"/><Relationship Id="rId11" Type="http://schemas.openxmlformats.org/officeDocument/2006/relationships/image" Target="../media/image46.png"/><Relationship Id="rId24" Type="http://schemas.openxmlformats.org/officeDocument/2006/relationships/image" Target="../media/image59.jpg"/><Relationship Id="rId5" Type="http://schemas.openxmlformats.org/officeDocument/2006/relationships/image" Target="../media/image40.jpeg"/><Relationship Id="rId15" Type="http://schemas.openxmlformats.org/officeDocument/2006/relationships/image" Target="../media/image50.png"/><Relationship Id="rId23" Type="http://schemas.openxmlformats.org/officeDocument/2006/relationships/image" Target="../media/image58.jpg"/><Relationship Id="rId10" Type="http://schemas.openxmlformats.org/officeDocument/2006/relationships/image" Target="../media/image45.png"/><Relationship Id="rId19" Type="http://schemas.openxmlformats.org/officeDocument/2006/relationships/image" Target="../media/image54.png"/><Relationship Id="rId4" Type="http://schemas.openxmlformats.org/officeDocument/2006/relationships/image" Target="../media/image39.jpeg"/><Relationship Id="rId9" Type="http://schemas.openxmlformats.org/officeDocument/2006/relationships/image" Target="../media/image44.png"/><Relationship Id="rId14" Type="http://schemas.openxmlformats.org/officeDocument/2006/relationships/image" Target="../media/image49.jpeg"/><Relationship Id="rId22" Type="http://schemas.openxmlformats.org/officeDocument/2006/relationships/image" Target="../media/image57.jpeg"/></Relationships>
</file>

<file path=ppt/slides/_rels/slide27.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55.png"/><Relationship Id="rId3" Type="http://schemas.openxmlformats.org/officeDocument/2006/relationships/image" Target="../media/image41.jpeg"/><Relationship Id="rId21" Type="http://schemas.openxmlformats.org/officeDocument/2006/relationships/image" Target="../media/image58.jpg"/><Relationship Id="rId7" Type="http://schemas.openxmlformats.org/officeDocument/2006/relationships/image" Target="../media/image44.png"/><Relationship Id="rId12" Type="http://schemas.openxmlformats.org/officeDocument/2006/relationships/image" Target="../media/image49.jpeg"/><Relationship Id="rId17" Type="http://schemas.openxmlformats.org/officeDocument/2006/relationships/image" Target="../media/image54.png"/><Relationship Id="rId2" Type="http://schemas.openxmlformats.org/officeDocument/2006/relationships/image" Target="../media/image40.jpeg"/><Relationship Id="rId16" Type="http://schemas.openxmlformats.org/officeDocument/2006/relationships/image" Target="../media/image53.jpeg"/><Relationship Id="rId20" Type="http://schemas.openxmlformats.org/officeDocument/2006/relationships/image" Target="../media/image57.jpeg"/><Relationship Id="rId1" Type="http://schemas.openxmlformats.org/officeDocument/2006/relationships/slideLayout" Target="../slideLayouts/slideLayout32.xml"/><Relationship Id="rId6" Type="http://schemas.openxmlformats.org/officeDocument/2006/relationships/image" Target="../media/image43.png"/><Relationship Id="rId11" Type="http://schemas.openxmlformats.org/officeDocument/2006/relationships/image" Target="../media/image48.jpeg"/><Relationship Id="rId5" Type="http://schemas.openxmlformats.org/officeDocument/2006/relationships/image" Target="../media/image38.jpeg"/><Relationship Id="rId15" Type="http://schemas.openxmlformats.org/officeDocument/2006/relationships/image" Target="../media/image52.jpeg"/><Relationship Id="rId23" Type="http://schemas.openxmlformats.org/officeDocument/2006/relationships/hyperlink" Target="mailto:afritz@newrycorp.com" TargetMode="External"/><Relationship Id="rId10" Type="http://schemas.openxmlformats.org/officeDocument/2006/relationships/image" Target="../media/image47.png"/><Relationship Id="rId19" Type="http://schemas.openxmlformats.org/officeDocument/2006/relationships/image" Target="../media/image56.png"/><Relationship Id="rId4" Type="http://schemas.openxmlformats.org/officeDocument/2006/relationships/image" Target="../media/image42.png"/><Relationship Id="rId9" Type="http://schemas.openxmlformats.org/officeDocument/2006/relationships/image" Target="../media/image46.png"/><Relationship Id="rId14" Type="http://schemas.openxmlformats.org/officeDocument/2006/relationships/image" Target="../media/image51.jpeg"/><Relationship Id="rId22" Type="http://schemas.openxmlformats.org/officeDocument/2006/relationships/image" Target="../media/image5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9675017-8687-4B35-8C06-35E2020805A3}"/>
              </a:ext>
            </a:extLst>
          </p:cNvPr>
          <p:cNvGraphicFramePr>
            <a:graphicFrameLocks/>
          </p:cNvGraphicFramePr>
          <p:nvPr>
            <p:custDataLst>
              <p:tags r:id="rId1"/>
            </p:custDataLst>
            <p:extLst>
              <p:ext uri="{D42A27DB-BD31-4B8C-83A1-F6EECF244321}">
                <p14:modId xmlns:p14="http://schemas.microsoft.com/office/powerpoint/2010/main" val="29747156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6" name="think-cell data - do not delete" hidden="1">
                        <a:extLst>
                          <a:ext uri="{FF2B5EF4-FFF2-40B4-BE49-F238E27FC236}">
                            <a16:creationId xmlns:a16="http://schemas.microsoft.com/office/drawing/2014/main" id="{59675017-8687-4B35-8C06-35E2020805A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CE6E46-9A39-A28F-216F-447486782CFE}"/>
              </a:ext>
            </a:extLst>
          </p:cNvPr>
          <p:cNvSpPr>
            <a:spLocks noGrp="1"/>
          </p:cNvSpPr>
          <p:nvPr>
            <p:ph type="ctrTitle"/>
          </p:nvPr>
        </p:nvSpPr>
        <p:spPr/>
        <p:txBody>
          <a:bodyPr vert="horz"/>
          <a:lstStyle/>
          <a:p>
            <a:r>
              <a:rPr lang="en-US"/>
              <a:t>Newry Communications</a:t>
            </a:r>
          </a:p>
        </p:txBody>
      </p:sp>
      <p:sp>
        <p:nvSpPr>
          <p:cNvPr id="3" name="Subtitle 2">
            <a:extLst>
              <a:ext uri="{FF2B5EF4-FFF2-40B4-BE49-F238E27FC236}">
                <a16:creationId xmlns:a16="http://schemas.microsoft.com/office/drawing/2014/main" id="{6EE46441-A962-891D-482A-5E6185B85011}"/>
              </a:ext>
            </a:extLst>
          </p:cNvPr>
          <p:cNvSpPr>
            <a:spLocks noGrp="1"/>
          </p:cNvSpPr>
          <p:nvPr>
            <p:ph type="subTitle" idx="1"/>
          </p:nvPr>
        </p:nvSpPr>
        <p:spPr/>
        <p:txBody>
          <a:bodyPr/>
          <a:lstStyle/>
          <a:p>
            <a:r>
              <a:rPr lang="en-US"/>
              <a:t>PowerPoint Template and Style Guide</a:t>
            </a:r>
          </a:p>
        </p:txBody>
      </p:sp>
      <p:sp>
        <p:nvSpPr>
          <p:cNvPr id="4" name="Text Placeholder 3">
            <a:extLst>
              <a:ext uri="{FF2B5EF4-FFF2-40B4-BE49-F238E27FC236}">
                <a16:creationId xmlns:a16="http://schemas.microsoft.com/office/drawing/2014/main" id="{493B67BF-43A7-6291-5913-99CC7086E899}"/>
              </a:ext>
            </a:extLst>
          </p:cNvPr>
          <p:cNvSpPr>
            <a:spLocks noGrp="1"/>
          </p:cNvSpPr>
          <p:nvPr>
            <p:ph type="body" sz="quarter" idx="16"/>
          </p:nvPr>
        </p:nvSpPr>
        <p:spPr/>
        <p:txBody>
          <a:bodyPr/>
          <a:lstStyle/>
          <a:p>
            <a:r>
              <a:rPr lang="en-US"/>
              <a:t>August 2024</a:t>
            </a:r>
          </a:p>
        </p:txBody>
      </p:sp>
    </p:spTree>
    <p:extLst>
      <p:ext uri="{BB962C8B-B14F-4D97-AF65-F5344CB8AC3E}">
        <p14:creationId xmlns:p14="http://schemas.microsoft.com/office/powerpoint/2010/main" val="3979358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B0027C7-D91C-5187-1091-7D411AA2CFC1}"/>
              </a:ext>
            </a:extLst>
          </p:cNvPr>
          <p:cNvGraphicFramePr>
            <a:graphicFrameLocks noChangeAspect="1"/>
          </p:cNvGraphicFramePr>
          <p:nvPr>
            <p:custDataLst>
              <p:tags r:id="rId1"/>
            </p:custDataLst>
            <p:extLst>
              <p:ext uri="{D42A27DB-BD31-4B8C-83A1-F6EECF244321}">
                <p14:modId xmlns:p14="http://schemas.microsoft.com/office/powerpoint/2010/main" val="15956868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6" name="think-cell data - do not delete" hidden="1">
                        <a:extLst>
                          <a:ext uri="{FF2B5EF4-FFF2-40B4-BE49-F238E27FC236}">
                            <a16:creationId xmlns:a16="http://schemas.microsoft.com/office/drawing/2014/main" id="{5B0027C7-D91C-5187-1091-7D411AA2CFC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166EE8BE-3754-B80A-D7ED-AE634537BDFF}"/>
              </a:ext>
            </a:extLst>
          </p:cNvPr>
          <p:cNvSpPr>
            <a:spLocks noGrp="1"/>
          </p:cNvSpPr>
          <p:nvPr>
            <p:ph type="sldNum" sz="quarter" idx="12"/>
          </p:nvPr>
        </p:nvSpPr>
        <p:spPr/>
        <p:txBody>
          <a:bodyPr/>
          <a:lstStyle/>
          <a:p>
            <a:fld id="{84D58D1B-E4CD-4092-A64A-067BEFC75A17}" type="slidenum">
              <a:rPr lang="en-US" smtClean="0"/>
              <a:pPr/>
              <a:t>2</a:t>
            </a:fld>
            <a:endParaRPr lang="en-US"/>
          </a:p>
        </p:txBody>
      </p:sp>
      <p:sp>
        <p:nvSpPr>
          <p:cNvPr id="4" name="Title 3">
            <a:extLst>
              <a:ext uri="{FF2B5EF4-FFF2-40B4-BE49-F238E27FC236}">
                <a16:creationId xmlns:a16="http://schemas.microsoft.com/office/drawing/2014/main" id="{B1FAF2B8-CA1A-271B-62C9-9E5086B6630F}"/>
              </a:ext>
            </a:extLst>
          </p:cNvPr>
          <p:cNvSpPr>
            <a:spLocks noGrp="1"/>
          </p:cNvSpPr>
          <p:nvPr>
            <p:ph type="title"/>
          </p:nvPr>
        </p:nvSpPr>
        <p:spPr/>
        <p:txBody>
          <a:bodyPr vert="horz"/>
          <a:lstStyle/>
          <a:p>
            <a:r>
              <a:rPr lang="en-US"/>
              <a:t>Table of Contents</a:t>
            </a:r>
          </a:p>
        </p:txBody>
      </p:sp>
      <p:graphicFrame>
        <p:nvGraphicFramePr>
          <p:cNvPr id="7" name="Table 6">
            <a:extLst>
              <a:ext uri="{FF2B5EF4-FFF2-40B4-BE49-F238E27FC236}">
                <a16:creationId xmlns:a16="http://schemas.microsoft.com/office/drawing/2014/main" id="{D22A0A47-A21E-627F-A67C-2C8AE62CC2BB}"/>
              </a:ext>
            </a:extLst>
          </p:cNvPr>
          <p:cNvGraphicFramePr>
            <a:graphicFrameLocks noGrp="1"/>
          </p:cNvGraphicFramePr>
          <p:nvPr>
            <p:extLst>
              <p:ext uri="{D42A27DB-BD31-4B8C-83A1-F6EECF244321}">
                <p14:modId xmlns:p14="http://schemas.microsoft.com/office/powerpoint/2010/main" val="4236227643"/>
              </p:ext>
            </p:extLst>
          </p:nvPr>
        </p:nvGraphicFramePr>
        <p:xfrm>
          <a:off x="4848446" y="1733107"/>
          <a:ext cx="6962554" cy="2055628"/>
        </p:xfrm>
        <a:graphic>
          <a:graphicData uri="http://schemas.openxmlformats.org/drawingml/2006/table">
            <a:tbl>
              <a:tblPr firstRow="1" bandRow="1">
                <a:tableStyleId>{5940675A-B579-460E-94D1-54222C63F5DA}</a:tableStyleId>
              </a:tblPr>
              <a:tblGrid>
                <a:gridCol w="6113721">
                  <a:extLst>
                    <a:ext uri="{9D8B030D-6E8A-4147-A177-3AD203B41FA5}">
                      <a16:colId xmlns:a16="http://schemas.microsoft.com/office/drawing/2014/main" val="3864840086"/>
                    </a:ext>
                  </a:extLst>
                </a:gridCol>
                <a:gridCol w="848833">
                  <a:extLst>
                    <a:ext uri="{9D8B030D-6E8A-4147-A177-3AD203B41FA5}">
                      <a16:colId xmlns:a16="http://schemas.microsoft.com/office/drawing/2014/main" val="1273501611"/>
                    </a:ext>
                  </a:extLst>
                </a:gridCol>
              </a:tblGrid>
              <a:tr h="513907">
                <a:tc>
                  <a:txBody>
                    <a:bodyPr/>
                    <a:lstStyle/>
                    <a:p>
                      <a:pPr marL="0" indent="0">
                        <a:buFont typeface="Arial" panose="020B0604020202020204" pitchFamily="34" charset="0"/>
                        <a:buNone/>
                      </a:pPr>
                      <a:r>
                        <a:rPr lang="en-US" b="1" u="sng"/>
                        <a:t>Section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b="1" u="sng"/>
                        <a:t>Page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35507978"/>
                  </a:ext>
                </a:extLst>
              </a:tr>
              <a:tr h="513907">
                <a:tc>
                  <a:txBody>
                    <a:bodyPr/>
                    <a:lstStyle/>
                    <a:p>
                      <a:pPr marL="285750" indent="-285750">
                        <a:buFont typeface="Arial" panose="020B0604020202020204" pitchFamily="34" charset="0"/>
                        <a:buChar char="•"/>
                      </a:pPr>
                      <a:r>
                        <a:rPr lang="en-US" sz="1800"/>
                        <a:t>Document Creation and File Management Best Practices</a:t>
                      </a:r>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hlinkClick r:id="rId6" action="ppaction://hlinksldjump"/>
                        </a:rPr>
                        <a:t>3</a:t>
                      </a:r>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97131732"/>
                  </a:ext>
                </a:extLst>
              </a:tr>
              <a:tr h="513907">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a:t>Newry Slide Templates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hlinkClick r:id="rId7" action="ppaction://hlinksldjump"/>
                        </a:rPr>
                        <a:t>4</a:t>
                      </a:r>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25617641"/>
                  </a:ext>
                </a:extLst>
              </a:tr>
              <a:tr h="513907">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a:t>Newry Style Guide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hlinkClick r:id="rId8" action="ppaction://hlinksldjump"/>
                        </a:rPr>
                        <a:t>14</a:t>
                      </a:r>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82014096"/>
                  </a:ext>
                </a:extLst>
              </a:tr>
            </a:tbl>
          </a:graphicData>
        </a:graphic>
      </p:graphicFrame>
    </p:spTree>
    <p:extLst>
      <p:ext uri="{BB962C8B-B14F-4D97-AF65-F5344CB8AC3E}">
        <p14:creationId xmlns:p14="http://schemas.microsoft.com/office/powerpoint/2010/main" val="626201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B0794CA-5E3D-B131-ACCA-5A23971C951B}"/>
              </a:ext>
            </a:extLst>
          </p:cNvPr>
          <p:cNvGraphicFramePr>
            <a:graphicFrameLocks noChangeAspect="1"/>
          </p:cNvGraphicFramePr>
          <p:nvPr>
            <p:custDataLst>
              <p:tags r:id="rId1"/>
            </p:custDataLst>
            <p:extLst>
              <p:ext uri="{D42A27DB-BD31-4B8C-83A1-F6EECF244321}">
                <p14:modId xmlns:p14="http://schemas.microsoft.com/office/powerpoint/2010/main" val="25970831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 name="think-cell data - do not delete" hidden="1">
                        <a:extLst>
                          <a:ext uri="{FF2B5EF4-FFF2-40B4-BE49-F238E27FC236}">
                            <a16:creationId xmlns:a16="http://schemas.microsoft.com/office/drawing/2014/main" id="{2B0794CA-5E3D-B131-ACCA-5A23971C951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1870D8F-A1A7-54FD-16BD-0E18310B7361}"/>
              </a:ext>
            </a:extLst>
          </p:cNvPr>
          <p:cNvSpPr>
            <a:spLocks noGrp="1"/>
          </p:cNvSpPr>
          <p:nvPr>
            <p:ph type="title"/>
          </p:nvPr>
        </p:nvSpPr>
        <p:spPr/>
        <p:txBody>
          <a:bodyPr vert="horz"/>
          <a:lstStyle/>
          <a:p>
            <a:r>
              <a:rPr lang="en-US"/>
              <a:t>Document Creation and File Management</a:t>
            </a:r>
          </a:p>
        </p:txBody>
      </p:sp>
      <p:sp>
        <p:nvSpPr>
          <p:cNvPr id="3" name="Text Placeholder 2">
            <a:extLst>
              <a:ext uri="{FF2B5EF4-FFF2-40B4-BE49-F238E27FC236}">
                <a16:creationId xmlns:a16="http://schemas.microsoft.com/office/drawing/2014/main" id="{E34F21E8-A0C1-349A-FB99-96F0E607A146}"/>
              </a:ext>
            </a:extLst>
          </p:cNvPr>
          <p:cNvSpPr>
            <a:spLocks noGrp="1"/>
          </p:cNvSpPr>
          <p:nvPr>
            <p:ph type="body" sz="quarter" idx="16"/>
          </p:nvPr>
        </p:nvSpPr>
        <p:spPr/>
        <p:txBody>
          <a:bodyPr/>
          <a:lstStyle/>
          <a:p>
            <a:pPr marL="0" indent="0">
              <a:spcBef>
                <a:spcPts val="1200"/>
              </a:spcBef>
              <a:buNone/>
            </a:pPr>
            <a:r>
              <a:rPr lang="en-US" sz="1800" b="1">
                <a:solidFill>
                  <a:schemeClr val="accent2"/>
                </a:solidFill>
              </a:rPr>
              <a:t>BEST PRACTICES</a:t>
            </a:r>
          </a:p>
          <a:p>
            <a:pPr>
              <a:spcBef>
                <a:spcPts val="1200"/>
              </a:spcBef>
            </a:pPr>
            <a:r>
              <a:rPr lang="en-US" sz="1800"/>
              <a:t>Use standard file naming conventions: YEAR.MM.DD [Client Name] [Project Name] [Update Name] [STATUS] [</a:t>
            </a:r>
            <a:r>
              <a:rPr lang="en-US" sz="1800" err="1"/>
              <a:t>vX</a:t>
            </a:r>
            <a:r>
              <a:rPr lang="en-US" sz="1800"/>
              <a:t>] (e.g., 2022.05.11 Corning CPO Interim Update DRAFT v2 or 2022.07.07 Albemarle REEP Final Update FINAL)​</a:t>
            </a:r>
          </a:p>
          <a:p>
            <a:pPr>
              <a:spcBef>
                <a:spcPts val="1200"/>
              </a:spcBef>
            </a:pPr>
            <a:r>
              <a:rPr lang="en-US" sz="1800"/>
              <a:t>Create a new live link to the draft document for each client update (stored in the “Drafts” sub-folder) and use that link to collaboratively rough out the storyline and create slides; when the document is ready to be edited (or any time major revisions are anticipated), save a copy of the presentation and rename it to the next version  ​</a:t>
            </a:r>
          </a:p>
          <a:p>
            <a:pPr>
              <a:spcBef>
                <a:spcPts val="1200"/>
              </a:spcBef>
            </a:pPr>
            <a:r>
              <a:rPr lang="en-US" sz="1800"/>
              <a:t>Include an “Archive” section at the back of your draft documents; move old versions of slides to this section instead of deleting them​</a:t>
            </a:r>
          </a:p>
          <a:p>
            <a:pPr>
              <a:spcBef>
                <a:spcPts val="1200"/>
              </a:spcBef>
            </a:pPr>
            <a:r>
              <a:rPr lang="en-US" sz="1800"/>
              <a:t>When the final version of the update deck is ready, save it in the “Newry Presentations” folder, delete the “Archive” section, and update the) footer across the document using standard conventions: [Date of Update] [Client Name] [Project Name] [Update Name] (e.g., 2021.06.24 Gore Medical OEM Venting Final Update)</a:t>
            </a:r>
          </a:p>
          <a:p>
            <a:pPr>
              <a:spcBef>
                <a:spcPts val="1200"/>
              </a:spcBef>
            </a:pPr>
            <a:r>
              <a:rPr lang="en-US"/>
              <a:t>When sharing a document with a client, send as a PDF</a:t>
            </a:r>
            <a:endParaRPr lang="en-US" sz="1800"/>
          </a:p>
          <a:p>
            <a:endParaRPr lang="en-US"/>
          </a:p>
        </p:txBody>
      </p:sp>
      <p:sp>
        <p:nvSpPr>
          <p:cNvPr id="4" name="Slide Number Placeholder 3">
            <a:extLst>
              <a:ext uri="{FF2B5EF4-FFF2-40B4-BE49-F238E27FC236}">
                <a16:creationId xmlns:a16="http://schemas.microsoft.com/office/drawing/2014/main" id="{885245D4-AC2E-7452-CB99-7D28ADFF28D4}"/>
              </a:ext>
            </a:extLst>
          </p:cNvPr>
          <p:cNvSpPr>
            <a:spLocks noGrp="1"/>
          </p:cNvSpPr>
          <p:nvPr>
            <p:ph type="sldNum" sz="quarter" idx="12"/>
          </p:nvPr>
        </p:nvSpPr>
        <p:spPr/>
        <p:txBody>
          <a:bodyPr/>
          <a:lstStyle/>
          <a:p>
            <a:fld id="{84D58D1B-E4CD-4092-A64A-067BEFC75A17}" type="slidenum">
              <a:rPr lang="en-US" smtClean="0"/>
              <a:pPr/>
              <a:t>3</a:t>
            </a:fld>
            <a:endParaRPr lang="en-US"/>
          </a:p>
        </p:txBody>
      </p:sp>
      <p:sp>
        <p:nvSpPr>
          <p:cNvPr id="6" name="Rectangle 5">
            <a:extLst>
              <a:ext uri="{FF2B5EF4-FFF2-40B4-BE49-F238E27FC236}">
                <a16:creationId xmlns:a16="http://schemas.microsoft.com/office/drawing/2014/main" id="{5CE312D5-6D85-1CDD-CE8B-408C6F3E237A}"/>
              </a:ext>
            </a:extLst>
          </p:cNvPr>
          <p:cNvSpPr/>
          <p:nvPr/>
        </p:nvSpPr>
        <p:spPr>
          <a:xfrm>
            <a:off x="377687" y="5627455"/>
            <a:ext cx="11419078" cy="622005"/>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rgbClr val="000000"/>
                </a:solidFill>
              </a:rPr>
              <a:t>Additional templates and sources of inspiration can be found in the </a:t>
            </a:r>
            <a:r>
              <a:rPr lang="en-US">
                <a:solidFill>
                  <a:schemeClr val="accent4"/>
                </a:solidFill>
                <a:hlinkClick r:id="rId6">
                  <a:extLst>
                    <a:ext uri="{A12FA001-AC4F-418D-AE19-62706E023703}">
                      <ahyp:hlinkClr xmlns:ahyp="http://schemas.microsoft.com/office/drawing/2018/hyperlinkcolor" val="tx"/>
                    </a:ext>
                  </a:extLst>
                </a:hlinkClick>
              </a:rPr>
              <a:t>Hero Slide Deck </a:t>
            </a:r>
            <a:endParaRPr lang="en-US">
              <a:solidFill>
                <a:schemeClr val="accent4"/>
              </a:solidFill>
            </a:endParaRPr>
          </a:p>
        </p:txBody>
      </p:sp>
    </p:spTree>
    <p:extLst>
      <p:ext uri="{BB962C8B-B14F-4D97-AF65-F5344CB8AC3E}">
        <p14:creationId xmlns:p14="http://schemas.microsoft.com/office/powerpoint/2010/main" val="1630292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2D5335E-89F1-90E5-57B7-7802602E4761}"/>
              </a:ext>
            </a:extLst>
          </p:cNvPr>
          <p:cNvGraphicFramePr>
            <a:graphicFrameLocks noChangeAspect="1"/>
          </p:cNvGraphicFramePr>
          <p:nvPr>
            <p:custDataLst>
              <p:tags r:id="rId1"/>
            </p:custDataLst>
            <p:extLst>
              <p:ext uri="{D42A27DB-BD31-4B8C-83A1-F6EECF244321}">
                <p14:modId xmlns:p14="http://schemas.microsoft.com/office/powerpoint/2010/main" val="181647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5" imgH="484" progId="TCLayout.ActiveDocument.1">
                  <p:embed/>
                </p:oleObj>
              </mc:Choice>
              <mc:Fallback>
                <p:oleObj name="think-cell Slide" r:id="rId4" imgW="495" imgH="484" progId="TCLayout.ActiveDocument.1">
                  <p:embed/>
                  <p:pic>
                    <p:nvPicPr>
                      <p:cNvPr id="3" name="think-cell data - do not delete" hidden="1">
                        <a:extLst>
                          <a:ext uri="{FF2B5EF4-FFF2-40B4-BE49-F238E27FC236}">
                            <a16:creationId xmlns:a16="http://schemas.microsoft.com/office/drawing/2014/main" id="{92D5335E-89F1-90E5-57B7-7802602E476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Subtitle 1">
            <a:extLst>
              <a:ext uri="{FF2B5EF4-FFF2-40B4-BE49-F238E27FC236}">
                <a16:creationId xmlns:a16="http://schemas.microsoft.com/office/drawing/2014/main" id="{A085C9D8-F441-4C0E-2DE1-6C3BE0FDABD1}"/>
              </a:ext>
            </a:extLst>
          </p:cNvPr>
          <p:cNvSpPr>
            <a:spLocks noGrp="1"/>
          </p:cNvSpPr>
          <p:nvPr>
            <p:ph type="subTitle" idx="1"/>
          </p:nvPr>
        </p:nvSpPr>
        <p:spPr/>
        <p:txBody>
          <a:bodyPr/>
          <a:lstStyle/>
          <a:p>
            <a:r>
              <a:rPr lang="en-US"/>
              <a:t>Slide Templates</a:t>
            </a:r>
          </a:p>
        </p:txBody>
      </p:sp>
    </p:spTree>
    <p:extLst>
      <p:ext uri="{BB962C8B-B14F-4D97-AF65-F5344CB8AC3E}">
        <p14:creationId xmlns:p14="http://schemas.microsoft.com/office/powerpoint/2010/main" val="2545992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07B34D7-C4EC-C209-7E72-D0A25509F2F0}"/>
              </a:ext>
            </a:extLst>
          </p:cNvPr>
          <p:cNvGraphicFramePr>
            <a:graphicFrameLocks noChangeAspect="1"/>
          </p:cNvGraphicFramePr>
          <p:nvPr>
            <p:custDataLst>
              <p:tags r:id="rId1"/>
            </p:custDataLst>
            <p:extLst>
              <p:ext uri="{D42A27DB-BD31-4B8C-83A1-F6EECF244321}">
                <p14:modId xmlns:p14="http://schemas.microsoft.com/office/powerpoint/2010/main" val="2253940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9" name="think-cell data - do not delete" hidden="1">
                        <a:extLst>
                          <a:ext uri="{FF2B5EF4-FFF2-40B4-BE49-F238E27FC236}">
                            <a16:creationId xmlns:a16="http://schemas.microsoft.com/office/drawing/2014/main" id="{407B34D7-C4EC-C209-7E72-D0A25509F2F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45E38C1-DF53-EAF8-459B-82F5EB0B7117}"/>
              </a:ext>
            </a:extLst>
          </p:cNvPr>
          <p:cNvSpPr>
            <a:spLocks noGrp="1"/>
          </p:cNvSpPr>
          <p:nvPr>
            <p:ph type="title"/>
          </p:nvPr>
        </p:nvSpPr>
        <p:spPr/>
        <p:txBody>
          <a:bodyPr vert="horz"/>
          <a:lstStyle/>
          <a:p>
            <a:r>
              <a:rPr lang="en-US"/>
              <a:t>Background and Objectives</a:t>
            </a:r>
          </a:p>
        </p:txBody>
      </p:sp>
      <p:sp>
        <p:nvSpPr>
          <p:cNvPr id="3" name="Slide Number Placeholder 2">
            <a:extLst>
              <a:ext uri="{FF2B5EF4-FFF2-40B4-BE49-F238E27FC236}">
                <a16:creationId xmlns:a16="http://schemas.microsoft.com/office/drawing/2014/main" id="{895218B8-04BA-FCDF-FEFD-779290FD2221}"/>
              </a:ext>
            </a:extLst>
          </p:cNvPr>
          <p:cNvSpPr>
            <a:spLocks noGrp="1"/>
          </p:cNvSpPr>
          <p:nvPr>
            <p:ph type="sldNum" sz="quarter" idx="12"/>
          </p:nvPr>
        </p:nvSpPr>
        <p:spPr/>
        <p:txBody>
          <a:bodyPr/>
          <a:lstStyle/>
          <a:p>
            <a:fld id="{84D58D1B-E4CD-4092-A64A-067BEFC75A17}" type="slidenum">
              <a:rPr lang="en-US" smtClean="0"/>
              <a:pPr/>
              <a:t>5</a:t>
            </a:fld>
            <a:endParaRPr lang="en-US"/>
          </a:p>
        </p:txBody>
      </p:sp>
      <p:sp>
        <p:nvSpPr>
          <p:cNvPr id="4" name="Text Placeholder 3">
            <a:extLst>
              <a:ext uri="{FF2B5EF4-FFF2-40B4-BE49-F238E27FC236}">
                <a16:creationId xmlns:a16="http://schemas.microsoft.com/office/drawing/2014/main" id="{77EF6F82-4FA3-3638-D122-072C15F7B02D}"/>
              </a:ext>
            </a:extLst>
          </p:cNvPr>
          <p:cNvSpPr>
            <a:spLocks noGrp="1"/>
          </p:cNvSpPr>
          <p:nvPr>
            <p:ph type="body" sz="quarter" idx="16"/>
          </p:nvPr>
        </p:nvSpPr>
        <p:spPr/>
        <p:txBody>
          <a:bodyPr/>
          <a:lstStyle/>
          <a:p>
            <a:endParaRPr lang="en-US"/>
          </a:p>
        </p:txBody>
      </p:sp>
      <p:sp>
        <p:nvSpPr>
          <p:cNvPr id="5" name="Text Placeholder 4">
            <a:extLst>
              <a:ext uri="{FF2B5EF4-FFF2-40B4-BE49-F238E27FC236}">
                <a16:creationId xmlns:a16="http://schemas.microsoft.com/office/drawing/2014/main" id="{F81FA125-AE07-0B3C-D69E-C38D33B94E94}"/>
              </a:ext>
            </a:extLst>
          </p:cNvPr>
          <p:cNvSpPr>
            <a:spLocks noGrp="1"/>
          </p:cNvSpPr>
          <p:nvPr>
            <p:ph type="body" sz="quarter" idx="17"/>
          </p:nvPr>
        </p:nvSpPr>
        <p:spPr/>
        <p:txBody>
          <a:bodyPr/>
          <a:lstStyle/>
          <a:p>
            <a:endParaRPr lang="en-US"/>
          </a:p>
        </p:txBody>
      </p:sp>
      <p:sp>
        <p:nvSpPr>
          <p:cNvPr id="6" name="Text Placeholder 5">
            <a:extLst>
              <a:ext uri="{FF2B5EF4-FFF2-40B4-BE49-F238E27FC236}">
                <a16:creationId xmlns:a16="http://schemas.microsoft.com/office/drawing/2014/main" id="{B9D21AC5-128F-D611-424C-CA9F36B59A60}"/>
              </a:ext>
            </a:extLst>
          </p:cNvPr>
          <p:cNvSpPr>
            <a:spLocks noGrp="1"/>
          </p:cNvSpPr>
          <p:nvPr>
            <p:ph type="body" sz="quarter" idx="18"/>
          </p:nvPr>
        </p:nvSpPr>
        <p:spPr/>
        <p:txBody>
          <a:bodyPr/>
          <a:lstStyle/>
          <a:p>
            <a:endParaRPr lang="en-US"/>
          </a:p>
        </p:txBody>
      </p:sp>
      <p:sp>
        <p:nvSpPr>
          <p:cNvPr id="7" name="Text Placeholder 6">
            <a:extLst>
              <a:ext uri="{FF2B5EF4-FFF2-40B4-BE49-F238E27FC236}">
                <a16:creationId xmlns:a16="http://schemas.microsoft.com/office/drawing/2014/main" id="{9490F7C4-A2EB-CE09-8E56-7C3AB320A0B3}"/>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1746142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0694365-51A9-4C45-58D2-2CDE1CFF3DAF}"/>
              </a:ext>
            </a:extLst>
          </p:cNvPr>
          <p:cNvGraphicFramePr>
            <a:graphicFrameLocks noChangeAspect="1"/>
          </p:cNvGraphicFramePr>
          <p:nvPr>
            <p:custDataLst>
              <p:tags r:id="rId1"/>
            </p:custDataLst>
            <p:extLst>
              <p:ext uri="{D42A27DB-BD31-4B8C-83A1-F6EECF244321}">
                <p14:modId xmlns:p14="http://schemas.microsoft.com/office/powerpoint/2010/main" val="1991987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 name="think-cell data - do not delete" hidden="1">
                        <a:extLst>
                          <a:ext uri="{FF2B5EF4-FFF2-40B4-BE49-F238E27FC236}">
                            <a16:creationId xmlns:a16="http://schemas.microsoft.com/office/drawing/2014/main" id="{50694365-51A9-4C45-58D2-2CDE1CFF3DA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92FCC28-CD36-E2D4-CC42-5DA94CCD79F5}"/>
              </a:ext>
            </a:extLst>
          </p:cNvPr>
          <p:cNvSpPr>
            <a:spLocks noGrp="1"/>
          </p:cNvSpPr>
          <p:nvPr>
            <p:ph type="title"/>
          </p:nvPr>
        </p:nvSpPr>
        <p:spPr>
          <a:xfrm>
            <a:off x="380999" y="85038"/>
            <a:ext cx="11415766" cy="849910"/>
          </a:xfrm>
        </p:spPr>
        <p:txBody>
          <a:bodyPr vert="horz"/>
          <a:lstStyle/>
          <a:p>
            <a:r>
              <a:rPr lang="en-US"/>
              <a:t>Interview Slide</a:t>
            </a:r>
          </a:p>
        </p:txBody>
      </p:sp>
      <p:sp>
        <p:nvSpPr>
          <p:cNvPr id="3" name="Text Placeholder 2">
            <a:extLst>
              <a:ext uri="{FF2B5EF4-FFF2-40B4-BE49-F238E27FC236}">
                <a16:creationId xmlns:a16="http://schemas.microsoft.com/office/drawing/2014/main" id="{BF1110AC-343C-6269-5702-915EB80FB528}"/>
              </a:ext>
            </a:extLst>
          </p:cNvPr>
          <p:cNvSpPr>
            <a:spLocks noGrp="1"/>
          </p:cNvSpPr>
          <p:nvPr>
            <p:ph type="body" sz="quarter" idx="16"/>
          </p:nvPr>
        </p:nvSpPr>
        <p:spPr>
          <a:xfrm>
            <a:off x="391924" y="1127096"/>
            <a:ext cx="1671830" cy="391314"/>
          </a:xfrm>
        </p:spPr>
        <p:txBody>
          <a:bodyPr/>
          <a:lstStyle/>
          <a:p>
            <a:pPr marL="0" indent="0">
              <a:buNone/>
            </a:pPr>
            <a:r>
              <a:rPr lang="en-US" b="1">
                <a:solidFill>
                  <a:schemeClr val="accent2"/>
                </a:solidFill>
              </a:rPr>
              <a:t>INTERVIEWS</a:t>
            </a:r>
          </a:p>
        </p:txBody>
      </p:sp>
      <p:sp>
        <p:nvSpPr>
          <p:cNvPr id="4" name="Slide Number Placeholder 3">
            <a:extLst>
              <a:ext uri="{FF2B5EF4-FFF2-40B4-BE49-F238E27FC236}">
                <a16:creationId xmlns:a16="http://schemas.microsoft.com/office/drawing/2014/main" id="{B6647188-BC1D-ACC8-3269-10EBFDB87D4A}"/>
              </a:ext>
            </a:extLst>
          </p:cNvPr>
          <p:cNvSpPr>
            <a:spLocks noGrp="1"/>
          </p:cNvSpPr>
          <p:nvPr>
            <p:ph type="sldNum" sz="quarter" idx="12"/>
          </p:nvPr>
        </p:nvSpPr>
        <p:spPr/>
        <p:txBody>
          <a:bodyPr/>
          <a:lstStyle/>
          <a:p>
            <a:fld id="{84D58D1B-E4CD-4092-A64A-067BEFC75A17}" type="slidenum">
              <a:rPr lang="en-US" smtClean="0"/>
              <a:pPr/>
              <a:t>6</a:t>
            </a:fld>
            <a:endParaRPr lang="en-US"/>
          </a:p>
        </p:txBody>
      </p:sp>
      <p:graphicFrame>
        <p:nvGraphicFramePr>
          <p:cNvPr id="6" name="Table 5">
            <a:extLst>
              <a:ext uri="{FF2B5EF4-FFF2-40B4-BE49-F238E27FC236}">
                <a16:creationId xmlns:a16="http://schemas.microsoft.com/office/drawing/2014/main" id="{821AF283-B075-1F05-A2BC-ADC0D0816CB3}"/>
              </a:ext>
            </a:extLst>
          </p:cNvPr>
          <p:cNvGraphicFramePr>
            <a:graphicFrameLocks noGrp="1"/>
          </p:cNvGraphicFramePr>
          <p:nvPr>
            <p:extLst>
              <p:ext uri="{D42A27DB-BD31-4B8C-83A1-F6EECF244321}">
                <p14:modId xmlns:p14="http://schemas.microsoft.com/office/powerpoint/2010/main" val="2525223298"/>
              </p:ext>
            </p:extLst>
          </p:nvPr>
        </p:nvGraphicFramePr>
        <p:xfrm>
          <a:off x="391923" y="1597037"/>
          <a:ext cx="11419077" cy="4177096"/>
        </p:xfrm>
        <a:graphic>
          <a:graphicData uri="http://schemas.openxmlformats.org/drawingml/2006/table">
            <a:tbl>
              <a:tblPr firstRow="1" bandRow="1">
                <a:tableStyleId>{5DA37D80-6434-44D0-A028-1B22A696006F}</a:tableStyleId>
              </a:tblPr>
              <a:tblGrid>
                <a:gridCol w="3806359">
                  <a:extLst>
                    <a:ext uri="{9D8B030D-6E8A-4147-A177-3AD203B41FA5}">
                      <a16:colId xmlns:a16="http://schemas.microsoft.com/office/drawing/2014/main" val="3952963267"/>
                    </a:ext>
                  </a:extLst>
                </a:gridCol>
                <a:gridCol w="3806359">
                  <a:extLst>
                    <a:ext uri="{9D8B030D-6E8A-4147-A177-3AD203B41FA5}">
                      <a16:colId xmlns:a16="http://schemas.microsoft.com/office/drawing/2014/main" val="1079729043"/>
                    </a:ext>
                  </a:extLst>
                </a:gridCol>
                <a:gridCol w="3806359">
                  <a:extLst>
                    <a:ext uri="{9D8B030D-6E8A-4147-A177-3AD203B41FA5}">
                      <a16:colId xmlns:a16="http://schemas.microsoft.com/office/drawing/2014/main" val="111648277"/>
                    </a:ext>
                  </a:extLst>
                </a:gridCol>
              </a:tblGrid>
              <a:tr h="379736">
                <a:tc>
                  <a:txBody>
                    <a:bodyPr/>
                    <a:lstStyle/>
                    <a:p>
                      <a:r>
                        <a:rPr lang="en-US" sz="1600"/>
                        <a:t>Name</a:t>
                      </a:r>
                    </a:p>
                  </a:txBody>
                  <a:tcPr/>
                </a:tc>
                <a:tc>
                  <a:txBody>
                    <a:bodyPr/>
                    <a:lstStyle/>
                    <a:p>
                      <a:r>
                        <a:rPr lang="en-US" sz="1600"/>
                        <a:t>Title</a:t>
                      </a:r>
                    </a:p>
                  </a:txBody>
                  <a:tcPr/>
                </a:tc>
                <a:tc>
                  <a:txBody>
                    <a:bodyPr/>
                    <a:lstStyle/>
                    <a:p>
                      <a:r>
                        <a:rPr lang="en-US" sz="1600"/>
                        <a:t>Organization</a:t>
                      </a:r>
                    </a:p>
                  </a:txBody>
                  <a:tcPr/>
                </a:tc>
                <a:extLst>
                  <a:ext uri="{0D108BD9-81ED-4DB2-BD59-A6C34878D82A}">
                    <a16:rowId xmlns:a16="http://schemas.microsoft.com/office/drawing/2014/main" val="2573386572"/>
                  </a:ext>
                </a:extLst>
              </a:tr>
              <a:tr h="379736">
                <a:tc>
                  <a:txBody>
                    <a:bodyPr/>
                    <a:lstStyle/>
                    <a:p>
                      <a:endParaRPr lang="en-US" sz="1600"/>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967024617"/>
                  </a:ext>
                </a:extLst>
              </a:tr>
              <a:tr h="379736">
                <a:tc>
                  <a:txBody>
                    <a:bodyPr/>
                    <a:lstStyle/>
                    <a:p>
                      <a:endParaRPr lang="en-US" sz="1600"/>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1431054200"/>
                  </a:ext>
                </a:extLst>
              </a:tr>
              <a:tr h="379736">
                <a:tc>
                  <a:txBody>
                    <a:bodyPr/>
                    <a:lstStyle/>
                    <a:p>
                      <a:endParaRPr lang="en-US" sz="1600"/>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3523278727"/>
                  </a:ext>
                </a:extLst>
              </a:tr>
              <a:tr h="379736">
                <a:tc>
                  <a:txBody>
                    <a:bodyPr/>
                    <a:lstStyle/>
                    <a:p>
                      <a:endParaRPr lang="en-US" sz="1600"/>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2180915769"/>
                  </a:ext>
                </a:extLst>
              </a:tr>
              <a:tr h="379736">
                <a:tc>
                  <a:txBody>
                    <a:bodyPr/>
                    <a:lstStyle/>
                    <a:p>
                      <a:endParaRPr lang="en-US" sz="1600"/>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529810234"/>
                  </a:ext>
                </a:extLst>
              </a:tr>
              <a:tr h="379736">
                <a:tc>
                  <a:txBody>
                    <a:bodyPr/>
                    <a:lstStyle/>
                    <a:p>
                      <a:endParaRPr lang="en-US" sz="1600"/>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4138776670"/>
                  </a:ext>
                </a:extLst>
              </a:tr>
              <a:tr h="379736">
                <a:tc>
                  <a:txBody>
                    <a:bodyPr/>
                    <a:lstStyle/>
                    <a:p>
                      <a:endParaRPr lang="en-US" sz="1600"/>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2654958234"/>
                  </a:ext>
                </a:extLst>
              </a:tr>
              <a:tr h="379736">
                <a:tc>
                  <a:txBody>
                    <a:bodyPr/>
                    <a:lstStyle/>
                    <a:p>
                      <a:endParaRPr lang="en-US" sz="1600"/>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910991820"/>
                  </a:ext>
                </a:extLst>
              </a:tr>
              <a:tr h="379736">
                <a:tc>
                  <a:txBody>
                    <a:bodyPr/>
                    <a:lstStyle/>
                    <a:p>
                      <a:endParaRPr lang="en-US" sz="1600"/>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2717828326"/>
                  </a:ext>
                </a:extLst>
              </a:tr>
              <a:tr h="379736">
                <a:tc>
                  <a:txBody>
                    <a:bodyPr/>
                    <a:lstStyle/>
                    <a:p>
                      <a:endParaRPr lang="en-US" sz="1600"/>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2416204648"/>
                  </a:ext>
                </a:extLst>
              </a:tr>
            </a:tbl>
          </a:graphicData>
        </a:graphic>
      </p:graphicFrame>
    </p:spTree>
    <p:extLst>
      <p:ext uri="{BB962C8B-B14F-4D97-AF65-F5344CB8AC3E}">
        <p14:creationId xmlns:p14="http://schemas.microsoft.com/office/powerpoint/2010/main" val="696096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E8BC831-B241-AEED-B084-C1E8240E286A}"/>
              </a:ext>
            </a:extLst>
          </p:cNvPr>
          <p:cNvGraphicFramePr>
            <a:graphicFrameLocks noChangeAspect="1"/>
          </p:cNvGraphicFramePr>
          <p:nvPr>
            <p:custDataLst>
              <p:tags r:id="rId1"/>
            </p:custDataLst>
            <p:extLst>
              <p:ext uri="{D42A27DB-BD31-4B8C-83A1-F6EECF244321}">
                <p14:modId xmlns:p14="http://schemas.microsoft.com/office/powerpoint/2010/main" val="1515693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7" name="think-cell data - do not delete" hidden="1">
                        <a:extLst>
                          <a:ext uri="{FF2B5EF4-FFF2-40B4-BE49-F238E27FC236}">
                            <a16:creationId xmlns:a16="http://schemas.microsoft.com/office/drawing/2014/main" id="{9E8BC831-B241-AEED-B084-C1E8240E286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BABF1C8-9C84-5138-0F45-82533D7FEABC}"/>
              </a:ext>
            </a:extLst>
          </p:cNvPr>
          <p:cNvSpPr>
            <a:spLocks noGrp="1"/>
          </p:cNvSpPr>
          <p:nvPr>
            <p:ph type="title"/>
          </p:nvPr>
        </p:nvSpPr>
        <p:spPr/>
        <p:txBody>
          <a:bodyPr vert="horz"/>
          <a:lstStyle/>
          <a:p>
            <a:r>
              <a:rPr lang="en-US"/>
              <a:t>Generic Content Slide</a:t>
            </a:r>
          </a:p>
        </p:txBody>
      </p:sp>
      <p:sp>
        <p:nvSpPr>
          <p:cNvPr id="3" name="Text Placeholder 2">
            <a:extLst>
              <a:ext uri="{FF2B5EF4-FFF2-40B4-BE49-F238E27FC236}">
                <a16:creationId xmlns:a16="http://schemas.microsoft.com/office/drawing/2014/main" id="{9F75D350-7147-32D5-5DD3-E6160CA2CABA}"/>
              </a:ext>
            </a:extLst>
          </p:cNvPr>
          <p:cNvSpPr>
            <a:spLocks noGrp="1"/>
          </p:cNvSpPr>
          <p:nvPr>
            <p:ph type="body" sz="quarter" idx="16"/>
          </p:nvPr>
        </p:nvSpPr>
        <p:spPr>
          <a:xfrm>
            <a:off x="377687" y="1248304"/>
            <a:ext cx="6590672" cy="2987368"/>
          </a:xfrm>
        </p:spPr>
        <p:txBody>
          <a:bodyPr/>
          <a:lstStyle/>
          <a:p>
            <a:pPr marL="0" indent="0">
              <a:spcBef>
                <a:spcPts val="600"/>
              </a:spcBef>
              <a:buFont typeface="Arial" panose="020B0604020202020204" pitchFamily="34" charset="0"/>
              <a:buNone/>
            </a:pPr>
            <a:r>
              <a:rPr lang="en-US" sz="2000" b="1">
                <a:solidFill>
                  <a:schemeClr val="accent2"/>
                </a:solidFill>
              </a:rPr>
              <a:t>TITLE</a:t>
            </a:r>
          </a:p>
          <a:p>
            <a:pPr>
              <a:spcBef>
                <a:spcPts val="600"/>
              </a:spcBef>
            </a:pPr>
            <a:r>
              <a:rPr lang="en-US"/>
              <a:t>Lorem ipsum dolor sit </a:t>
            </a:r>
            <a:r>
              <a:rPr lang="en-US" err="1"/>
              <a:t>amet</a:t>
            </a:r>
            <a:r>
              <a:rPr lang="en-US"/>
              <a:t>, </a:t>
            </a:r>
            <a:r>
              <a:rPr lang="en-US" err="1"/>
              <a:t>consectetur</a:t>
            </a:r>
            <a:r>
              <a:rPr lang="en-US"/>
              <a:t> </a:t>
            </a:r>
            <a:r>
              <a:rPr lang="en-US" err="1"/>
              <a:t>adipiscing</a:t>
            </a:r>
            <a:r>
              <a:rPr lang="en-US"/>
              <a:t> elit</a:t>
            </a:r>
            <a:r>
              <a:rPr lang="en-US" baseline="30000"/>
              <a:t>1</a:t>
            </a:r>
          </a:p>
          <a:p>
            <a:pPr>
              <a:spcBef>
                <a:spcPts val="600"/>
              </a:spcBef>
            </a:pPr>
            <a:r>
              <a:rPr lang="en-US" err="1"/>
              <a:t>Fusce</a:t>
            </a:r>
            <a:r>
              <a:rPr lang="en-US"/>
              <a:t> </a:t>
            </a:r>
            <a:r>
              <a:rPr lang="en-US" err="1"/>
              <a:t>ut</a:t>
            </a:r>
            <a:r>
              <a:rPr lang="en-US"/>
              <a:t> ante </a:t>
            </a:r>
            <a:r>
              <a:rPr lang="en-US" err="1"/>
              <a:t>varius</a:t>
            </a:r>
            <a:r>
              <a:rPr lang="en-US"/>
              <a:t>, </a:t>
            </a:r>
            <a:r>
              <a:rPr lang="en-US" err="1"/>
              <a:t>consequat</a:t>
            </a:r>
            <a:r>
              <a:rPr lang="en-US"/>
              <a:t> </a:t>
            </a:r>
            <a:r>
              <a:rPr lang="en-US" err="1"/>
              <a:t>sapien</a:t>
            </a:r>
            <a:r>
              <a:rPr lang="en-US"/>
              <a:t> et, </a:t>
            </a:r>
            <a:r>
              <a:rPr lang="en-US" err="1"/>
              <a:t>scelerisque</a:t>
            </a:r>
            <a:r>
              <a:rPr lang="en-US"/>
              <a:t> diam</a:t>
            </a:r>
          </a:p>
          <a:p>
            <a:pPr marL="461963" lvl="1" indent="-230188">
              <a:spcBef>
                <a:spcPts val="600"/>
              </a:spcBef>
            </a:pPr>
            <a:r>
              <a:rPr lang="en-US" err="1"/>
              <a:t>Praesent</a:t>
            </a:r>
            <a:r>
              <a:rPr lang="en-US"/>
              <a:t> gravida </a:t>
            </a:r>
            <a:r>
              <a:rPr lang="en-US" err="1"/>
              <a:t>est</a:t>
            </a:r>
            <a:r>
              <a:rPr lang="en-US"/>
              <a:t> libero, ac </a:t>
            </a:r>
            <a:r>
              <a:rPr lang="en-US" err="1"/>
              <a:t>feugiat</a:t>
            </a:r>
            <a:r>
              <a:rPr lang="en-US"/>
              <a:t> </a:t>
            </a:r>
            <a:r>
              <a:rPr lang="en-US" err="1"/>
              <a:t>turpis</a:t>
            </a:r>
            <a:r>
              <a:rPr lang="en-US"/>
              <a:t> </a:t>
            </a:r>
            <a:r>
              <a:rPr lang="en-US" err="1"/>
              <a:t>imperdiet</a:t>
            </a:r>
            <a:r>
              <a:rPr lang="en-US"/>
              <a:t> non</a:t>
            </a:r>
          </a:p>
          <a:p>
            <a:pPr marL="461963" lvl="1" indent="-230188"/>
            <a:r>
              <a:rPr lang="en-US"/>
              <a:t>Proin at </a:t>
            </a:r>
            <a:r>
              <a:rPr lang="en-US" err="1"/>
              <a:t>molestie</a:t>
            </a:r>
            <a:r>
              <a:rPr lang="en-US"/>
              <a:t> diam</a:t>
            </a:r>
          </a:p>
          <a:p>
            <a:pPr>
              <a:spcBef>
                <a:spcPts val="600"/>
              </a:spcBef>
            </a:pPr>
            <a:r>
              <a:rPr lang="en-US" err="1"/>
              <a:t>Interdum</a:t>
            </a:r>
            <a:r>
              <a:rPr lang="en-US"/>
              <a:t> et </a:t>
            </a:r>
            <a:r>
              <a:rPr lang="en-US" err="1"/>
              <a:t>malesuada</a:t>
            </a:r>
            <a:r>
              <a:rPr lang="en-US"/>
              <a:t> fames ac ante ipsum </a:t>
            </a:r>
            <a:r>
              <a:rPr lang="en-US" err="1"/>
              <a:t>primis</a:t>
            </a:r>
            <a:r>
              <a:rPr lang="en-US"/>
              <a:t> in </a:t>
            </a:r>
            <a:r>
              <a:rPr lang="en-US" err="1"/>
              <a:t>faucibus</a:t>
            </a:r>
            <a:endParaRPr lang="en-US"/>
          </a:p>
          <a:p>
            <a:pPr>
              <a:spcBef>
                <a:spcPts val="600"/>
              </a:spcBef>
            </a:pPr>
            <a:r>
              <a:rPr lang="en-US"/>
              <a:t>Duis sed cursus </a:t>
            </a:r>
            <a:r>
              <a:rPr lang="en-US" err="1"/>
              <a:t>mauris</a:t>
            </a:r>
            <a:r>
              <a:rPr lang="en-US"/>
              <a:t>, </a:t>
            </a:r>
            <a:r>
              <a:rPr lang="en-US" err="1"/>
              <a:t>vulputate</a:t>
            </a:r>
            <a:r>
              <a:rPr lang="en-US"/>
              <a:t> </a:t>
            </a:r>
            <a:r>
              <a:rPr lang="en-US" err="1"/>
              <a:t>eleifend</a:t>
            </a:r>
            <a:r>
              <a:rPr lang="en-US"/>
              <a:t> </a:t>
            </a:r>
            <a:r>
              <a:rPr lang="en-US" err="1"/>
              <a:t>risus</a:t>
            </a:r>
            <a:endParaRPr lang="en-US"/>
          </a:p>
          <a:p>
            <a:pPr>
              <a:spcBef>
                <a:spcPts val="600"/>
              </a:spcBef>
            </a:pPr>
            <a:r>
              <a:rPr lang="en-US" err="1">
                <a:solidFill>
                  <a:srgbClr val="000000"/>
                </a:solidFill>
              </a:rPr>
              <a:t>Neque</a:t>
            </a:r>
            <a:r>
              <a:rPr lang="en-US">
                <a:solidFill>
                  <a:srgbClr val="000000"/>
                </a:solidFill>
              </a:rPr>
              <a:t> porro </a:t>
            </a:r>
            <a:r>
              <a:rPr lang="en-US" err="1">
                <a:solidFill>
                  <a:srgbClr val="000000"/>
                </a:solidFill>
              </a:rPr>
              <a:t>quisquam</a:t>
            </a:r>
            <a:r>
              <a:rPr lang="en-US">
                <a:solidFill>
                  <a:srgbClr val="000000"/>
                </a:solidFill>
              </a:rPr>
              <a:t> </a:t>
            </a:r>
            <a:r>
              <a:rPr lang="en-US" err="1">
                <a:solidFill>
                  <a:srgbClr val="000000"/>
                </a:solidFill>
              </a:rPr>
              <a:t>est</a:t>
            </a:r>
            <a:r>
              <a:rPr lang="en-US">
                <a:solidFill>
                  <a:srgbClr val="000000"/>
                </a:solidFill>
              </a:rPr>
              <a:t> qui </a:t>
            </a:r>
            <a:r>
              <a:rPr lang="en-US" err="1">
                <a:solidFill>
                  <a:srgbClr val="000000"/>
                </a:solidFill>
              </a:rPr>
              <a:t>dolorem</a:t>
            </a:r>
            <a:r>
              <a:rPr lang="en-US">
                <a:solidFill>
                  <a:srgbClr val="000000"/>
                </a:solidFill>
              </a:rPr>
              <a:t> ipsum </a:t>
            </a:r>
            <a:r>
              <a:rPr lang="en-US" err="1">
                <a:solidFill>
                  <a:srgbClr val="000000"/>
                </a:solidFill>
              </a:rPr>
              <a:t>quia</a:t>
            </a:r>
            <a:r>
              <a:rPr lang="en-US">
                <a:solidFill>
                  <a:srgbClr val="000000"/>
                </a:solidFill>
              </a:rPr>
              <a:t> dolor sit </a:t>
            </a:r>
            <a:r>
              <a:rPr lang="en-US" err="1">
                <a:solidFill>
                  <a:srgbClr val="000000"/>
                </a:solidFill>
              </a:rPr>
              <a:t>amet</a:t>
            </a:r>
            <a:r>
              <a:rPr lang="en-US">
                <a:solidFill>
                  <a:srgbClr val="000000"/>
                </a:solidFill>
              </a:rPr>
              <a:t>, </a:t>
            </a:r>
            <a:r>
              <a:rPr lang="en-US" err="1">
                <a:solidFill>
                  <a:srgbClr val="000000"/>
                </a:solidFill>
              </a:rPr>
              <a:t>consectetur</a:t>
            </a:r>
            <a:r>
              <a:rPr lang="en-US">
                <a:solidFill>
                  <a:srgbClr val="000000"/>
                </a:solidFill>
              </a:rPr>
              <a:t>, </a:t>
            </a:r>
            <a:r>
              <a:rPr lang="en-US" err="1">
                <a:solidFill>
                  <a:srgbClr val="000000"/>
                </a:solidFill>
              </a:rPr>
              <a:t>adipisci</a:t>
            </a:r>
            <a:r>
              <a:rPr lang="en-US">
                <a:solidFill>
                  <a:srgbClr val="000000"/>
                </a:solidFill>
              </a:rPr>
              <a:t> </a:t>
            </a:r>
            <a:r>
              <a:rPr lang="en-US" err="1">
                <a:solidFill>
                  <a:srgbClr val="000000"/>
                </a:solidFill>
              </a:rPr>
              <a:t>velit</a:t>
            </a:r>
            <a:endParaRPr lang="en-US"/>
          </a:p>
          <a:p>
            <a:pPr marL="0" indent="0">
              <a:buNone/>
            </a:pPr>
            <a:endParaRPr lang="en-US"/>
          </a:p>
        </p:txBody>
      </p:sp>
      <p:sp>
        <p:nvSpPr>
          <p:cNvPr id="4" name="Slide Number Placeholder 3">
            <a:extLst>
              <a:ext uri="{FF2B5EF4-FFF2-40B4-BE49-F238E27FC236}">
                <a16:creationId xmlns:a16="http://schemas.microsoft.com/office/drawing/2014/main" id="{943F555D-2B21-D5F4-591B-254AA9FAA4FA}"/>
              </a:ext>
            </a:extLst>
          </p:cNvPr>
          <p:cNvSpPr>
            <a:spLocks noGrp="1"/>
          </p:cNvSpPr>
          <p:nvPr>
            <p:ph type="sldNum" sz="quarter" idx="12"/>
          </p:nvPr>
        </p:nvSpPr>
        <p:spPr/>
        <p:txBody>
          <a:bodyPr/>
          <a:lstStyle/>
          <a:p>
            <a:fld id="{84D58D1B-E4CD-4092-A64A-067BEFC75A17}" type="slidenum">
              <a:rPr lang="en-US" smtClean="0"/>
              <a:pPr/>
              <a:t>7</a:t>
            </a:fld>
            <a:endParaRPr lang="en-US"/>
          </a:p>
        </p:txBody>
      </p:sp>
      <p:sp>
        <p:nvSpPr>
          <p:cNvPr id="5" name="Text Placeholder 4">
            <a:extLst>
              <a:ext uri="{FF2B5EF4-FFF2-40B4-BE49-F238E27FC236}">
                <a16:creationId xmlns:a16="http://schemas.microsoft.com/office/drawing/2014/main" id="{7FAA171B-7072-2924-2F06-27A382B4B536}"/>
              </a:ext>
            </a:extLst>
          </p:cNvPr>
          <p:cNvSpPr>
            <a:spLocks noGrp="1"/>
          </p:cNvSpPr>
          <p:nvPr>
            <p:ph type="body" sz="quarter" idx="15"/>
          </p:nvPr>
        </p:nvSpPr>
        <p:spPr/>
        <p:txBody>
          <a:bodyPr/>
          <a:lstStyle/>
          <a:p>
            <a:pPr>
              <a:spcBef>
                <a:spcPts val="300"/>
              </a:spcBef>
            </a:pPr>
            <a:r>
              <a:rPr lang="en-US" sz="1200"/>
              <a:t>1 </a:t>
            </a:r>
            <a:r>
              <a:rPr lang="en-US" sz="1200" baseline="0"/>
              <a:t>– Based on interview with </a:t>
            </a:r>
            <a:r>
              <a:rPr lang="en-US" sz="1200" baseline="0" err="1"/>
              <a:t>Firstname</a:t>
            </a:r>
            <a:r>
              <a:rPr lang="en-US" sz="1200" baseline="0"/>
              <a:t> </a:t>
            </a:r>
            <a:r>
              <a:rPr lang="en-US" sz="1200" baseline="0" err="1"/>
              <a:t>Lastname</a:t>
            </a:r>
            <a:r>
              <a:rPr lang="en-US" sz="1200" baseline="0"/>
              <a:t>, Company</a:t>
            </a:r>
          </a:p>
          <a:p>
            <a:pPr>
              <a:spcBef>
                <a:spcPts val="300"/>
              </a:spcBef>
            </a:pPr>
            <a:r>
              <a:rPr lang="en-US">
                <a:latin typeface="+mn-lt"/>
              </a:rPr>
              <a:t>Source: Newry Interviews, Markets and Markets</a:t>
            </a:r>
            <a:endParaRPr lang="en-US" sz="1200">
              <a:latin typeface="+mn-lt"/>
            </a:endParaRPr>
          </a:p>
          <a:p>
            <a:pPr>
              <a:spcBef>
                <a:spcPts val="300"/>
              </a:spcBef>
            </a:pPr>
            <a:endParaRPr lang="en-US"/>
          </a:p>
        </p:txBody>
      </p:sp>
      <p:sp>
        <p:nvSpPr>
          <p:cNvPr id="8" name="Rectangle 7">
            <a:extLst>
              <a:ext uri="{FF2B5EF4-FFF2-40B4-BE49-F238E27FC236}">
                <a16:creationId xmlns:a16="http://schemas.microsoft.com/office/drawing/2014/main" id="{95ADFEB7-07F3-65F8-A900-EF3060825691}"/>
              </a:ext>
            </a:extLst>
          </p:cNvPr>
          <p:cNvSpPr/>
          <p:nvPr/>
        </p:nvSpPr>
        <p:spPr>
          <a:xfrm>
            <a:off x="7062951" y="1248304"/>
            <a:ext cx="4733813" cy="1730829"/>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solidFill>
                  <a:srgbClr val="000000"/>
                </a:solidFill>
              </a:rPr>
              <a:t>“</a:t>
            </a:r>
            <a:r>
              <a:rPr lang="en-US" err="1">
                <a:solidFill>
                  <a:srgbClr val="000000"/>
                </a:solidFill>
              </a:rPr>
              <a:t>Neque</a:t>
            </a:r>
            <a:r>
              <a:rPr lang="en-US">
                <a:solidFill>
                  <a:srgbClr val="000000"/>
                </a:solidFill>
              </a:rPr>
              <a:t> porro </a:t>
            </a:r>
            <a:r>
              <a:rPr lang="en-US" err="1">
                <a:solidFill>
                  <a:srgbClr val="000000"/>
                </a:solidFill>
              </a:rPr>
              <a:t>quisquam</a:t>
            </a:r>
            <a:r>
              <a:rPr lang="en-US">
                <a:solidFill>
                  <a:srgbClr val="000000"/>
                </a:solidFill>
              </a:rPr>
              <a:t> </a:t>
            </a:r>
            <a:r>
              <a:rPr lang="en-US" err="1">
                <a:solidFill>
                  <a:srgbClr val="000000"/>
                </a:solidFill>
              </a:rPr>
              <a:t>est</a:t>
            </a:r>
            <a:r>
              <a:rPr lang="en-US">
                <a:solidFill>
                  <a:srgbClr val="000000"/>
                </a:solidFill>
              </a:rPr>
              <a:t> qui </a:t>
            </a:r>
            <a:r>
              <a:rPr lang="en-US" err="1">
                <a:solidFill>
                  <a:srgbClr val="000000"/>
                </a:solidFill>
              </a:rPr>
              <a:t>dolorem</a:t>
            </a:r>
            <a:r>
              <a:rPr lang="en-US">
                <a:solidFill>
                  <a:srgbClr val="000000"/>
                </a:solidFill>
              </a:rPr>
              <a:t> ipsum </a:t>
            </a:r>
            <a:r>
              <a:rPr lang="en-US" err="1">
                <a:solidFill>
                  <a:srgbClr val="000000"/>
                </a:solidFill>
              </a:rPr>
              <a:t>quia</a:t>
            </a:r>
            <a:r>
              <a:rPr lang="en-US">
                <a:solidFill>
                  <a:srgbClr val="000000"/>
                </a:solidFill>
              </a:rPr>
              <a:t> dolor sit </a:t>
            </a:r>
            <a:r>
              <a:rPr lang="en-US" err="1">
                <a:solidFill>
                  <a:srgbClr val="000000"/>
                </a:solidFill>
              </a:rPr>
              <a:t>amet</a:t>
            </a:r>
            <a:r>
              <a:rPr lang="en-US">
                <a:solidFill>
                  <a:srgbClr val="000000"/>
                </a:solidFill>
              </a:rPr>
              <a:t>, </a:t>
            </a:r>
            <a:r>
              <a:rPr lang="en-US" err="1">
                <a:solidFill>
                  <a:srgbClr val="000000"/>
                </a:solidFill>
              </a:rPr>
              <a:t>consectetur</a:t>
            </a:r>
            <a:r>
              <a:rPr lang="en-US">
                <a:solidFill>
                  <a:srgbClr val="000000"/>
                </a:solidFill>
              </a:rPr>
              <a:t>, </a:t>
            </a:r>
            <a:r>
              <a:rPr lang="en-US" err="1">
                <a:solidFill>
                  <a:srgbClr val="000000"/>
                </a:solidFill>
              </a:rPr>
              <a:t>adipisci</a:t>
            </a:r>
            <a:r>
              <a:rPr lang="en-US">
                <a:solidFill>
                  <a:srgbClr val="000000"/>
                </a:solidFill>
              </a:rPr>
              <a:t> </a:t>
            </a:r>
            <a:r>
              <a:rPr lang="en-US" err="1">
                <a:solidFill>
                  <a:srgbClr val="000000"/>
                </a:solidFill>
              </a:rPr>
              <a:t>velit</a:t>
            </a:r>
            <a:r>
              <a:rPr lang="en-US">
                <a:solidFill>
                  <a:srgbClr val="000000"/>
                </a:solidFill>
              </a:rPr>
              <a:t>”</a:t>
            </a:r>
          </a:p>
          <a:p>
            <a:pPr algn="r"/>
            <a:r>
              <a:rPr lang="en-US">
                <a:solidFill>
                  <a:srgbClr val="000000"/>
                </a:solidFill>
              </a:rPr>
              <a:t> – </a:t>
            </a:r>
            <a:r>
              <a:rPr lang="en-US" i="1">
                <a:solidFill>
                  <a:srgbClr val="000000"/>
                </a:solidFill>
              </a:rPr>
              <a:t>Name of Interviewee, Title, Company</a:t>
            </a:r>
            <a:endParaRPr lang="en-US">
              <a:solidFill>
                <a:srgbClr val="000000"/>
              </a:solidFill>
            </a:endParaRPr>
          </a:p>
        </p:txBody>
      </p:sp>
      <p:sp>
        <p:nvSpPr>
          <p:cNvPr id="9" name="Rectangle 8">
            <a:extLst>
              <a:ext uri="{FF2B5EF4-FFF2-40B4-BE49-F238E27FC236}">
                <a16:creationId xmlns:a16="http://schemas.microsoft.com/office/drawing/2014/main" id="{7D57D8F3-B343-2293-9353-C331C4D78003}"/>
              </a:ext>
            </a:extLst>
          </p:cNvPr>
          <p:cNvSpPr/>
          <p:nvPr/>
        </p:nvSpPr>
        <p:spPr>
          <a:xfrm>
            <a:off x="7062951" y="3200025"/>
            <a:ext cx="4733814" cy="1730829"/>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solidFill>
                  <a:srgbClr val="000000"/>
                </a:solidFill>
              </a:rPr>
              <a:t>“</a:t>
            </a:r>
            <a:r>
              <a:rPr lang="en-US" err="1">
                <a:solidFill>
                  <a:srgbClr val="000000"/>
                </a:solidFill>
              </a:rPr>
              <a:t>Neque</a:t>
            </a:r>
            <a:r>
              <a:rPr lang="en-US">
                <a:solidFill>
                  <a:srgbClr val="000000"/>
                </a:solidFill>
              </a:rPr>
              <a:t> porro </a:t>
            </a:r>
            <a:r>
              <a:rPr lang="en-US" err="1">
                <a:solidFill>
                  <a:srgbClr val="000000"/>
                </a:solidFill>
              </a:rPr>
              <a:t>quisquam</a:t>
            </a:r>
            <a:r>
              <a:rPr lang="en-US">
                <a:solidFill>
                  <a:srgbClr val="000000"/>
                </a:solidFill>
              </a:rPr>
              <a:t> </a:t>
            </a:r>
            <a:r>
              <a:rPr lang="en-US" err="1">
                <a:solidFill>
                  <a:srgbClr val="000000"/>
                </a:solidFill>
              </a:rPr>
              <a:t>est</a:t>
            </a:r>
            <a:r>
              <a:rPr lang="en-US">
                <a:solidFill>
                  <a:srgbClr val="000000"/>
                </a:solidFill>
              </a:rPr>
              <a:t> qui </a:t>
            </a:r>
            <a:r>
              <a:rPr lang="en-US" err="1">
                <a:solidFill>
                  <a:srgbClr val="000000"/>
                </a:solidFill>
              </a:rPr>
              <a:t>dolorem</a:t>
            </a:r>
            <a:r>
              <a:rPr lang="en-US">
                <a:solidFill>
                  <a:srgbClr val="000000"/>
                </a:solidFill>
              </a:rPr>
              <a:t> ipsum </a:t>
            </a:r>
            <a:r>
              <a:rPr lang="en-US" err="1">
                <a:solidFill>
                  <a:srgbClr val="000000"/>
                </a:solidFill>
              </a:rPr>
              <a:t>quia</a:t>
            </a:r>
            <a:r>
              <a:rPr lang="en-US">
                <a:solidFill>
                  <a:srgbClr val="000000"/>
                </a:solidFill>
              </a:rPr>
              <a:t> dolor sit </a:t>
            </a:r>
            <a:r>
              <a:rPr lang="en-US" err="1">
                <a:solidFill>
                  <a:srgbClr val="000000"/>
                </a:solidFill>
              </a:rPr>
              <a:t>amet</a:t>
            </a:r>
            <a:r>
              <a:rPr lang="en-US">
                <a:solidFill>
                  <a:srgbClr val="000000"/>
                </a:solidFill>
              </a:rPr>
              <a:t>, </a:t>
            </a:r>
            <a:r>
              <a:rPr lang="en-US" err="1">
                <a:solidFill>
                  <a:srgbClr val="000000"/>
                </a:solidFill>
              </a:rPr>
              <a:t>consectetur</a:t>
            </a:r>
            <a:r>
              <a:rPr lang="en-US">
                <a:solidFill>
                  <a:srgbClr val="000000"/>
                </a:solidFill>
              </a:rPr>
              <a:t>, </a:t>
            </a:r>
            <a:r>
              <a:rPr lang="en-US" err="1">
                <a:solidFill>
                  <a:srgbClr val="000000"/>
                </a:solidFill>
              </a:rPr>
              <a:t>adipisci</a:t>
            </a:r>
            <a:r>
              <a:rPr lang="en-US">
                <a:solidFill>
                  <a:srgbClr val="000000"/>
                </a:solidFill>
              </a:rPr>
              <a:t> </a:t>
            </a:r>
            <a:r>
              <a:rPr lang="en-US" err="1">
                <a:solidFill>
                  <a:srgbClr val="000000"/>
                </a:solidFill>
              </a:rPr>
              <a:t>velit</a:t>
            </a:r>
            <a:r>
              <a:rPr lang="en-US">
                <a:solidFill>
                  <a:srgbClr val="000000"/>
                </a:solidFill>
              </a:rPr>
              <a:t>”</a:t>
            </a:r>
          </a:p>
          <a:p>
            <a:pPr algn="r"/>
            <a:r>
              <a:rPr lang="en-US">
                <a:solidFill>
                  <a:srgbClr val="000000"/>
                </a:solidFill>
              </a:rPr>
              <a:t> – </a:t>
            </a:r>
            <a:r>
              <a:rPr lang="en-US" i="1">
                <a:solidFill>
                  <a:srgbClr val="000000"/>
                </a:solidFill>
              </a:rPr>
              <a:t>Name of Interviewee, Title, Company</a:t>
            </a:r>
            <a:endParaRPr lang="en-US">
              <a:solidFill>
                <a:srgbClr val="000000"/>
              </a:solidFill>
            </a:endParaRPr>
          </a:p>
        </p:txBody>
      </p:sp>
      <p:sp>
        <p:nvSpPr>
          <p:cNvPr id="10" name="Rectangle 9">
            <a:extLst>
              <a:ext uri="{FF2B5EF4-FFF2-40B4-BE49-F238E27FC236}">
                <a16:creationId xmlns:a16="http://schemas.microsoft.com/office/drawing/2014/main" id="{C1C96E32-735A-CECE-F15C-CD4274363859}"/>
              </a:ext>
            </a:extLst>
          </p:cNvPr>
          <p:cNvSpPr/>
          <p:nvPr/>
        </p:nvSpPr>
        <p:spPr>
          <a:xfrm>
            <a:off x="342901" y="5246337"/>
            <a:ext cx="11453862" cy="639456"/>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err="1">
                <a:solidFill>
                  <a:srgbClr val="000000"/>
                </a:solidFill>
              </a:rPr>
              <a:t>Vivamus</a:t>
            </a:r>
            <a:r>
              <a:rPr lang="en-US">
                <a:solidFill>
                  <a:srgbClr val="000000"/>
                </a:solidFill>
              </a:rPr>
              <a:t> </a:t>
            </a:r>
            <a:r>
              <a:rPr lang="en-US" err="1">
                <a:solidFill>
                  <a:srgbClr val="000000"/>
                </a:solidFill>
              </a:rPr>
              <a:t>massa</a:t>
            </a:r>
            <a:r>
              <a:rPr lang="en-US">
                <a:solidFill>
                  <a:srgbClr val="000000"/>
                </a:solidFill>
              </a:rPr>
              <a:t> </a:t>
            </a:r>
            <a:r>
              <a:rPr lang="en-US" err="1">
                <a:solidFill>
                  <a:srgbClr val="000000"/>
                </a:solidFill>
              </a:rPr>
              <a:t>sapien</a:t>
            </a:r>
            <a:r>
              <a:rPr lang="en-US">
                <a:solidFill>
                  <a:srgbClr val="000000"/>
                </a:solidFill>
              </a:rPr>
              <a:t>, </a:t>
            </a:r>
            <a:r>
              <a:rPr lang="en-US" err="1">
                <a:solidFill>
                  <a:srgbClr val="000000"/>
                </a:solidFill>
              </a:rPr>
              <a:t>feugiat</a:t>
            </a:r>
            <a:r>
              <a:rPr lang="en-US">
                <a:solidFill>
                  <a:srgbClr val="000000"/>
                </a:solidFill>
              </a:rPr>
              <a:t> vel </a:t>
            </a:r>
            <a:r>
              <a:rPr lang="en-US" b="1" err="1">
                <a:solidFill>
                  <a:srgbClr val="000000"/>
                </a:solidFill>
              </a:rPr>
              <a:t>fringilla</a:t>
            </a:r>
            <a:r>
              <a:rPr lang="en-US" b="1">
                <a:solidFill>
                  <a:srgbClr val="000000"/>
                </a:solidFill>
              </a:rPr>
              <a:t> </a:t>
            </a:r>
            <a:r>
              <a:rPr lang="en-US" b="1" err="1">
                <a:solidFill>
                  <a:srgbClr val="000000"/>
                </a:solidFill>
              </a:rPr>
              <a:t>fringilla</a:t>
            </a:r>
            <a:r>
              <a:rPr lang="en-US">
                <a:solidFill>
                  <a:srgbClr val="000000"/>
                </a:solidFill>
              </a:rPr>
              <a:t>, </a:t>
            </a:r>
            <a:r>
              <a:rPr lang="en-US" err="1">
                <a:solidFill>
                  <a:srgbClr val="000000"/>
                </a:solidFill>
              </a:rPr>
              <a:t>interdum</a:t>
            </a:r>
            <a:r>
              <a:rPr lang="en-US">
                <a:solidFill>
                  <a:srgbClr val="000000"/>
                </a:solidFill>
              </a:rPr>
              <a:t> </a:t>
            </a:r>
            <a:r>
              <a:rPr lang="en-US" err="1">
                <a:solidFill>
                  <a:srgbClr val="000000"/>
                </a:solidFill>
              </a:rPr>
              <a:t>sollicitudin</a:t>
            </a:r>
            <a:r>
              <a:rPr lang="en-US">
                <a:solidFill>
                  <a:srgbClr val="000000"/>
                </a:solidFill>
              </a:rPr>
              <a:t> ex</a:t>
            </a:r>
          </a:p>
        </p:txBody>
      </p:sp>
    </p:spTree>
    <p:extLst>
      <p:ext uri="{BB962C8B-B14F-4D97-AF65-F5344CB8AC3E}">
        <p14:creationId xmlns:p14="http://schemas.microsoft.com/office/powerpoint/2010/main" val="2868382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E2676DE-4EBE-A80E-4D01-C53C1268E714}"/>
              </a:ext>
            </a:extLst>
          </p:cNvPr>
          <p:cNvGraphicFramePr>
            <a:graphicFrameLocks noChangeAspect="1"/>
          </p:cNvGraphicFramePr>
          <p:nvPr>
            <p:custDataLst>
              <p:tags r:id="rId1"/>
            </p:custDataLst>
            <p:extLst>
              <p:ext uri="{D42A27DB-BD31-4B8C-83A1-F6EECF244321}">
                <p14:modId xmlns:p14="http://schemas.microsoft.com/office/powerpoint/2010/main" val="3941352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5" imgH="416" progId="TCLayout.ActiveDocument.1">
                  <p:embed/>
                </p:oleObj>
              </mc:Choice>
              <mc:Fallback>
                <p:oleObj name="think-cell Slide" r:id="rId16" imgW="415" imgH="416" progId="TCLayout.ActiveDocument.1">
                  <p:embed/>
                  <p:pic>
                    <p:nvPicPr>
                      <p:cNvPr id="7" name="think-cell data - do not delete" hidden="1">
                        <a:extLst>
                          <a:ext uri="{FF2B5EF4-FFF2-40B4-BE49-F238E27FC236}">
                            <a16:creationId xmlns:a16="http://schemas.microsoft.com/office/drawing/2014/main" id="{EE2676DE-4EBE-A80E-4D01-C53C1268E714}"/>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66FC31C-6566-F516-C938-8A7C9CDD2B24}"/>
              </a:ext>
            </a:extLst>
          </p:cNvPr>
          <p:cNvSpPr>
            <a:spLocks noGrp="1"/>
          </p:cNvSpPr>
          <p:nvPr>
            <p:ph type="title"/>
          </p:nvPr>
        </p:nvSpPr>
        <p:spPr/>
        <p:txBody>
          <a:bodyPr vert="horz"/>
          <a:lstStyle/>
          <a:p>
            <a:r>
              <a:rPr lang="en-US"/>
              <a:t>Market Sizing Slide</a:t>
            </a:r>
          </a:p>
        </p:txBody>
      </p:sp>
      <p:sp>
        <p:nvSpPr>
          <p:cNvPr id="3" name="Text Placeholder 2">
            <a:extLst>
              <a:ext uri="{FF2B5EF4-FFF2-40B4-BE49-F238E27FC236}">
                <a16:creationId xmlns:a16="http://schemas.microsoft.com/office/drawing/2014/main" id="{02E5646C-BFC5-32F0-BD97-55D78F7FAA27}"/>
              </a:ext>
            </a:extLst>
          </p:cNvPr>
          <p:cNvSpPr>
            <a:spLocks noGrp="1"/>
          </p:cNvSpPr>
          <p:nvPr>
            <p:ph type="body" sz="quarter" idx="16"/>
          </p:nvPr>
        </p:nvSpPr>
        <p:spPr>
          <a:xfrm>
            <a:off x="377687" y="1209676"/>
            <a:ext cx="2070238" cy="733425"/>
          </a:xfrm>
        </p:spPr>
        <p:txBody>
          <a:bodyPr/>
          <a:lstStyle/>
          <a:p>
            <a:pPr marL="0" indent="0">
              <a:spcBef>
                <a:spcPts val="0"/>
              </a:spcBef>
              <a:buNone/>
            </a:pPr>
            <a:r>
              <a:rPr lang="en-US" sz="2000" b="1">
                <a:solidFill>
                  <a:schemeClr val="accent2"/>
                </a:solidFill>
              </a:rPr>
              <a:t>CHART TITLE</a:t>
            </a:r>
          </a:p>
          <a:p>
            <a:pPr marL="0" indent="0">
              <a:spcBef>
                <a:spcPts val="0"/>
              </a:spcBef>
              <a:buNone/>
            </a:pPr>
            <a:r>
              <a:rPr lang="en-US" i="1"/>
              <a:t>Units</a:t>
            </a:r>
          </a:p>
        </p:txBody>
      </p:sp>
      <p:sp>
        <p:nvSpPr>
          <p:cNvPr id="4" name="Slide Number Placeholder 3">
            <a:extLst>
              <a:ext uri="{FF2B5EF4-FFF2-40B4-BE49-F238E27FC236}">
                <a16:creationId xmlns:a16="http://schemas.microsoft.com/office/drawing/2014/main" id="{E032DB5A-5D10-CBC9-96CB-BF6E46824661}"/>
              </a:ext>
            </a:extLst>
          </p:cNvPr>
          <p:cNvSpPr>
            <a:spLocks noGrp="1"/>
          </p:cNvSpPr>
          <p:nvPr>
            <p:ph type="sldNum" sz="quarter" idx="12"/>
          </p:nvPr>
        </p:nvSpPr>
        <p:spPr/>
        <p:txBody>
          <a:bodyPr/>
          <a:lstStyle/>
          <a:p>
            <a:fld id="{84D58D1B-E4CD-4092-A64A-067BEFC75A17}" type="slidenum">
              <a:rPr lang="en-US" smtClean="0"/>
              <a:pPr/>
              <a:t>8</a:t>
            </a:fld>
            <a:endParaRPr lang="en-US"/>
          </a:p>
        </p:txBody>
      </p:sp>
      <p:sp>
        <p:nvSpPr>
          <p:cNvPr id="5" name="Text Placeholder 4">
            <a:extLst>
              <a:ext uri="{FF2B5EF4-FFF2-40B4-BE49-F238E27FC236}">
                <a16:creationId xmlns:a16="http://schemas.microsoft.com/office/drawing/2014/main" id="{F7D883C7-9335-E907-2626-2992DA5A4C2E}"/>
              </a:ext>
            </a:extLst>
          </p:cNvPr>
          <p:cNvSpPr>
            <a:spLocks noGrp="1"/>
          </p:cNvSpPr>
          <p:nvPr>
            <p:ph type="body" sz="quarter" idx="15"/>
          </p:nvPr>
        </p:nvSpPr>
        <p:spPr/>
        <p:txBody>
          <a:bodyPr/>
          <a:lstStyle/>
          <a:p>
            <a:r>
              <a:rPr lang="en-US"/>
              <a:t>1 – </a:t>
            </a:r>
            <a:r>
              <a:rPr lang="en-US" sz="1200"/>
              <a:t>Issuing Organization,</a:t>
            </a:r>
            <a:r>
              <a:rPr lang="en-US" sz="1200" baseline="0"/>
              <a:t> </a:t>
            </a:r>
            <a:r>
              <a:rPr lang="en-US" sz="1200" i="1" baseline="0"/>
              <a:t>R</a:t>
            </a:r>
            <a:r>
              <a:rPr lang="en-US" sz="1200" i="1"/>
              <a:t>eport Title in Italics</a:t>
            </a:r>
            <a:r>
              <a:rPr lang="en-US" sz="1200"/>
              <a:t>,  Date</a:t>
            </a:r>
            <a:r>
              <a:rPr lang="en-US"/>
              <a:t>; 2 – </a:t>
            </a:r>
            <a:r>
              <a:rPr lang="en-US" sz="1200"/>
              <a:t>Issuing Organization,</a:t>
            </a:r>
            <a:r>
              <a:rPr lang="en-US" sz="1200" baseline="0"/>
              <a:t> </a:t>
            </a:r>
            <a:r>
              <a:rPr lang="en-US" sz="1200" i="1" baseline="0"/>
              <a:t>R</a:t>
            </a:r>
            <a:r>
              <a:rPr lang="en-US" sz="1200" i="1"/>
              <a:t>eport Title</a:t>
            </a:r>
            <a:r>
              <a:rPr lang="en-US" sz="1200"/>
              <a:t>,  Date</a:t>
            </a:r>
            <a:r>
              <a:rPr lang="en-US"/>
              <a:t>; 3 – </a:t>
            </a:r>
            <a:r>
              <a:rPr lang="en-US" sz="1200"/>
              <a:t>Author (Individual Or</a:t>
            </a:r>
            <a:r>
              <a:rPr lang="en-US" sz="1200" baseline="0"/>
              <a:t> Organization), “Title In Quotes,” Date, URL</a:t>
            </a:r>
            <a:r>
              <a:rPr lang="en-US"/>
              <a:t>; 4 – Based on </a:t>
            </a:r>
            <a:r>
              <a:rPr lang="en-US" sz="1200"/>
              <a:t>Interview with Interviewee Name and/or Title, Organization</a:t>
            </a:r>
            <a:endParaRPr lang="en-US" sz="1200">
              <a:latin typeface="+mn-lt"/>
            </a:endParaRPr>
          </a:p>
          <a:p>
            <a:endParaRPr lang="en-US"/>
          </a:p>
        </p:txBody>
      </p:sp>
      <p:graphicFrame>
        <p:nvGraphicFramePr>
          <p:cNvPr id="9" name="Chart 8">
            <a:extLst>
              <a:ext uri="{FF2B5EF4-FFF2-40B4-BE49-F238E27FC236}">
                <a16:creationId xmlns:a16="http://schemas.microsoft.com/office/drawing/2014/main" id="{489BB7B1-0EEB-D591-533B-9C2ACBCBB2F7}"/>
              </a:ext>
            </a:extLst>
          </p:cNvPr>
          <p:cNvGraphicFramePr/>
          <p:nvPr>
            <p:custDataLst>
              <p:tags r:id="rId2"/>
            </p:custDataLst>
            <p:extLst>
              <p:ext uri="{D42A27DB-BD31-4B8C-83A1-F6EECF244321}">
                <p14:modId xmlns:p14="http://schemas.microsoft.com/office/powerpoint/2010/main" val="4218391056"/>
              </p:ext>
            </p:extLst>
          </p:nvPr>
        </p:nvGraphicFramePr>
        <p:xfrm>
          <a:off x="295275" y="1482725"/>
          <a:ext cx="5832475" cy="4286250"/>
        </p:xfrm>
        <a:graphic>
          <a:graphicData uri="http://schemas.openxmlformats.org/drawingml/2006/chart">
            <c:chart xmlns:c="http://schemas.openxmlformats.org/drawingml/2006/chart" xmlns:r="http://schemas.openxmlformats.org/officeDocument/2006/relationships" r:id="rId18"/>
          </a:graphicData>
        </a:graphic>
      </p:graphicFrame>
      <p:cxnSp>
        <p:nvCxnSpPr>
          <p:cNvPr id="21" name="Straight Connector 20">
            <a:extLst>
              <a:ext uri="{FF2B5EF4-FFF2-40B4-BE49-F238E27FC236}">
                <a16:creationId xmlns:a16="http://schemas.microsoft.com/office/drawing/2014/main" id="{C52A2C8D-9E2B-7310-383F-27147F76ECA9}"/>
              </a:ext>
            </a:extLst>
          </p:cNvPr>
          <p:cNvCxnSpPr/>
          <p:nvPr>
            <p:custDataLst>
              <p:tags r:id="rId3"/>
            </p:custDataLst>
          </p:nvPr>
        </p:nvCxnSpPr>
        <p:spPr bwMode="auto">
          <a:xfrm flipV="1">
            <a:off x="1322388" y="1419225"/>
            <a:ext cx="3778250" cy="1882775"/>
          </a:xfrm>
          <a:prstGeom prst="line">
            <a:avLst/>
          </a:prstGeom>
          <a:ln w="28575"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9E5369F3-732F-9B1B-B843-678C41B6F95C}"/>
              </a:ext>
            </a:extLst>
          </p:cNvPr>
          <p:cNvSpPr/>
          <p:nvPr>
            <p:custDataLst>
              <p:tags r:id="rId4"/>
            </p:custDataLst>
          </p:nvPr>
        </p:nvSpPr>
        <p:spPr bwMode="auto">
          <a:xfrm>
            <a:off x="1071563" y="5456237"/>
            <a:ext cx="501650" cy="274638"/>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70AFBB95-D45A-4498-B128-CE883543F998}" type="datetime'''''''2''''''''''''0''''''''2''2'''''''''''''''">
              <a:rPr lang="en-US" altLang="en-US" smtClean="0">
                <a:solidFill>
                  <a:schemeClr val="tx1"/>
                </a:solidFill>
                <a:effectLst/>
              </a:rPr>
              <a:pPr algn="ctr">
                <a:spcBef>
                  <a:spcPct val="0"/>
                </a:spcBef>
                <a:spcAft>
                  <a:spcPct val="0"/>
                </a:spcAft>
              </a:pPr>
              <a:t>2022</a:t>
            </a:fld>
            <a:endParaRPr lang="en-US">
              <a:solidFill>
                <a:schemeClr val="tx1"/>
              </a:solidFill>
            </a:endParaRPr>
          </a:p>
        </p:txBody>
      </p:sp>
      <p:sp>
        <p:nvSpPr>
          <p:cNvPr id="10" name="Rectangle 9">
            <a:extLst>
              <a:ext uri="{FF2B5EF4-FFF2-40B4-BE49-F238E27FC236}">
                <a16:creationId xmlns:a16="http://schemas.microsoft.com/office/drawing/2014/main" id="{C1E3AA2C-8A88-6352-5D89-75E3D53737EC}"/>
              </a:ext>
            </a:extLst>
          </p:cNvPr>
          <p:cNvSpPr/>
          <p:nvPr>
            <p:custDataLst>
              <p:tags r:id="rId5"/>
            </p:custDataLst>
          </p:nvPr>
        </p:nvSpPr>
        <p:spPr bwMode="auto">
          <a:xfrm>
            <a:off x="2960688" y="5456237"/>
            <a:ext cx="501650" cy="274638"/>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0EF91168-C925-410D-9011-B654300BEDB6}" type="datetime'''''''''''''''''''2''''''''''''''0''2''''3'''''''''''''">
              <a:rPr lang="en-US" altLang="en-US" smtClean="0">
                <a:solidFill>
                  <a:schemeClr val="tx1"/>
                </a:solidFill>
                <a:effectLst/>
              </a:rPr>
              <a:pPr algn="ctr">
                <a:spcBef>
                  <a:spcPct val="0"/>
                </a:spcBef>
                <a:spcAft>
                  <a:spcPct val="0"/>
                </a:spcAft>
              </a:pPr>
              <a:t>2023</a:t>
            </a:fld>
            <a:endParaRPr lang="en-US">
              <a:solidFill>
                <a:schemeClr val="tx1"/>
              </a:solidFill>
            </a:endParaRPr>
          </a:p>
        </p:txBody>
      </p:sp>
      <p:sp>
        <p:nvSpPr>
          <p:cNvPr id="11" name="Rectangle 10">
            <a:extLst>
              <a:ext uri="{FF2B5EF4-FFF2-40B4-BE49-F238E27FC236}">
                <a16:creationId xmlns:a16="http://schemas.microsoft.com/office/drawing/2014/main" id="{C18E341F-3700-0C75-9C75-62AD7D820E2B}"/>
              </a:ext>
            </a:extLst>
          </p:cNvPr>
          <p:cNvSpPr/>
          <p:nvPr>
            <p:custDataLst>
              <p:tags r:id="rId6"/>
            </p:custDataLst>
          </p:nvPr>
        </p:nvSpPr>
        <p:spPr bwMode="auto">
          <a:xfrm>
            <a:off x="4849813" y="5456237"/>
            <a:ext cx="501650" cy="274638"/>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84D8BA5C-216A-4CE2-98C1-478B04951F26}" type="datetime'2''''''''''''''''''''''''''''''02''''''''''''''''''''4'''">
              <a:rPr lang="en-US" altLang="en-US" smtClean="0">
                <a:solidFill>
                  <a:schemeClr val="tx1"/>
                </a:solidFill>
                <a:effectLst/>
              </a:rPr>
              <a:pPr algn="ctr">
                <a:spcBef>
                  <a:spcPct val="0"/>
                </a:spcBef>
                <a:spcAft>
                  <a:spcPct val="0"/>
                </a:spcAft>
              </a:pPr>
              <a:t>2024</a:t>
            </a:fld>
            <a:endParaRPr lang="en-US">
              <a:solidFill>
                <a:schemeClr val="tx1"/>
              </a:solidFill>
            </a:endParaRPr>
          </a:p>
        </p:txBody>
      </p:sp>
      <p:sp>
        <p:nvSpPr>
          <p:cNvPr id="26" name="Rectangle 25">
            <a:extLst>
              <a:ext uri="{FF2B5EF4-FFF2-40B4-BE49-F238E27FC236}">
                <a16:creationId xmlns:a16="http://schemas.microsoft.com/office/drawing/2014/main" id="{1E7C8DD2-1684-56A9-7178-7630CBFC25E7}"/>
              </a:ext>
            </a:extLst>
          </p:cNvPr>
          <p:cNvSpPr/>
          <p:nvPr>
            <p:custDataLst>
              <p:tags r:id="rId7"/>
            </p:custDataLst>
          </p:nvPr>
        </p:nvSpPr>
        <p:spPr bwMode="auto">
          <a:xfrm>
            <a:off x="5808663" y="1889124"/>
            <a:ext cx="1044575" cy="274638"/>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spcBef>
                <a:spcPct val="0"/>
              </a:spcBef>
              <a:spcAft>
                <a:spcPct val="0"/>
              </a:spcAft>
            </a:pPr>
            <a:fld id="{2083F158-3451-4E6C-B94F-CB1E3B0A1120}" type="datetime'''Se''''''''''''g''''''m''''''en''t'''''' ''''''1'''''''''">
              <a:rPr lang="en-US" altLang="en-US" smtClean="0">
                <a:solidFill>
                  <a:schemeClr val="tx1"/>
                </a:solidFill>
              </a:rPr>
              <a:pPr>
                <a:spcBef>
                  <a:spcPct val="0"/>
                </a:spcBef>
                <a:spcAft>
                  <a:spcPct val="0"/>
                </a:spcAft>
              </a:pPr>
              <a:t>Segment 1</a:t>
            </a:fld>
            <a:endParaRPr lang="en-US">
              <a:solidFill>
                <a:schemeClr val="tx1"/>
              </a:solidFill>
            </a:endParaRPr>
          </a:p>
        </p:txBody>
      </p:sp>
      <p:sp>
        <p:nvSpPr>
          <p:cNvPr id="28" name="Rectangle 27">
            <a:extLst>
              <a:ext uri="{FF2B5EF4-FFF2-40B4-BE49-F238E27FC236}">
                <a16:creationId xmlns:a16="http://schemas.microsoft.com/office/drawing/2014/main" id="{6298BE59-66D3-BC37-6B86-7B17C5603B4A}"/>
              </a:ext>
            </a:extLst>
          </p:cNvPr>
          <p:cNvSpPr/>
          <p:nvPr>
            <p:custDataLst>
              <p:tags r:id="rId8"/>
            </p:custDataLst>
          </p:nvPr>
        </p:nvSpPr>
        <p:spPr bwMode="auto">
          <a:xfrm>
            <a:off x="5808663" y="2316162"/>
            <a:ext cx="1044575" cy="274638"/>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spcBef>
                <a:spcPct val="0"/>
              </a:spcBef>
              <a:spcAft>
                <a:spcPct val="0"/>
              </a:spcAft>
            </a:pPr>
            <a:fld id="{6FCDF0F0-E49A-4E31-8DCA-59C763A86167}" type="datetime'''''''''''''''S''''egm''''''''e''''nt'''''' 2'''''''''">
              <a:rPr lang="en-US" altLang="en-US" smtClean="0">
                <a:solidFill>
                  <a:schemeClr val="tx1"/>
                </a:solidFill>
              </a:rPr>
              <a:pPr>
                <a:spcBef>
                  <a:spcPct val="0"/>
                </a:spcBef>
                <a:spcAft>
                  <a:spcPct val="0"/>
                </a:spcAft>
              </a:pPr>
              <a:t>Segment 2</a:t>
            </a:fld>
            <a:endParaRPr lang="en-US">
              <a:solidFill>
                <a:schemeClr val="tx1"/>
              </a:solidFill>
            </a:endParaRPr>
          </a:p>
        </p:txBody>
      </p:sp>
      <p:sp>
        <p:nvSpPr>
          <p:cNvPr id="29" name="Rectangle 28">
            <a:extLst>
              <a:ext uri="{FF2B5EF4-FFF2-40B4-BE49-F238E27FC236}">
                <a16:creationId xmlns:a16="http://schemas.microsoft.com/office/drawing/2014/main" id="{A4A79E1E-57F4-DC81-2AB3-B9F2DE56535E}"/>
              </a:ext>
            </a:extLst>
          </p:cNvPr>
          <p:cNvSpPr/>
          <p:nvPr>
            <p:custDataLst>
              <p:tags r:id="rId9"/>
            </p:custDataLst>
          </p:nvPr>
        </p:nvSpPr>
        <p:spPr bwMode="auto">
          <a:xfrm>
            <a:off x="5808663" y="3916362"/>
            <a:ext cx="1044575" cy="274638"/>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spcBef>
                <a:spcPct val="0"/>
              </a:spcBef>
              <a:spcAft>
                <a:spcPct val="0"/>
              </a:spcAft>
            </a:pPr>
            <a:fld id="{46011C17-EB72-4DAE-A01A-B50FEA3208D4}" type="datetime'S''''''e''''g''''''m''''''''''en''''''''''''t'' ''3'''''">
              <a:rPr lang="en-US" altLang="en-US" smtClean="0">
                <a:solidFill>
                  <a:schemeClr val="tx1"/>
                </a:solidFill>
              </a:rPr>
              <a:pPr>
                <a:spcBef>
                  <a:spcPct val="0"/>
                </a:spcBef>
                <a:spcAft>
                  <a:spcPct val="0"/>
                </a:spcAft>
              </a:pPr>
              <a:t>Segment 3</a:t>
            </a:fld>
            <a:endParaRPr lang="en-US">
              <a:solidFill>
                <a:schemeClr val="tx1"/>
              </a:solidFill>
            </a:endParaRPr>
          </a:p>
        </p:txBody>
      </p:sp>
      <p:sp>
        <p:nvSpPr>
          <p:cNvPr id="15" name="Rectangle 14">
            <a:extLst>
              <a:ext uri="{FF2B5EF4-FFF2-40B4-BE49-F238E27FC236}">
                <a16:creationId xmlns:a16="http://schemas.microsoft.com/office/drawing/2014/main" id="{00EDC09A-84DD-2C76-0F68-BD581E947D45}"/>
              </a:ext>
            </a:extLst>
          </p:cNvPr>
          <p:cNvSpPr/>
          <p:nvPr>
            <p:custDataLst>
              <p:tags r:id="rId10"/>
            </p:custDataLst>
          </p:nvPr>
        </p:nvSpPr>
        <p:spPr bwMode="gray">
          <a:xfrm>
            <a:off x="1166813" y="3481387"/>
            <a:ext cx="311150" cy="247650"/>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33338" tIns="0" rIns="33338" bIns="0" rtlCol="0" anchor="b"/>
          <a:lstStyle/>
          <a:p>
            <a:pPr algn="ctr">
              <a:lnSpc>
                <a:spcPct val="90000"/>
              </a:lnSpc>
              <a:spcBef>
                <a:spcPct val="0"/>
              </a:spcBef>
              <a:spcAft>
                <a:spcPct val="0"/>
              </a:spcAft>
            </a:pPr>
            <a:fld id="{76F389AB-0196-4FA4-B5F9-652AA2061A54}" type="datetime'''''''22'''''''''''''''''''''''''''''''''''''''''''''''">
              <a:rPr lang="en-US" altLang="en-US" smtClean="0">
                <a:solidFill>
                  <a:schemeClr val="tx1"/>
                </a:solidFill>
                <a:effectLst/>
              </a:rPr>
              <a:pPr algn="ctr">
                <a:lnSpc>
                  <a:spcPct val="90000"/>
                </a:lnSpc>
                <a:spcBef>
                  <a:spcPct val="0"/>
                </a:spcBef>
                <a:spcAft>
                  <a:spcPct val="0"/>
                </a:spcAft>
              </a:pPr>
              <a:t>22</a:t>
            </a:fld>
            <a:endParaRPr lang="en-US">
              <a:solidFill>
                <a:schemeClr val="tx1"/>
              </a:solidFill>
            </a:endParaRPr>
          </a:p>
        </p:txBody>
      </p:sp>
      <p:sp>
        <p:nvSpPr>
          <p:cNvPr id="16" name="Rectangle 15">
            <a:extLst>
              <a:ext uri="{FF2B5EF4-FFF2-40B4-BE49-F238E27FC236}">
                <a16:creationId xmlns:a16="http://schemas.microsoft.com/office/drawing/2014/main" id="{B578CAA7-3E5F-C571-E215-684052237E9F}"/>
              </a:ext>
            </a:extLst>
          </p:cNvPr>
          <p:cNvSpPr/>
          <p:nvPr>
            <p:custDataLst>
              <p:tags r:id="rId11"/>
            </p:custDataLst>
          </p:nvPr>
        </p:nvSpPr>
        <p:spPr bwMode="gray">
          <a:xfrm>
            <a:off x="3055938" y="2762249"/>
            <a:ext cx="311150" cy="247650"/>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33338" tIns="0" rIns="33338" bIns="0" rtlCol="0" anchor="b"/>
          <a:lstStyle/>
          <a:p>
            <a:pPr algn="ctr">
              <a:lnSpc>
                <a:spcPct val="90000"/>
              </a:lnSpc>
              <a:spcBef>
                <a:spcPct val="0"/>
              </a:spcBef>
              <a:spcAft>
                <a:spcPct val="0"/>
              </a:spcAft>
            </a:pPr>
            <a:fld id="{F9C50EAD-C1D3-42C2-AC04-DFE437C336EF}" type="datetime'''''''''''3''''''''''''''''''1'''''''''''''''''''''''''''''">
              <a:rPr lang="en-US" altLang="en-US" smtClean="0">
                <a:solidFill>
                  <a:schemeClr val="tx1"/>
                </a:solidFill>
                <a:effectLst/>
              </a:rPr>
              <a:pPr algn="ctr">
                <a:lnSpc>
                  <a:spcPct val="90000"/>
                </a:lnSpc>
                <a:spcBef>
                  <a:spcPct val="0"/>
                </a:spcBef>
                <a:spcAft>
                  <a:spcPct val="0"/>
                </a:spcAft>
              </a:pPr>
              <a:t>31</a:t>
            </a:fld>
            <a:endParaRPr lang="en-US">
              <a:solidFill>
                <a:schemeClr val="tx1"/>
              </a:solidFill>
            </a:endParaRPr>
          </a:p>
        </p:txBody>
      </p:sp>
      <p:sp>
        <p:nvSpPr>
          <p:cNvPr id="17" name="Rectangle 16">
            <a:extLst>
              <a:ext uri="{FF2B5EF4-FFF2-40B4-BE49-F238E27FC236}">
                <a16:creationId xmlns:a16="http://schemas.microsoft.com/office/drawing/2014/main" id="{B2638555-E22C-CF51-90AD-191D501B0EA5}"/>
              </a:ext>
            </a:extLst>
          </p:cNvPr>
          <p:cNvSpPr/>
          <p:nvPr>
            <p:custDataLst>
              <p:tags r:id="rId12"/>
            </p:custDataLst>
          </p:nvPr>
        </p:nvSpPr>
        <p:spPr bwMode="gray">
          <a:xfrm>
            <a:off x="4945063" y="1598612"/>
            <a:ext cx="311150" cy="247650"/>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33338" tIns="0" rIns="33338" bIns="0" rtlCol="0" anchor="b"/>
          <a:lstStyle/>
          <a:p>
            <a:pPr algn="ctr">
              <a:lnSpc>
                <a:spcPct val="90000"/>
              </a:lnSpc>
              <a:spcBef>
                <a:spcPct val="0"/>
              </a:spcBef>
              <a:spcAft>
                <a:spcPct val="0"/>
              </a:spcAft>
            </a:pPr>
            <a:fld id="{42A1374B-970D-443E-95A6-DF76CF114178}" type="datetime'''''''4''''''''''''''''6'''''''''''''''''''''''">
              <a:rPr lang="en-US" altLang="en-US" smtClean="0">
                <a:solidFill>
                  <a:schemeClr val="tx1"/>
                </a:solidFill>
                <a:effectLst/>
              </a:rPr>
              <a:pPr algn="ctr">
                <a:lnSpc>
                  <a:spcPct val="90000"/>
                </a:lnSpc>
                <a:spcBef>
                  <a:spcPct val="0"/>
                </a:spcBef>
                <a:spcAft>
                  <a:spcPct val="0"/>
                </a:spcAft>
              </a:pPr>
              <a:t>46</a:t>
            </a:fld>
            <a:endParaRPr lang="en-US">
              <a:solidFill>
                <a:schemeClr val="tx1"/>
              </a:solidFill>
            </a:endParaRPr>
          </a:p>
        </p:txBody>
      </p:sp>
      <p:sp>
        <p:nvSpPr>
          <p:cNvPr id="19" name="Oval 18">
            <a:extLst>
              <a:ext uri="{FF2B5EF4-FFF2-40B4-BE49-F238E27FC236}">
                <a16:creationId xmlns:a16="http://schemas.microsoft.com/office/drawing/2014/main" id="{21654FF1-07F6-D64F-D52E-5ACCC2FCE2BA}"/>
              </a:ext>
            </a:extLst>
          </p:cNvPr>
          <p:cNvSpPr/>
          <p:nvPr>
            <p:custDataLst>
              <p:tags r:id="rId13"/>
            </p:custDataLst>
          </p:nvPr>
        </p:nvSpPr>
        <p:spPr bwMode="auto">
          <a:xfrm>
            <a:off x="2816225" y="2166937"/>
            <a:ext cx="790575" cy="388938"/>
          </a:xfrm>
          <a:prstGeom prst="ellipse">
            <a:avLst/>
          </a:prstGeom>
          <a:solidFill>
            <a:schemeClr val="bg1"/>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ctr">
              <a:spcBef>
                <a:spcPct val="0"/>
              </a:spcBef>
              <a:spcAft>
                <a:spcPct val="0"/>
              </a:spcAft>
            </a:pPr>
            <a:fld id="{D1A933CE-7A65-4A1B-871F-25EBEA2F7A8D}" type="datetime'''''''''''+''''''''4''7''%'''''''''''''''''''''">
              <a:rPr lang="en-US" altLang="en-US" b="1" smtClean="0">
                <a:solidFill>
                  <a:schemeClr val="tx1"/>
                </a:solidFill>
                <a:effectLst/>
              </a:rPr>
              <a:pPr algn="ctr">
                <a:spcBef>
                  <a:spcPct val="0"/>
                </a:spcBef>
                <a:spcAft>
                  <a:spcPct val="0"/>
                </a:spcAft>
              </a:pPr>
              <a:t>+47%</a:t>
            </a:fld>
            <a:endParaRPr lang="en-US" b="1">
              <a:solidFill>
                <a:schemeClr val="tx1"/>
              </a:solidFill>
            </a:endParaRPr>
          </a:p>
        </p:txBody>
      </p:sp>
      <p:sp>
        <p:nvSpPr>
          <p:cNvPr id="47" name="Text Placeholder 2">
            <a:extLst>
              <a:ext uri="{FF2B5EF4-FFF2-40B4-BE49-F238E27FC236}">
                <a16:creationId xmlns:a16="http://schemas.microsoft.com/office/drawing/2014/main" id="{1498C23A-ED77-3999-08C8-E4676352A1E0}"/>
              </a:ext>
            </a:extLst>
          </p:cNvPr>
          <p:cNvSpPr txBox="1">
            <a:spLocks/>
          </p:cNvSpPr>
          <p:nvPr/>
        </p:nvSpPr>
        <p:spPr>
          <a:xfrm>
            <a:off x="7527852" y="1209674"/>
            <a:ext cx="4279546" cy="3287898"/>
          </a:xfrm>
          <a:prstGeom prst="rect">
            <a:avLst/>
          </a:prstGeom>
        </p:spPr>
        <p:txBody>
          <a:bodyPr/>
          <a:lstStyle>
            <a:lvl1pPr marL="233363" indent="-233363" algn="l" defTabSz="914400" rtl="0" eaLnBrk="1" latinLnBrk="0" hangingPunct="1">
              <a:lnSpc>
                <a:spcPct val="100000"/>
              </a:lnSpc>
              <a:spcBef>
                <a:spcPts val="600"/>
              </a:spcBef>
              <a:buFont typeface="Arial" panose="020B0604020202020204" pitchFamily="34" charset="0"/>
              <a:buChar char="•"/>
              <a:defRPr sz="1800" b="0" kern="1200">
                <a:solidFill>
                  <a:schemeClr val="tx1"/>
                </a:solidFill>
                <a:latin typeface="+mn-lt"/>
                <a:ea typeface="+mn-ea"/>
                <a:cs typeface="+mn-cs"/>
              </a:defRPr>
            </a:lvl1pPr>
            <a:lvl2pPr marL="457200" indent="-223838" algn="l" defTabSz="914400" rtl="0" eaLnBrk="1" latinLnBrk="0" hangingPunct="1">
              <a:lnSpc>
                <a:spcPct val="100000"/>
              </a:lnSpc>
              <a:spcBef>
                <a:spcPts val="600"/>
              </a:spcBef>
              <a:buFont typeface="Calibri" panose="020F0502020204030204" pitchFamily="34" charset="0"/>
              <a:buChar char="–"/>
              <a:defRPr sz="1800" kern="1200">
                <a:solidFill>
                  <a:schemeClr val="tx1">
                    <a:lumMod val="50000"/>
                  </a:schemeClr>
                </a:solidFill>
                <a:latin typeface="+mn-lt"/>
                <a:ea typeface="+mn-ea"/>
                <a:cs typeface="+mn-cs"/>
              </a:defRPr>
            </a:lvl2pPr>
            <a:lvl3pPr marL="690563" indent="-233363" algn="l" defTabSz="914400" rtl="0" eaLnBrk="1" latinLnBrk="0" hangingPunct="1">
              <a:lnSpc>
                <a:spcPct val="100000"/>
              </a:lnSpc>
              <a:spcBef>
                <a:spcPts val="600"/>
              </a:spcBef>
              <a:buFont typeface="Wingdings" panose="05000000000000000000" pitchFamily="2" charset="2"/>
              <a:buChar char="§"/>
              <a:defRPr sz="1800" kern="1200">
                <a:solidFill>
                  <a:schemeClr val="tx1">
                    <a:lumMod val="50000"/>
                  </a:schemeClr>
                </a:solidFill>
                <a:latin typeface="+mn-lt"/>
                <a:ea typeface="+mn-ea"/>
                <a:cs typeface="+mn-cs"/>
              </a:defRPr>
            </a:lvl3pPr>
            <a:lvl4pPr marL="914400" indent="-223838" algn="l" defTabSz="914400" rtl="0" eaLnBrk="1" latinLnBrk="0" hangingPunct="1">
              <a:lnSpc>
                <a:spcPct val="100000"/>
              </a:lnSpc>
              <a:spcBef>
                <a:spcPts val="600"/>
              </a:spcBef>
              <a:buFont typeface="Courier New" panose="02070309020205020404" pitchFamily="49" charset="0"/>
              <a:buChar char="o"/>
              <a:defRPr sz="1800" kern="1200">
                <a:solidFill>
                  <a:schemeClr val="tx1">
                    <a:lumMod val="50000"/>
                  </a:schemeClr>
                </a:solidFill>
                <a:latin typeface="+mn-lt"/>
                <a:ea typeface="+mn-ea"/>
                <a:cs typeface="+mn-cs"/>
              </a:defRPr>
            </a:lvl4pPr>
            <a:lvl5pPr marL="1147763" indent="-233363" algn="l" defTabSz="914400" rtl="0" eaLnBrk="1" latinLnBrk="0" hangingPunct="1">
              <a:lnSpc>
                <a:spcPct val="100000"/>
              </a:lnSpc>
              <a:spcBef>
                <a:spcPts val="600"/>
              </a:spcBef>
              <a:buFont typeface="Wingdings" panose="05000000000000000000" pitchFamily="2" charset="2"/>
              <a:buChar char="Ø"/>
              <a:defRPr sz="1800" kern="1200">
                <a:solidFill>
                  <a:schemeClr val="tx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Font typeface="Arial" panose="020B0604020202020204" pitchFamily="34" charset="0"/>
              <a:buNone/>
            </a:pPr>
            <a:r>
              <a:rPr lang="en-US" sz="2000" b="1"/>
              <a:t>Notes</a:t>
            </a:r>
          </a:p>
          <a:p>
            <a:pPr>
              <a:spcBef>
                <a:spcPts val="1200"/>
              </a:spcBef>
            </a:pPr>
            <a:r>
              <a:rPr lang="en-US" sz="2000"/>
              <a:t>Lorem ipsum dolor sit </a:t>
            </a:r>
            <a:r>
              <a:rPr lang="en-US" sz="2000" err="1"/>
              <a:t>amet</a:t>
            </a:r>
            <a:r>
              <a:rPr lang="en-US" sz="2000"/>
              <a:t>, </a:t>
            </a:r>
            <a:r>
              <a:rPr lang="en-US" sz="2000" err="1"/>
              <a:t>consectetur</a:t>
            </a:r>
            <a:r>
              <a:rPr lang="en-US" sz="2000"/>
              <a:t> </a:t>
            </a:r>
            <a:r>
              <a:rPr lang="en-US" sz="2000" err="1"/>
              <a:t>adipiscing</a:t>
            </a:r>
            <a:r>
              <a:rPr lang="en-US" sz="2000"/>
              <a:t> elit</a:t>
            </a:r>
            <a:r>
              <a:rPr lang="en-US" sz="2000" baseline="30000"/>
              <a:t>1</a:t>
            </a:r>
          </a:p>
          <a:p>
            <a:pPr>
              <a:spcBef>
                <a:spcPts val="1200"/>
              </a:spcBef>
            </a:pPr>
            <a:r>
              <a:rPr lang="en-US" sz="2000" err="1"/>
              <a:t>Fusce</a:t>
            </a:r>
            <a:r>
              <a:rPr lang="en-US" sz="2000"/>
              <a:t> </a:t>
            </a:r>
            <a:r>
              <a:rPr lang="en-US" sz="2000" err="1"/>
              <a:t>ut</a:t>
            </a:r>
            <a:r>
              <a:rPr lang="en-US" sz="2000"/>
              <a:t> ante </a:t>
            </a:r>
            <a:r>
              <a:rPr lang="en-US" sz="2000" err="1"/>
              <a:t>varius</a:t>
            </a:r>
            <a:r>
              <a:rPr lang="en-US" sz="2000"/>
              <a:t>, </a:t>
            </a:r>
            <a:r>
              <a:rPr lang="en-US" sz="2000" err="1"/>
              <a:t>consequat</a:t>
            </a:r>
            <a:r>
              <a:rPr lang="en-US" sz="2000"/>
              <a:t> </a:t>
            </a:r>
            <a:r>
              <a:rPr lang="en-US" sz="2000" err="1"/>
              <a:t>sapien</a:t>
            </a:r>
            <a:r>
              <a:rPr lang="en-US" sz="2000"/>
              <a:t> et, </a:t>
            </a:r>
            <a:r>
              <a:rPr lang="en-US" sz="2000" err="1"/>
              <a:t>scelerisque</a:t>
            </a:r>
            <a:r>
              <a:rPr lang="en-US" sz="2000"/>
              <a:t> diam</a:t>
            </a:r>
            <a:r>
              <a:rPr lang="en-US" sz="2000" baseline="30000"/>
              <a:t>2</a:t>
            </a:r>
            <a:endParaRPr lang="en-US" sz="2000"/>
          </a:p>
          <a:p>
            <a:pPr>
              <a:spcBef>
                <a:spcPts val="1200"/>
              </a:spcBef>
            </a:pPr>
            <a:r>
              <a:rPr lang="en-US" sz="2000" err="1"/>
              <a:t>Interdum</a:t>
            </a:r>
            <a:r>
              <a:rPr lang="en-US" sz="2000"/>
              <a:t> et </a:t>
            </a:r>
            <a:r>
              <a:rPr lang="en-US" sz="2000" err="1"/>
              <a:t>malesuada</a:t>
            </a:r>
            <a:r>
              <a:rPr lang="en-US" sz="2000"/>
              <a:t> fames ac ante ipsum </a:t>
            </a:r>
            <a:r>
              <a:rPr lang="en-US" sz="2000" err="1"/>
              <a:t>primis</a:t>
            </a:r>
            <a:r>
              <a:rPr lang="en-US" sz="2000"/>
              <a:t> in faucibus</a:t>
            </a:r>
            <a:r>
              <a:rPr lang="en-US" sz="2000" baseline="30000"/>
              <a:t>3</a:t>
            </a:r>
            <a:endParaRPr lang="en-US" sz="2000"/>
          </a:p>
          <a:p>
            <a:pPr>
              <a:spcBef>
                <a:spcPts val="1200"/>
              </a:spcBef>
            </a:pPr>
            <a:r>
              <a:rPr lang="en-US" sz="2000"/>
              <a:t>Duis sed cursus </a:t>
            </a:r>
            <a:r>
              <a:rPr lang="en-US" sz="2000" err="1"/>
              <a:t>mauris</a:t>
            </a:r>
            <a:r>
              <a:rPr lang="en-US" sz="2000"/>
              <a:t>, </a:t>
            </a:r>
            <a:r>
              <a:rPr lang="en-US" sz="2000" err="1"/>
              <a:t>vulputate</a:t>
            </a:r>
            <a:r>
              <a:rPr lang="en-US" sz="2000"/>
              <a:t> </a:t>
            </a:r>
            <a:r>
              <a:rPr lang="en-US" sz="2000" err="1"/>
              <a:t>eleifend</a:t>
            </a:r>
            <a:r>
              <a:rPr lang="en-US" sz="2000"/>
              <a:t> risus</a:t>
            </a:r>
            <a:r>
              <a:rPr lang="en-US" sz="2000" baseline="30000"/>
              <a:t>4</a:t>
            </a:r>
            <a:endParaRPr lang="en-US" sz="2000"/>
          </a:p>
        </p:txBody>
      </p:sp>
    </p:spTree>
    <p:extLst>
      <p:ext uri="{BB962C8B-B14F-4D97-AF65-F5344CB8AC3E}">
        <p14:creationId xmlns:p14="http://schemas.microsoft.com/office/powerpoint/2010/main" val="2819423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F4199FD-72FE-5DA0-93E0-097D7DEF0334}"/>
              </a:ext>
            </a:extLst>
          </p:cNvPr>
          <p:cNvGraphicFramePr>
            <a:graphicFrameLocks noChangeAspect="1"/>
          </p:cNvGraphicFramePr>
          <p:nvPr>
            <p:custDataLst>
              <p:tags r:id="rId1"/>
            </p:custDataLst>
            <p:extLst>
              <p:ext uri="{D42A27DB-BD31-4B8C-83A1-F6EECF244321}">
                <p14:modId xmlns:p14="http://schemas.microsoft.com/office/powerpoint/2010/main" val="1655653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6" name="think-cell data - do not delete" hidden="1">
                        <a:extLst>
                          <a:ext uri="{FF2B5EF4-FFF2-40B4-BE49-F238E27FC236}">
                            <a16:creationId xmlns:a16="http://schemas.microsoft.com/office/drawing/2014/main" id="{2F4199FD-72FE-5DA0-93E0-097D7DEF033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0F5A9A-544D-17A1-D453-333D6BF54513}"/>
              </a:ext>
            </a:extLst>
          </p:cNvPr>
          <p:cNvSpPr>
            <a:spLocks noGrp="1"/>
          </p:cNvSpPr>
          <p:nvPr>
            <p:ph type="title"/>
          </p:nvPr>
        </p:nvSpPr>
        <p:spPr/>
        <p:txBody>
          <a:bodyPr vert="horz"/>
          <a:lstStyle/>
          <a:p>
            <a:r>
              <a:rPr lang="en-US"/>
              <a:t>Value Chain / Process Flow Slide</a:t>
            </a:r>
          </a:p>
        </p:txBody>
      </p:sp>
      <p:sp>
        <p:nvSpPr>
          <p:cNvPr id="3" name="Slide Number Placeholder 2">
            <a:extLst>
              <a:ext uri="{FF2B5EF4-FFF2-40B4-BE49-F238E27FC236}">
                <a16:creationId xmlns:a16="http://schemas.microsoft.com/office/drawing/2014/main" id="{04F61A53-B88A-CF35-AC63-2B2CE7CEEC74}"/>
              </a:ext>
            </a:extLst>
          </p:cNvPr>
          <p:cNvSpPr>
            <a:spLocks noGrp="1"/>
          </p:cNvSpPr>
          <p:nvPr>
            <p:ph type="sldNum" sz="quarter" idx="12"/>
          </p:nvPr>
        </p:nvSpPr>
        <p:spPr/>
        <p:txBody>
          <a:bodyPr/>
          <a:lstStyle/>
          <a:p>
            <a:fld id="{84D58D1B-E4CD-4092-A64A-067BEFC75A17}" type="slidenum">
              <a:rPr lang="en-US" smtClean="0"/>
              <a:pPr/>
              <a:t>9</a:t>
            </a:fld>
            <a:endParaRPr lang="en-US"/>
          </a:p>
        </p:txBody>
      </p:sp>
      <p:sp>
        <p:nvSpPr>
          <p:cNvPr id="4" name="Text Placeholder 3">
            <a:extLst>
              <a:ext uri="{FF2B5EF4-FFF2-40B4-BE49-F238E27FC236}">
                <a16:creationId xmlns:a16="http://schemas.microsoft.com/office/drawing/2014/main" id="{D19D555F-2BB5-E611-F8F7-6B2F767D62C6}"/>
              </a:ext>
            </a:extLst>
          </p:cNvPr>
          <p:cNvSpPr>
            <a:spLocks noGrp="1"/>
          </p:cNvSpPr>
          <p:nvPr>
            <p:ph type="body" sz="quarter" idx="15"/>
          </p:nvPr>
        </p:nvSpPr>
        <p:spPr/>
        <p:txBody>
          <a:bodyPr/>
          <a:lstStyle/>
          <a:p>
            <a:r>
              <a:rPr lang="en-US"/>
              <a:t>1 – [</a:t>
            </a:r>
            <a:r>
              <a:rPr lang="en-US" i="1"/>
              <a:t>clarifying commentary</a:t>
            </a:r>
            <a:r>
              <a:rPr lang="en-US"/>
              <a:t>]; 2 – Based on </a:t>
            </a:r>
            <a:r>
              <a:rPr lang="en-US" sz="1200"/>
              <a:t>Interview with Interviewee Name and/or Title, Organization</a:t>
            </a:r>
          </a:p>
          <a:p>
            <a:r>
              <a:rPr lang="en-US">
                <a:latin typeface="+mn-lt"/>
              </a:rPr>
              <a:t>Sourc</a:t>
            </a:r>
            <a:r>
              <a:rPr lang="en-US"/>
              <a:t>e: Market Report 99, Newry interviews</a:t>
            </a:r>
            <a:endParaRPr lang="en-US" sz="1200">
              <a:latin typeface="+mn-lt"/>
            </a:endParaRPr>
          </a:p>
          <a:p>
            <a:r>
              <a:rPr lang="en-US"/>
              <a:t> </a:t>
            </a:r>
          </a:p>
        </p:txBody>
      </p:sp>
      <p:sp>
        <p:nvSpPr>
          <p:cNvPr id="9" name="Text Placeholder 3">
            <a:extLst>
              <a:ext uri="{FF2B5EF4-FFF2-40B4-BE49-F238E27FC236}">
                <a16:creationId xmlns:a16="http://schemas.microsoft.com/office/drawing/2014/main" id="{6B77537E-663F-7F32-FFB1-22EA9F325A6F}"/>
              </a:ext>
            </a:extLst>
          </p:cNvPr>
          <p:cNvSpPr txBox="1">
            <a:spLocks/>
          </p:cNvSpPr>
          <p:nvPr/>
        </p:nvSpPr>
        <p:spPr>
          <a:xfrm>
            <a:off x="381594" y="1211743"/>
            <a:ext cx="3570514" cy="460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solidFill>
                  <a:schemeClr val="accent2"/>
                </a:solidFill>
              </a:rPr>
              <a:t>TITLE</a:t>
            </a:r>
          </a:p>
        </p:txBody>
      </p:sp>
      <p:sp>
        <p:nvSpPr>
          <p:cNvPr id="10" name="Arrow: Pentagon 9">
            <a:extLst>
              <a:ext uri="{FF2B5EF4-FFF2-40B4-BE49-F238E27FC236}">
                <a16:creationId xmlns:a16="http://schemas.microsoft.com/office/drawing/2014/main" id="{91121906-832D-022A-442C-F3AAB1C60814}"/>
              </a:ext>
            </a:extLst>
          </p:cNvPr>
          <p:cNvSpPr/>
          <p:nvPr/>
        </p:nvSpPr>
        <p:spPr>
          <a:xfrm>
            <a:off x="381595" y="1683273"/>
            <a:ext cx="3036846" cy="844488"/>
          </a:xfrm>
          <a:prstGeom prst="homePlat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rgbClr val="000000"/>
                </a:solidFill>
              </a:rPr>
              <a:t>Text</a:t>
            </a:r>
          </a:p>
        </p:txBody>
      </p:sp>
      <p:sp>
        <p:nvSpPr>
          <p:cNvPr id="11" name="Arrow: Chevron 10">
            <a:extLst>
              <a:ext uri="{FF2B5EF4-FFF2-40B4-BE49-F238E27FC236}">
                <a16:creationId xmlns:a16="http://schemas.microsoft.com/office/drawing/2014/main" id="{84716603-AD67-BA17-BEA6-74376F5CE74F}"/>
              </a:ext>
            </a:extLst>
          </p:cNvPr>
          <p:cNvSpPr/>
          <p:nvPr/>
        </p:nvSpPr>
        <p:spPr>
          <a:xfrm>
            <a:off x="3148151" y="1683273"/>
            <a:ext cx="3036846" cy="844488"/>
          </a:xfrm>
          <a:prstGeom prst="chevron">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rgbClr val="000000"/>
                </a:solidFill>
              </a:rPr>
              <a:t>Text</a:t>
            </a:r>
          </a:p>
        </p:txBody>
      </p:sp>
      <p:sp>
        <p:nvSpPr>
          <p:cNvPr id="12" name="Arrow: Chevron 11">
            <a:extLst>
              <a:ext uri="{FF2B5EF4-FFF2-40B4-BE49-F238E27FC236}">
                <a16:creationId xmlns:a16="http://schemas.microsoft.com/office/drawing/2014/main" id="{613C14F9-B2B8-C808-60A8-2D76C4248647}"/>
              </a:ext>
            </a:extLst>
          </p:cNvPr>
          <p:cNvSpPr/>
          <p:nvPr/>
        </p:nvSpPr>
        <p:spPr>
          <a:xfrm>
            <a:off x="5914707" y="1683273"/>
            <a:ext cx="3036846" cy="844488"/>
          </a:xfrm>
          <a:prstGeom prst="chevron">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rgbClr val="000000"/>
                </a:solidFill>
              </a:rPr>
              <a:t>Text</a:t>
            </a:r>
          </a:p>
        </p:txBody>
      </p:sp>
      <p:sp>
        <p:nvSpPr>
          <p:cNvPr id="13" name="Arrow: Chevron 12">
            <a:extLst>
              <a:ext uri="{FF2B5EF4-FFF2-40B4-BE49-F238E27FC236}">
                <a16:creationId xmlns:a16="http://schemas.microsoft.com/office/drawing/2014/main" id="{32C18F2F-F7E6-4B49-0B5D-F519D7D4541E}"/>
              </a:ext>
            </a:extLst>
          </p:cNvPr>
          <p:cNvSpPr/>
          <p:nvPr/>
        </p:nvSpPr>
        <p:spPr>
          <a:xfrm>
            <a:off x="8681261" y="1683273"/>
            <a:ext cx="3130045" cy="844488"/>
          </a:xfrm>
          <a:prstGeom prst="chevron">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b="1">
                <a:solidFill>
                  <a:srgbClr val="000000"/>
                </a:solidFill>
              </a:rPr>
              <a:t>Text</a:t>
            </a:r>
          </a:p>
        </p:txBody>
      </p:sp>
      <p:sp>
        <p:nvSpPr>
          <p:cNvPr id="14" name="TextBox 13">
            <a:extLst>
              <a:ext uri="{FF2B5EF4-FFF2-40B4-BE49-F238E27FC236}">
                <a16:creationId xmlns:a16="http://schemas.microsoft.com/office/drawing/2014/main" id="{91D78EC2-3DF8-C5FC-FD5E-0DCBC6CA7E43}"/>
              </a:ext>
            </a:extLst>
          </p:cNvPr>
          <p:cNvSpPr txBox="1"/>
          <p:nvPr/>
        </p:nvSpPr>
        <p:spPr>
          <a:xfrm>
            <a:off x="381594" y="2709823"/>
            <a:ext cx="2664122" cy="1308050"/>
          </a:xfrm>
          <a:prstGeom prst="rect">
            <a:avLst/>
          </a:prstGeom>
          <a:noFill/>
          <a:ln>
            <a:noFill/>
          </a:ln>
        </p:spPr>
        <p:txBody>
          <a:bodyPr wrap="square">
            <a:spAutoFit/>
          </a:bodyPr>
          <a:lstStyle/>
          <a:p>
            <a:pPr marL="231775" indent="-231775" defTabSz="609585">
              <a:spcBef>
                <a:spcPts val="600"/>
              </a:spcBef>
              <a:buFont typeface="Arial"/>
              <a:buChar char="•"/>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Supporting point</a:t>
            </a:r>
            <a:r>
              <a:rPr lang="en-US" sz="1600" baseline="30000"/>
              <a:t>1</a:t>
            </a:r>
            <a:endParaRPr kumimoji="0" lang="en-US" sz="1600" b="0" i="0" u="none" strike="noStrike" kern="1200" cap="none" spc="0" normalizeH="0" baseline="0" noProof="0">
              <a:ln>
                <a:noFill/>
              </a:ln>
              <a:solidFill>
                <a:srgbClr val="000000">
                  <a:lumMod val="50000"/>
                </a:srgbClr>
              </a:solidFill>
              <a:effectLst/>
              <a:uLnTx/>
              <a:uFillTx/>
              <a:ea typeface="+mn-ea"/>
              <a:cs typeface="+mn-cs"/>
            </a:endParaRPr>
          </a:p>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Sub-supporting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Sub supporting point</a:t>
            </a:r>
            <a:endParaRPr lang="en-US" sz="1400"/>
          </a:p>
        </p:txBody>
      </p:sp>
      <p:sp>
        <p:nvSpPr>
          <p:cNvPr id="15" name="TextBox 14">
            <a:extLst>
              <a:ext uri="{FF2B5EF4-FFF2-40B4-BE49-F238E27FC236}">
                <a16:creationId xmlns:a16="http://schemas.microsoft.com/office/drawing/2014/main" id="{45858BAD-1AF3-1D27-A432-0857D62670B8}"/>
              </a:ext>
            </a:extLst>
          </p:cNvPr>
          <p:cNvSpPr txBox="1"/>
          <p:nvPr/>
        </p:nvSpPr>
        <p:spPr>
          <a:xfrm>
            <a:off x="3148150" y="2709823"/>
            <a:ext cx="2664122" cy="1308050"/>
          </a:xfrm>
          <a:prstGeom prst="rect">
            <a:avLst/>
          </a:prstGeom>
          <a:noFill/>
          <a:ln>
            <a:noFill/>
          </a:ln>
        </p:spPr>
        <p:txBody>
          <a:bodyPr wrap="square">
            <a:spAutoFit/>
          </a:bodyPr>
          <a:lstStyle/>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Supporting point</a:t>
            </a:r>
          </a:p>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Supporting point</a:t>
            </a:r>
            <a:r>
              <a:rPr lang="en-US" sz="1600" baseline="30000"/>
              <a:t>2</a:t>
            </a:r>
            <a:endParaRPr kumimoji="0" lang="en-US" sz="1600" b="0" i="0" u="none" strike="noStrike" kern="1200" cap="none" spc="0" normalizeH="0" baseline="0" noProof="0">
              <a:ln>
                <a:noFill/>
              </a:ln>
              <a:solidFill>
                <a:srgbClr val="000000">
                  <a:lumMod val="50000"/>
                </a:srgbClr>
              </a:solidFill>
              <a:effectLst/>
              <a:uLnTx/>
              <a:uFillTx/>
              <a:ea typeface="+mn-ea"/>
              <a:cs typeface="+mn-cs"/>
            </a:endParaRP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Sub-supporting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Sub supporting point</a:t>
            </a:r>
            <a:endParaRPr lang="en-US" sz="1400"/>
          </a:p>
        </p:txBody>
      </p:sp>
      <p:sp>
        <p:nvSpPr>
          <p:cNvPr id="16" name="TextBox 15">
            <a:extLst>
              <a:ext uri="{FF2B5EF4-FFF2-40B4-BE49-F238E27FC236}">
                <a16:creationId xmlns:a16="http://schemas.microsoft.com/office/drawing/2014/main" id="{F1F6AD52-AD50-AC37-72F4-A702DF4FC7ED}"/>
              </a:ext>
            </a:extLst>
          </p:cNvPr>
          <p:cNvSpPr txBox="1"/>
          <p:nvPr/>
        </p:nvSpPr>
        <p:spPr>
          <a:xfrm>
            <a:off x="5914706" y="2709823"/>
            <a:ext cx="2664122" cy="1308050"/>
          </a:xfrm>
          <a:prstGeom prst="rect">
            <a:avLst/>
          </a:prstGeom>
          <a:noFill/>
          <a:ln>
            <a:noFill/>
          </a:ln>
        </p:spPr>
        <p:txBody>
          <a:bodyPr wrap="square">
            <a:spAutoFit/>
          </a:bodyPr>
          <a:lstStyle/>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Supporting point</a:t>
            </a:r>
          </a:p>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Sub-supporting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Sub supporting point</a:t>
            </a:r>
            <a:endParaRPr lang="en-US" sz="1400"/>
          </a:p>
        </p:txBody>
      </p:sp>
      <p:sp>
        <p:nvSpPr>
          <p:cNvPr id="17" name="TextBox 16">
            <a:extLst>
              <a:ext uri="{FF2B5EF4-FFF2-40B4-BE49-F238E27FC236}">
                <a16:creationId xmlns:a16="http://schemas.microsoft.com/office/drawing/2014/main" id="{0AD2D7DD-D765-958F-FF1E-5E5869962EFB}"/>
              </a:ext>
            </a:extLst>
          </p:cNvPr>
          <p:cNvSpPr txBox="1"/>
          <p:nvPr/>
        </p:nvSpPr>
        <p:spPr>
          <a:xfrm>
            <a:off x="8681261" y="2709952"/>
            <a:ext cx="2664122" cy="1308050"/>
          </a:xfrm>
          <a:prstGeom prst="rect">
            <a:avLst/>
          </a:prstGeom>
          <a:noFill/>
          <a:ln>
            <a:noFill/>
          </a:ln>
        </p:spPr>
        <p:txBody>
          <a:bodyPr wrap="square">
            <a:spAutoFit/>
          </a:bodyPr>
          <a:lstStyle/>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Supporting point</a:t>
            </a:r>
          </a:p>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Sub-supporting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ea typeface="+mn-ea"/>
                <a:cs typeface="+mn-cs"/>
              </a:rPr>
              <a:t>Sub supporting point</a:t>
            </a:r>
            <a:endParaRPr lang="en-US" sz="1400"/>
          </a:p>
        </p:txBody>
      </p:sp>
    </p:spTree>
    <p:extLst>
      <p:ext uri="{BB962C8B-B14F-4D97-AF65-F5344CB8AC3E}">
        <p14:creationId xmlns:p14="http://schemas.microsoft.com/office/powerpoint/2010/main" val="78779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908E74A6-28C7-76EF-BD2E-D8E4C32A6B64}"/>
              </a:ext>
            </a:extLst>
          </p:cNvPr>
          <p:cNvGraphicFramePr>
            <a:graphicFrameLocks noChangeAspect="1"/>
          </p:cNvGraphicFramePr>
          <p:nvPr>
            <p:custDataLst>
              <p:tags r:id="rId1"/>
            </p:custDataLst>
            <p:extLst>
              <p:ext uri="{D42A27DB-BD31-4B8C-83A1-F6EECF244321}">
                <p14:modId xmlns:p14="http://schemas.microsoft.com/office/powerpoint/2010/main" val="21360762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7" name="think-cell data - do not delete" hidden="1">
                        <a:extLst>
                          <a:ext uri="{FF2B5EF4-FFF2-40B4-BE49-F238E27FC236}">
                            <a16:creationId xmlns:a16="http://schemas.microsoft.com/office/drawing/2014/main" id="{908E74A6-28C7-76EF-BD2E-D8E4C32A6B6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7D83C8F-458B-E7F3-91B1-6401E26995E7}"/>
              </a:ext>
            </a:extLst>
          </p:cNvPr>
          <p:cNvSpPr>
            <a:spLocks noGrp="1"/>
          </p:cNvSpPr>
          <p:nvPr>
            <p:ph type="title"/>
          </p:nvPr>
        </p:nvSpPr>
        <p:spPr/>
        <p:txBody>
          <a:bodyPr vert="horz"/>
          <a:lstStyle/>
          <a:p>
            <a:r>
              <a:rPr lang="en-US"/>
              <a:t>Timeline Slide</a:t>
            </a:r>
          </a:p>
        </p:txBody>
      </p:sp>
      <p:sp>
        <p:nvSpPr>
          <p:cNvPr id="4" name="Slide Number Placeholder 3">
            <a:extLst>
              <a:ext uri="{FF2B5EF4-FFF2-40B4-BE49-F238E27FC236}">
                <a16:creationId xmlns:a16="http://schemas.microsoft.com/office/drawing/2014/main" id="{0FCB038B-BADA-738B-7CDA-BF3FDE24CB02}"/>
              </a:ext>
            </a:extLst>
          </p:cNvPr>
          <p:cNvSpPr>
            <a:spLocks noGrp="1"/>
          </p:cNvSpPr>
          <p:nvPr>
            <p:ph type="sldNum" sz="quarter" idx="12"/>
          </p:nvPr>
        </p:nvSpPr>
        <p:spPr/>
        <p:txBody>
          <a:bodyPr/>
          <a:lstStyle/>
          <a:p>
            <a:fld id="{84D58D1B-E4CD-4092-A64A-067BEFC75A17}" type="slidenum">
              <a:rPr lang="en-US" smtClean="0"/>
              <a:pPr/>
              <a:t>10</a:t>
            </a:fld>
            <a:endParaRPr lang="en-US"/>
          </a:p>
        </p:txBody>
      </p:sp>
      <p:sp>
        <p:nvSpPr>
          <p:cNvPr id="5" name="Text Placeholder 4">
            <a:extLst>
              <a:ext uri="{FF2B5EF4-FFF2-40B4-BE49-F238E27FC236}">
                <a16:creationId xmlns:a16="http://schemas.microsoft.com/office/drawing/2014/main" id="{28766F17-1EB6-6442-DAFA-AC74593CD258}"/>
              </a:ext>
            </a:extLst>
          </p:cNvPr>
          <p:cNvSpPr>
            <a:spLocks noGrp="1"/>
          </p:cNvSpPr>
          <p:nvPr>
            <p:ph type="body" sz="quarter" idx="15"/>
          </p:nvPr>
        </p:nvSpPr>
        <p:spPr/>
        <p:txBody>
          <a:bodyPr/>
          <a:lstStyle/>
          <a:p>
            <a:r>
              <a:rPr lang="en-US"/>
              <a:t>Source: Company Website, </a:t>
            </a:r>
            <a:r>
              <a:rPr lang="en-US" sz="1200"/>
              <a:t>“Article </a:t>
            </a:r>
            <a:r>
              <a:rPr lang="en-US" sz="1200" baseline="0"/>
              <a:t>Title In Quotes with a Hyperlink”</a:t>
            </a:r>
            <a:endParaRPr lang="en-US" sz="1200">
              <a:latin typeface="+mn-lt"/>
            </a:endParaRPr>
          </a:p>
          <a:p>
            <a:r>
              <a:rPr lang="en-US"/>
              <a:t>  </a:t>
            </a:r>
          </a:p>
        </p:txBody>
      </p:sp>
      <p:cxnSp>
        <p:nvCxnSpPr>
          <p:cNvPr id="6" name="Straight Connector 5">
            <a:extLst>
              <a:ext uri="{FF2B5EF4-FFF2-40B4-BE49-F238E27FC236}">
                <a16:creationId xmlns:a16="http://schemas.microsoft.com/office/drawing/2014/main" id="{75FA933F-E5B2-68D7-01A9-5FB0C7909926}"/>
              </a:ext>
            </a:extLst>
          </p:cNvPr>
          <p:cNvCxnSpPr>
            <a:cxnSpLocks/>
          </p:cNvCxnSpPr>
          <p:nvPr/>
        </p:nvCxnSpPr>
        <p:spPr>
          <a:xfrm>
            <a:off x="377686" y="1921865"/>
            <a:ext cx="11419079" cy="0"/>
          </a:xfrm>
          <a:prstGeom prst="line">
            <a:avLst/>
          </a:prstGeom>
          <a:ln w="19050">
            <a:solidFill>
              <a:schemeClr val="tx1">
                <a:lumMod val="50000"/>
                <a:lumOff val="50000"/>
              </a:schemeClr>
            </a:solidFill>
            <a:tailEnd type="none"/>
          </a:ln>
        </p:spPr>
        <p:style>
          <a:lnRef idx="1">
            <a:schemeClr val="accent2"/>
          </a:lnRef>
          <a:fillRef idx="0">
            <a:schemeClr val="accent2"/>
          </a:fillRef>
          <a:effectRef idx="0">
            <a:schemeClr val="accent2"/>
          </a:effectRef>
          <a:fontRef idx="minor">
            <a:schemeClr val="tx1"/>
          </a:fontRef>
        </p:style>
      </p:cxnSp>
      <p:sp>
        <p:nvSpPr>
          <p:cNvPr id="7" name="Text Placeholder 3">
            <a:extLst>
              <a:ext uri="{FF2B5EF4-FFF2-40B4-BE49-F238E27FC236}">
                <a16:creationId xmlns:a16="http://schemas.microsoft.com/office/drawing/2014/main" id="{B2490A19-F490-FE98-C3B4-E4A3675C5EC8}"/>
              </a:ext>
            </a:extLst>
          </p:cNvPr>
          <p:cNvSpPr txBox="1">
            <a:spLocks/>
          </p:cNvSpPr>
          <p:nvPr/>
        </p:nvSpPr>
        <p:spPr>
          <a:xfrm>
            <a:off x="377685" y="1156195"/>
            <a:ext cx="3570514" cy="460588"/>
          </a:xfrm>
          <a:prstGeom prst="rect">
            <a:avLst/>
          </a:prstGeom>
        </p:spPr>
        <p:txBody>
          <a:bodyPr/>
          <a:lstStyle>
            <a:lvl1pPr marL="231775" indent="-231775" algn="l" defTabSz="609585" rtl="0" eaLnBrk="1" latinLnBrk="0" hangingPunct="1">
              <a:spcBef>
                <a:spcPct val="20000"/>
              </a:spcBef>
              <a:buFont typeface="Arial"/>
              <a:buChar char="•"/>
              <a:defRPr sz="2000" kern="1200">
                <a:solidFill>
                  <a:schemeClr val="tx1">
                    <a:lumMod val="50000"/>
                  </a:schemeClr>
                </a:solidFill>
                <a:latin typeface="+mn-lt"/>
                <a:ea typeface="+mn-ea"/>
                <a:cs typeface="+mn-cs"/>
              </a:defRPr>
            </a:lvl1pPr>
            <a:lvl2pPr marL="461963" indent="-230188" algn="l" defTabSz="609585" rtl="0" eaLnBrk="1" latinLnBrk="0" hangingPunct="1">
              <a:spcBef>
                <a:spcPct val="20000"/>
              </a:spcBef>
              <a:buFont typeface="Arial"/>
              <a:buChar char="–"/>
              <a:defRPr sz="2000" kern="1200">
                <a:solidFill>
                  <a:schemeClr val="tx1">
                    <a:lumMod val="50000"/>
                  </a:schemeClr>
                </a:solidFill>
                <a:latin typeface="+mn-lt"/>
                <a:ea typeface="+mn-ea"/>
                <a:cs typeface="+mn-cs"/>
              </a:defRPr>
            </a:lvl2pPr>
            <a:lvl3pPr marL="682625" indent="-220663" algn="l" defTabSz="609585" rtl="0" eaLnBrk="1" latinLnBrk="0" hangingPunct="1">
              <a:spcBef>
                <a:spcPct val="20000"/>
              </a:spcBef>
              <a:buFont typeface="Wingdings" panose="05000000000000000000" pitchFamily="2" charset="2"/>
              <a:buChar char="§"/>
              <a:defRPr sz="2000" kern="1200">
                <a:solidFill>
                  <a:schemeClr val="tx1">
                    <a:lumMod val="50000"/>
                  </a:schemeClr>
                </a:solidFill>
                <a:latin typeface="+mn-lt"/>
                <a:ea typeface="+mn-ea"/>
                <a:cs typeface="+mn-cs"/>
              </a:defRPr>
            </a:lvl3pPr>
            <a:lvl4pPr marL="914400" indent="-231775" algn="l" defTabSz="609585" rtl="0" eaLnBrk="1" latinLnBrk="0" hangingPunct="1">
              <a:spcBef>
                <a:spcPct val="20000"/>
              </a:spcBef>
              <a:buFont typeface="Courier New" panose="02070309020205020404" pitchFamily="49" charset="0"/>
              <a:buChar char="o"/>
              <a:defRPr sz="2000" kern="1200">
                <a:solidFill>
                  <a:schemeClr val="tx1">
                    <a:lumMod val="50000"/>
                  </a:schemeClr>
                </a:solidFill>
                <a:latin typeface="+mn-lt"/>
                <a:ea typeface="+mn-ea"/>
                <a:cs typeface="+mn-cs"/>
              </a:defRPr>
            </a:lvl4pPr>
            <a:lvl5pPr marL="1146175" indent="-231775" algn="l" defTabSz="609585" rtl="0" eaLnBrk="1" latinLnBrk="0" hangingPunct="1">
              <a:spcBef>
                <a:spcPct val="20000"/>
              </a:spcBef>
              <a:buFont typeface="Arial"/>
              <a:buChar char="»"/>
              <a:defRPr sz="2000" kern="1200">
                <a:solidFill>
                  <a:schemeClr val="tx1">
                    <a:lumMod val="50000"/>
                  </a:schemeClr>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b="1">
                <a:solidFill>
                  <a:schemeClr val="accent2"/>
                </a:solidFill>
              </a:rPr>
              <a:t>TITLE</a:t>
            </a:r>
          </a:p>
        </p:txBody>
      </p:sp>
      <p:sp>
        <p:nvSpPr>
          <p:cNvPr id="8" name="TextBox 7">
            <a:extLst>
              <a:ext uri="{FF2B5EF4-FFF2-40B4-BE49-F238E27FC236}">
                <a16:creationId xmlns:a16="http://schemas.microsoft.com/office/drawing/2014/main" id="{CA9F740F-D1FF-43E8-580F-D07747E0CFFE}"/>
              </a:ext>
            </a:extLst>
          </p:cNvPr>
          <p:cNvSpPr txBox="1"/>
          <p:nvPr/>
        </p:nvSpPr>
        <p:spPr>
          <a:xfrm>
            <a:off x="377686" y="2088014"/>
            <a:ext cx="772886" cy="457200"/>
          </a:xfrm>
          <a:prstGeom prst="rect">
            <a:avLst/>
          </a:prstGeom>
          <a:noFill/>
          <a:ln>
            <a:noFill/>
          </a:ln>
        </p:spPr>
        <p:txBody>
          <a:bodyPr wrap="square" lIns="91440" tIns="91440" rIns="91440" bIns="91440" rtlCol="0">
            <a:noAutofit/>
          </a:bodyPr>
          <a:lstStyle/>
          <a:p>
            <a:pPr algn="ctr"/>
            <a:r>
              <a:rPr lang="en-US">
                <a:solidFill>
                  <a:srgbClr val="000000"/>
                </a:solidFill>
              </a:rPr>
              <a:t>YEAR</a:t>
            </a:r>
          </a:p>
        </p:txBody>
      </p:sp>
      <p:sp>
        <p:nvSpPr>
          <p:cNvPr id="9" name="TextBox 8">
            <a:extLst>
              <a:ext uri="{FF2B5EF4-FFF2-40B4-BE49-F238E27FC236}">
                <a16:creationId xmlns:a16="http://schemas.microsoft.com/office/drawing/2014/main" id="{58B56A29-A947-D2CB-570B-41490F9F6805}"/>
              </a:ext>
            </a:extLst>
          </p:cNvPr>
          <p:cNvSpPr txBox="1"/>
          <p:nvPr/>
        </p:nvSpPr>
        <p:spPr>
          <a:xfrm>
            <a:off x="1560596" y="2088014"/>
            <a:ext cx="772886" cy="457200"/>
          </a:xfrm>
          <a:prstGeom prst="rect">
            <a:avLst/>
          </a:prstGeom>
          <a:noFill/>
          <a:ln>
            <a:noFill/>
          </a:ln>
        </p:spPr>
        <p:txBody>
          <a:bodyPr wrap="square" lIns="91440" tIns="91440" rIns="91440" bIns="91440" rtlCol="0">
            <a:noAutofit/>
          </a:bodyPr>
          <a:lstStyle/>
          <a:p>
            <a:pPr algn="ctr"/>
            <a:r>
              <a:rPr lang="en-US">
                <a:solidFill>
                  <a:srgbClr val="000000"/>
                </a:solidFill>
              </a:rPr>
              <a:t>YEAR</a:t>
            </a:r>
          </a:p>
        </p:txBody>
      </p:sp>
      <p:sp>
        <p:nvSpPr>
          <p:cNvPr id="10" name="TextBox 9">
            <a:extLst>
              <a:ext uri="{FF2B5EF4-FFF2-40B4-BE49-F238E27FC236}">
                <a16:creationId xmlns:a16="http://schemas.microsoft.com/office/drawing/2014/main" id="{D2925D39-153B-C25C-E808-844D8655142F}"/>
              </a:ext>
            </a:extLst>
          </p:cNvPr>
          <p:cNvSpPr txBox="1"/>
          <p:nvPr/>
        </p:nvSpPr>
        <p:spPr>
          <a:xfrm>
            <a:off x="2743506" y="2088014"/>
            <a:ext cx="772886" cy="457200"/>
          </a:xfrm>
          <a:prstGeom prst="rect">
            <a:avLst/>
          </a:prstGeom>
          <a:noFill/>
          <a:ln>
            <a:noFill/>
          </a:ln>
        </p:spPr>
        <p:txBody>
          <a:bodyPr wrap="square" lIns="91440" tIns="91440" rIns="91440" bIns="91440" rtlCol="0">
            <a:noAutofit/>
          </a:bodyPr>
          <a:lstStyle/>
          <a:p>
            <a:pPr algn="ctr"/>
            <a:r>
              <a:rPr lang="en-US">
                <a:solidFill>
                  <a:srgbClr val="000000"/>
                </a:solidFill>
              </a:rPr>
              <a:t>YEAR</a:t>
            </a:r>
          </a:p>
        </p:txBody>
      </p:sp>
      <p:sp>
        <p:nvSpPr>
          <p:cNvPr id="11" name="TextBox 10">
            <a:extLst>
              <a:ext uri="{FF2B5EF4-FFF2-40B4-BE49-F238E27FC236}">
                <a16:creationId xmlns:a16="http://schemas.microsoft.com/office/drawing/2014/main" id="{F12BB753-4D3B-0A98-C11B-05AF36550E6E}"/>
              </a:ext>
            </a:extLst>
          </p:cNvPr>
          <p:cNvSpPr txBox="1"/>
          <p:nvPr/>
        </p:nvSpPr>
        <p:spPr>
          <a:xfrm>
            <a:off x="3926416" y="2088014"/>
            <a:ext cx="772886" cy="457200"/>
          </a:xfrm>
          <a:prstGeom prst="rect">
            <a:avLst/>
          </a:prstGeom>
          <a:noFill/>
          <a:ln>
            <a:noFill/>
          </a:ln>
        </p:spPr>
        <p:txBody>
          <a:bodyPr wrap="square" lIns="91440" tIns="91440" rIns="91440" bIns="91440" rtlCol="0">
            <a:noAutofit/>
          </a:bodyPr>
          <a:lstStyle/>
          <a:p>
            <a:pPr algn="ctr"/>
            <a:r>
              <a:rPr lang="en-US">
                <a:solidFill>
                  <a:srgbClr val="000000"/>
                </a:solidFill>
              </a:rPr>
              <a:t>YEAR</a:t>
            </a:r>
          </a:p>
        </p:txBody>
      </p:sp>
      <p:sp>
        <p:nvSpPr>
          <p:cNvPr id="12" name="TextBox 11">
            <a:extLst>
              <a:ext uri="{FF2B5EF4-FFF2-40B4-BE49-F238E27FC236}">
                <a16:creationId xmlns:a16="http://schemas.microsoft.com/office/drawing/2014/main" id="{E3A59A60-A846-AE98-BE6E-D81890334750}"/>
              </a:ext>
            </a:extLst>
          </p:cNvPr>
          <p:cNvSpPr txBox="1"/>
          <p:nvPr/>
        </p:nvSpPr>
        <p:spPr>
          <a:xfrm>
            <a:off x="5109326" y="2088014"/>
            <a:ext cx="772886" cy="457200"/>
          </a:xfrm>
          <a:prstGeom prst="rect">
            <a:avLst/>
          </a:prstGeom>
          <a:noFill/>
          <a:ln>
            <a:noFill/>
          </a:ln>
        </p:spPr>
        <p:txBody>
          <a:bodyPr wrap="square" lIns="91440" tIns="91440" rIns="91440" bIns="91440" rtlCol="0">
            <a:noAutofit/>
          </a:bodyPr>
          <a:lstStyle/>
          <a:p>
            <a:pPr algn="ctr"/>
            <a:r>
              <a:rPr lang="en-US">
                <a:solidFill>
                  <a:srgbClr val="000000"/>
                </a:solidFill>
              </a:rPr>
              <a:t>YEAR</a:t>
            </a:r>
          </a:p>
        </p:txBody>
      </p:sp>
      <p:sp>
        <p:nvSpPr>
          <p:cNvPr id="13" name="TextBox 12">
            <a:extLst>
              <a:ext uri="{FF2B5EF4-FFF2-40B4-BE49-F238E27FC236}">
                <a16:creationId xmlns:a16="http://schemas.microsoft.com/office/drawing/2014/main" id="{DFC34876-E977-5FAB-5EAD-FD168AB2BB0A}"/>
              </a:ext>
            </a:extLst>
          </p:cNvPr>
          <p:cNvSpPr txBox="1"/>
          <p:nvPr/>
        </p:nvSpPr>
        <p:spPr>
          <a:xfrm>
            <a:off x="6292236" y="2088014"/>
            <a:ext cx="772886" cy="457200"/>
          </a:xfrm>
          <a:prstGeom prst="rect">
            <a:avLst/>
          </a:prstGeom>
          <a:noFill/>
          <a:ln>
            <a:noFill/>
          </a:ln>
        </p:spPr>
        <p:txBody>
          <a:bodyPr wrap="square" lIns="91440" tIns="91440" rIns="91440" bIns="91440" rtlCol="0">
            <a:noAutofit/>
          </a:bodyPr>
          <a:lstStyle/>
          <a:p>
            <a:pPr algn="ctr"/>
            <a:r>
              <a:rPr lang="en-US">
                <a:solidFill>
                  <a:srgbClr val="000000"/>
                </a:solidFill>
              </a:rPr>
              <a:t>YEAR</a:t>
            </a:r>
          </a:p>
        </p:txBody>
      </p:sp>
      <p:sp>
        <p:nvSpPr>
          <p:cNvPr id="14" name="TextBox 13">
            <a:extLst>
              <a:ext uri="{FF2B5EF4-FFF2-40B4-BE49-F238E27FC236}">
                <a16:creationId xmlns:a16="http://schemas.microsoft.com/office/drawing/2014/main" id="{CF7920E1-2A95-03A6-27F2-755B833446B9}"/>
              </a:ext>
            </a:extLst>
          </p:cNvPr>
          <p:cNvSpPr txBox="1"/>
          <p:nvPr/>
        </p:nvSpPr>
        <p:spPr>
          <a:xfrm>
            <a:off x="7475146" y="2088014"/>
            <a:ext cx="772886" cy="457200"/>
          </a:xfrm>
          <a:prstGeom prst="rect">
            <a:avLst/>
          </a:prstGeom>
          <a:noFill/>
          <a:ln>
            <a:noFill/>
          </a:ln>
        </p:spPr>
        <p:txBody>
          <a:bodyPr wrap="square" lIns="91440" tIns="91440" rIns="91440" bIns="91440" rtlCol="0">
            <a:noAutofit/>
          </a:bodyPr>
          <a:lstStyle/>
          <a:p>
            <a:pPr algn="ctr"/>
            <a:r>
              <a:rPr lang="en-US">
                <a:solidFill>
                  <a:srgbClr val="000000"/>
                </a:solidFill>
              </a:rPr>
              <a:t>YEAR</a:t>
            </a:r>
          </a:p>
        </p:txBody>
      </p:sp>
      <p:sp>
        <p:nvSpPr>
          <p:cNvPr id="15" name="TextBox 14">
            <a:extLst>
              <a:ext uri="{FF2B5EF4-FFF2-40B4-BE49-F238E27FC236}">
                <a16:creationId xmlns:a16="http://schemas.microsoft.com/office/drawing/2014/main" id="{6572EA18-E185-8D01-B580-CE8D22C35ECE}"/>
              </a:ext>
            </a:extLst>
          </p:cNvPr>
          <p:cNvSpPr txBox="1"/>
          <p:nvPr/>
        </p:nvSpPr>
        <p:spPr>
          <a:xfrm>
            <a:off x="8658056" y="2088014"/>
            <a:ext cx="772886" cy="457200"/>
          </a:xfrm>
          <a:prstGeom prst="rect">
            <a:avLst/>
          </a:prstGeom>
          <a:noFill/>
          <a:ln>
            <a:noFill/>
          </a:ln>
        </p:spPr>
        <p:txBody>
          <a:bodyPr wrap="square" lIns="91440" tIns="91440" rIns="91440" bIns="91440" rtlCol="0">
            <a:noAutofit/>
          </a:bodyPr>
          <a:lstStyle/>
          <a:p>
            <a:pPr algn="ctr"/>
            <a:r>
              <a:rPr lang="en-US">
                <a:solidFill>
                  <a:srgbClr val="000000"/>
                </a:solidFill>
              </a:rPr>
              <a:t>YEAR</a:t>
            </a:r>
          </a:p>
        </p:txBody>
      </p:sp>
      <p:sp>
        <p:nvSpPr>
          <p:cNvPr id="16" name="TextBox 15">
            <a:extLst>
              <a:ext uri="{FF2B5EF4-FFF2-40B4-BE49-F238E27FC236}">
                <a16:creationId xmlns:a16="http://schemas.microsoft.com/office/drawing/2014/main" id="{D987A1D5-F670-7EC6-B65C-0518B847A0BB}"/>
              </a:ext>
            </a:extLst>
          </p:cNvPr>
          <p:cNvSpPr txBox="1"/>
          <p:nvPr/>
        </p:nvSpPr>
        <p:spPr>
          <a:xfrm>
            <a:off x="9840966" y="2088014"/>
            <a:ext cx="772886" cy="457200"/>
          </a:xfrm>
          <a:prstGeom prst="rect">
            <a:avLst/>
          </a:prstGeom>
          <a:noFill/>
          <a:ln>
            <a:noFill/>
          </a:ln>
        </p:spPr>
        <p:txBody>
          <a:bodyPr wrap="square" lIns="91440" tIns="91440" rIns="91440" bIns="91440" rtlCol="0">
            <a:noAutofit/>
          </a:bodyPr>
          <a:lstStyle/>
          <a:p>
            <a:pPr algn="ctr"/>
            <a:r>
              <a:rPr lang="en-US">
                <a:solidFill>
                  <a:srgbClr val="000000"/>
                </a:solidFill>
              </a:rPr>
              <a:t>YEAR</a:t>
            </a:r>
          </a:p>
        </p:txBody>
      </p:sp>
      <p:sp>
        <p:nvSpPr>
          <p:cNvPr id="17" name="TextBox 16">
            <a:extLst>
              <a:ext uri="{FF2B5EF4-FFF2-40B4-BE49-F238E27FC236}">
                <a16:creationId xmlns:a16="http://schemas.microsoft.com/office/drawing/2014/main" id="{E0F71329-2100-D8CA-17A9-041955FB37FC}"/>
              </a:ext>
            </a:extLst>
          </p:cNvPr>
          <p:cNvSpPr txBox="1"/>
          <p:nvPr/>
        </p:nvSpPr>
        <p:spPr>
          <a:xfrm>
            <a:off x="11023879" y="2088014"/>
            <a:ext cx="772886" cy="457200"/>
          </a:xfrm>
          <a:prstGeom prst="rect">
            <a:avLst/>
          </a:prstGeom>
          <a:noFill/>
          <a:ln>
            <a:noFill/>
          </a:ln>
        </p:spPr>
        <p:txBody>
          <a:bodyPr wrap="square" lIns="91440" tIns="91440" rIns="91440" bIns="91440" rtlCol="0">
            <a:noAutofit/>
          </a:bodyPr>
          <a:lstStyle/>
          <a:p>
            <a:pPr algn="ctr"/>
            <a:r>
              <a:rPr lang="en-US">
                <a:solidFill>
                  <a:srgbClr val="000000"/>
                </a:solidFill>
              </a:rPr>
              <a:t>YEAR</a:t>
            </a:r>
          </a:p>
        </p:txBody>
      </p:sp>
      <p:cxnSp>
        <p:nvCxnSpPr>
          <p:cNvPr id="18" name="Straight Connector 17">
            <a:extLst>
              <a:ext uri="{FF2B5EF4-FFF2-40B4-BE49-F238E27FC236}">
                <a16:creationId xmlns:a16="http://schemas.microsoft.com/office/drawing/2014/main" id="{3DF5BEB0-CA79-8C7B-622A-E36DC0AAA29E}"/>
              </a:ext>
            </a:extLst>
          </p:cNvPr>
          <p:cNvCxnSpPr>
            <a:cxnSpLocks/>
          </p:cNvCxnSpPr>
          <p:nvPr/>
        </p:nvCxnSpPr>
        <p:spPr>
          <a:xfrm>
            <a:off x="758923" y="1838790"/>
            <a:ext cx="0" cy="166149"/>
          </a:xfrm>
          <a:prstGeom prst="line">
            <a:avLst/>
          </a:prstGeom>
          <a:ln w="5715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42CD479-43E0-C9B2-D22E-A75E7886683E}"/>
              </a:ext>
            </a:extLst>
          </p:cNvPr>
          <p:cNvCxnSpPr>
            <a:cxnSpLocks/>
          </p:cNvCxnSpPr>
          <p:nvPr/>
        </p:nvCxnSpPr>
        <p:spPr>
          <a:xfrm>
            <a:off x="1942412" y="1838790"/>
            <a:ext cx="0" cy="166149"/>
          </a:xfrm>
          <a:prstGeom prst="line">
            <a:avLst/>
          </a:prstGeom>
          <a:ln w="5715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4B74082F-4380-F7C0-5DBA-B3219A04DB7E}"/>
              </a:ext>
            </a:extLst>
          </p:cNvPr>
          <p:cNvCxnSpPr>
            <a:cxnSpLocks/>
          </p:cNvCxnSpPr>
          <p:nvPr/>
        </p:nvCxnSpPr>
        <p:spPr>
          <a:xfrm>
            <a:off x="3125901" y="1838790"/>
            <a:ext cx="0" cy="166149"/>
          </a:xfrm>
          <a:prstGeom prst="line">
            <a:avLst/>
          </a:prstGeom>
          <a:ln w="5715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1D8CDA0-33DB-745A-4C0D-0EBDAF16FEBA}"/>
              </a:ext>
            </a:extLst>
          </p:cNvPr>
          <p:cNvCxnSpPr>
            <a:cxnSpLocks/>
          </p:cNvCxnSpPr>
          <p:nvPr/>
        </p:nvCxnSpPr>
        <p:spPr>
          <a:xfrm>
            <a:off x="4309390" y="1838790"/>
            <a:ext cx="0" cy="166149"/>
          </a:xfrm>
          <a:prstGeom prst="line">
            <a:avLst/>
          </a:prstGeom>
          <a:ln w="5715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BDF93C1-928D-69A0-D912-51ADA9D7F388}"/>
              </a:ext>
            </a:extLst>
          </p:cNvPr>
          <p:cNvCxnSpPr>
            <a:cxnSpLocks/>
          </p:cNvCxnSpPr>
          <p:nvPr/>
        </p:nvCxnSpPr>
        <p:spPr>
          <a:xfrm>
            <a:off x="5492879" y="1838790"/>
            <a:ext cx="0" cy="166149"/>
          </a:xfrm>
          <a:prstGeom prst="line">
            <a:avLst/>
          </a:prstGeom>
          <a:ln w="5715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1BCCEEE-E794-E4EF-9DB8-AAF3A081568E}"/>
              </a:ext>
            </a:extLst>
          </p:cNvPr>
          <p:cNvCxnSpPr>
            <a:cxnSpLocks/>
          </p:cNvCxnSpPr>
          <p:nvPr/>
        </p:nvCxnSpPr>
        <p:spPr>
          <a:xfrm>
            <a:off x="6676368" y="1838790"/>
            <a:ext cx="0" cy="166149"/>
          </a:xfrm>
          <a:prstGeom prst="line">
            <a:avLst/>
          </a:prstGeom>
          <a:ln w="5715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B98EF21-1FC4-CFF5-5275-CE1BC84D18A8}"/>
              </a:ext>
            </a:extLst>
          </p:cNvPr>
          <p:cNvCxnSpPr>
            <a:cxnSpLocks/>
          </p:cNvCxnSpPr>
          <p:nvPr/>
        </p:nvCxnSpPr>
        <p:spPr>
          <a:xfrm>
            <a:off x="7859857" y="1838790"/>
            <a:ext cx="0" cy="166149"/>
          </a:xfrm>
          <a:prstGeom prst="line">
            <a:avLst/>
          </a:prstGeom>
          <a:ln w="5715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D056055F-9396-C85B-8421-96052066EFFC}"/>
              </a:ext>
            </a:extLst>
          </p:cNvPr>
          <p:cNvCxnSpPr>
            <a:cxnSpLocks/>
          </p:cNvCxnSpPr>
          <p:nvPr/>
        </p:nvCxnSpPr>
        <p:spPr>
          <a:xfrm>
            <a:off x="9043346" y="1838790"/>
            <a:ext cx="0" cy="166149"/>
          </a:xfrm>
          <a:prstGeom prst="line">
            <a:avLst/>
          </a:prstGeom>
          <a:ln w="5715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9F12BDE3-DE11-0E1B-C9D5-CF7F13137BF3}"/>
              </a:ext>
            </a:extLst>
          </p:cNvPr>
          <p:cNvCxnSpPr>
            <a:cxnSpLocks/>
          </p:cNvCxnSpPr>
          <p:nvPr/>
        </p:nvCxnSpPr>
        <p:spPr>
          <a:xfrm>
            <a:off x="10226835" y="1838790"/>
            <a:ext cx="0" cy="166149"/>
          </a:xfrm>
          <a:prstGeom prst="line">
            <a:avLst/>
          </a:prstGeom>
          <a:ln w="5715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B46B5B8-534E-B511-53F4-23AD4E8C1CCF}"/>
              </a:ext>
            </a:extLst>
          </p:cNvPr>
          <p:cNvCxnSpPr>
            <a:cxnSpLocks/>
          </p:cNvCxnSpPr>
          <p:nvPr/>
        </p:nvCxnSpPr>
        <p:spPr>
          <a:xfrm>
            <a:off x="11410322" y="1838790"/>
            <a:ext cx="0" cy="166149"/>
          </a:xfrm>
          <a:prstGeom prst="line">
            <a:avLst/>
          </a:prstGeom>
          <a:ln w="57150">
            <a:solidFill>
              <a:schemeClr val="accent2"/>
            </a:solidFill>
            <a:tailEnd type="none"/>
          </a:ln>
          <a:effectLst/>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6C999870-B64D-38AE-8E04-A885D6C47750}"/>
              </a:ext>
            </a:extLst>
          </p:cNvPr>
          <p:cNvSpPr/>
          <p:nvPr/>
        </p:nvSpPr>
        <p:spPr>
          <a:xfrm>
            <a:off x="377685" y="3239036"/>
            <a:ext cx="3072809" cy="1357761"/>
          </a:xfrm>
          <a:prstGeom prst="rect">
            <a:avLst/>
          </a:prstGeom>
          <a:solidFill>
            <a:schemeClr val="accent5"/>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Lorem ipsum dolor sit </a:t>
            </a:r>
            <a:r>
              <a:rPr lang="en-US" sz="1600" err="1">
                <a:solidFill>
                  <a:schemeClr val="tx1"/>
                </a:solidFill>
              </a:rPr>
              <a:t>amet</a:t>
            </a:r>
            <a:r>
              <a:rPr lang="en-US" sz="1600">
                <a:solidFill>
                  <a:schemeClr val="tx1"/>
                </a:solidFill>
              </a:rPr>
              <a:t>, </a:t>
            </a:r>
            <a:r>
              <a:rPr lang="en-US" sz="1600" err="1">
                <a:solidFill>
                  <a:schemeClr val="tx1"/>
                </a:solidFill>
              </a:rPr>
              <a:t>consectetur</a:t>
            </a:r>
            <a:r>
              <a:rPr lang="en-US" sz="1600">
                <a:solidFill>
                  <a:schemeClr val="tx1"/>
                </a:solidFill>
              </a:rPr>
              <a:t> </a:t>
            </a:r>
            <a:r>
              <a:rPr lang="en-US" sz="1600" err="1">
                <a:solidFill>
                  <a:schemeClr val="tx1"/>
                </a:solidFill>
              </a:rPr>
              <a:t>adipiscing</a:t>
            </a:r>
            <a:r>
              <a:rPr lang="en-US" sz="1600">
                <a:solidFill>
                  <a:schemeClr val="tx1"/>
                </a:solidFill>
              </a:rPr>
              <a:t> </a:t>
            </a:r>
            <a:r>
              <a:rPr lang="en-US" sz="1600" err="1">
                <a:solidFill>
                  <a:schemeClr val="tx1"/>
                </a:solidFill>
              </a:rPr>
              <a:t>elit</a:t>
            </a:r>
            <a:endParaRPr lang="en-US" sz="1600">
              <a:solidFill>
                <a:schemeClr val="tx1"/>
              </a:solidFill>
            </a:endParaRPr>
          </a:p>
        </p:txBody>
      </p:sp>
      <p:sp>
        <p:nvSpPr>
          <p:cNvPr id="29" name="Rectangle 28">
            <a:extLst>
              <a:ext uri="{FF2B5EF4-FFF2-40B4-BE49-F238E27FC236}">
                <a16:creationId xmlns:a16="http://schemas.microsoft.com/office/drawing/2014/main" id="{1D8228B2-CF12-602C-BC70-54A0B19FDFF6}"/>
              </a:ext>
            </a:extLst>
          </p:cNvPr>
          <p:cNvSpPr/>
          <p:nvPr/>
        </p:nvSpPr>
        <p:spPr>
          <a:xfrm>
            <a:off x="4175281" y="3238924"/>
            <a:ext cx="3072809" cy="1357761"/>
          </a:xfrm>
          <a:prstGeom prst="rect">
            <a:avLst/>
          </a:prstGeom>
          <a:solidFill>
            <a:schemeClr val="accent5"/>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Fusce</a:t>
            </a:r>
            <a:r>
              <a:rPr lang="en-US" sz="1600">
                <a:solidFill>
                  <a:schemeClr val="tx1"/>
                </a:solidFill>
              </a:rPr>
              <a:t> </a:t>
            </a:r>
            <a:r>
              <a:rPr lang="en-US" sz="1600" err="1">
                <a:solidFill>
                  <a:schemeClr val="tx1"/>
                </a:solidFill>
              </a:rPr>
              <a:t>ut</a:t>
            </a:r>
            <a:r>
              <a:rPr lang="en-US" sz="1600">
                <a:solidFill>
                  <a:schemeClr val="tx1"/>
                </a:solidFill>
              </a:rPr>
              <a:t> ante </a:t>
            </a:r>
            <a:r>
              <a:rPr lang="en-US" sz="1600" err="1">
                <a:solidFill>
                  <a:schemeClr val="tx1"/>
                </a:solidFill>
              </a:rPr>
              <a:t>varius</a:t>
            </a:r>
            <a:r>
              <a:rPr lang="en-US" sz="1600">
                <a:solidFill>
                  <a:schemeClr val="tx1"/>
                </a:solidFill>
              </a:rPr>
              <a:t>, </a:t>
            </a:r>
            <a:r>
              <a:rPr lang="en-US" sz="1600" err="1">
                <a:solidFill>
                  <a:schemeClr val="tx1"/>
                </a:solidFill>
              </a:rPr>
              <a:t>consequat</a:t>
            </a:r>
            <a:r>
              <a:rPr lang="en-US" sz="1600">
                <a:solidFill>
                  <a:schemeClr val="tx1"/>
                </a:solidFill>
              </a:rPr>
              <a:t> </a:t>
            </a:r>
            <a:r>
              <a:rPr lang="en-US" sz="1600" err="1">
                <a:solidFill>
                  <a:schemeClr val="tx1"/>
                </a:solidFill>
              </a:rPr>
              <a:t>sapien</a:t>
            </a:r>
            <a:r>
              <a:rPr lang="en-US" sz="1600">
                <a:solidFill>
                  <a:schemeClr val="tx1"/>
                </a:solidFill>
              </a:rPr>
              <a:t> et, </a:t>
            </a:r>
            <a:r>
              <a:rPr lang="en-US" sz="1600" err="1">
                <a:solidFill>
                  <a:schemeClr val="tx1"/>
                </a:solidFill>
              </a:rPr>
              <a:t>scelerisque</a:t>
            </a:r>
            <a:r>
              <a:rPr lang="en-US" sz="1600">
                <a:solidFill>
                  <a:schemeClr val="tx1"/>
                </a:solidFill>
              </a:rPr>
              <a:t> diam</a:t>
            </a:r>
          </a:p>
        </p:txBody>
      </p:sp>
      <p:cxnSp>
        <p:nvCxnSpPr>
          <p:cNvPr id="30" name="Connector: Elbow 29">
            <a:extLst>
              <a:ext uri="{FF2B5EF4-FFF2-40B4-BE49-F238E27FC236}">
                <a16:creationId xmlns:a16="http://schemas.microsoft.com/office/drawing/2014/main" id="{A67E581D-389C-1C22-31BD-7A8E9E9AC8CB}"/>
              </a:ext>
            </a:extLst>
          </p:cNvPr>
          <p:cNvCxnSpPr>
            <a:stCxn id="28" idx="0"/>
            <a:endCxn id="10" idx="2"/>
          </p:cNvCxnSpPr>
          <p:nvPr/>
        </p:nvCxnSpPr>
        <p:spPr>
          <a:xfrm rot="5400000" flipH="1" flipV="1">
            <a:off x="2175108" y="2284196"/>
            <a:ext cx="693822" cy="1215859"/>
          </a:xfrm>
          <a:prstGeom prst="bentConnector3">
            <a:avLst/>
          </a:prstGeom>
          <a:ln>
            <a:solidFill>
              <a:schemeClr val="tx1">
                <a:lumMod val="50000"/>
                <a:lumOff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44E72C4C-63FE-5926-DCAD-9D4B4D81474F}"/>
              </a:ext>
            </a:extLst>
          </p:cNvPr>
          <p:cNvSpPr/>
          <p:nvPr/>
        </p:nvSpPr>
        <p:spPr>
          <a:xfrm>
            <a:off x="7972877" y="3244219"/>
            <a:ext cx="3072809" cy="1357761"/>
          </a:xfrm>
          <a:prstGeom prst="rect">
            <a:avLst/>
          </a:prstGeom>
          <a:solidFill>
            <a:schemeClr val="accent5"/>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err="1">
                <a:solidFill>
                  <a:schemeClr val="tx1"/>
                </a:solidFill>
              </a:rPr>
              <a:t>Praesent</a:t>
            </a:r>
            <a:r>
              <a:rPr lang="en-US" sz="1600">
                <a:solidFill>
                  <a:schemeClr val="tx1"/>
                </a:solidFill>
              </a:rPr>
              <a:t> gravida </a:t>
            </a:r>
            <a:r>
              <a:rPr lang="en-US" sz="1600" err="1">
                <a:solidFill>
                  <a:schemeClr val="tx1"/>
                </a:solidFill>
              </a:rPr>
              <a:t>est</a:t>
            </a:r>
            <a:r>
              <a:rPr lang="en-US" sz="1600">
                <a:solidFill>
                  <a:schemeClr val="tx1"/>
                </a:solidFill>
              </a:rPr>
              <a:t> libero, ac </a:t>
            </a:r>
            <a:r>
              <a:rPr lang="en-US" sz="1600" err="1">
                <a:solidFill>
                  <a:schemeClr val="tx1"/>
                </a:solidFill>
              </a:rPr>
              <a:t>feugiat</a:t>
            </a:r>
            <a:r>
              <a:rPr lang="en-US" sz="1600">
                <a:solidFill>
                  <a:schemeClr val="tx1"/>
                </a:solidFill>
              </a:rPr>
              <a:t> </a:t>
            </a:r>
            <a:r>
              <a:rPr lang="en-US" sz="1600" err="1">
                <a:solidFill>
                  <a:schemeClr val="tx1"/>
                </a:solidFill>
              </a:rPr>
              <a:t>turpis</a:t>
            </a:r>
            <a:r>
              <a:rPr lang="en-US" sz="1600">
                <a:solidFill>
                  <a:schemeClr val="tx1"/>
                </a:solidFill>
              </a:rPr>
              <a:t> </a:t>
            </a:r>
            <a:r>
              <a:rPr lang="en-US" sz="1600" err="1">
                <a:solidFill>
                  <a:schemeClr val="tx1"/>
                </a:solidFill>
              </a:rPr>
              <a:t>imperdiet</a:t>
            </a:r>
            <a:r>
              <a:rPr lang="en-US" sz="1600">
                <a:solidFill>
                  <a:schemeClr val="tx1"/>
                </a:solidFill>
              </a:rPr>
              <a:t> non</a:t>
            </a:r>
          </a:p>
        </p:txBody>
      </p:sp>
      <p:cxnSp>
        <p:nvCxnSpPr>
          <p:cNvPr id="32" name="Connector: Elbow 31">
            <a:extLst>
              <a:ext uri="{FF2B5EF4-FFF2-40B4-BE49-F238E27FC236}">
                <a16:creationId xmlns:a16="http://schemas.microsoft.com/office/drawing/2014/main" id="{96D63DDD-CA59-B726-0F85-56E36F4AA1BB}"/>
              </a:ext>
            </a:extLst>
          </p:cNvPr>
          <p:cNvCxnSpPr>
            <a:cxnSpLocks/>
            <a:stCxn id="29" idx="0"/>
          </p:cNvCxnSpPr>
          <p:nvPr/>
        </p:nvCxnSpPr>
        <p:spPr>
          <a:xfrm rot="16200000" flipV="1">
            <a:off x="4522385" y="2049622"/>
            <a:ext cx="1317059" cy="1061545"/>
          </a:xfrm>
          <a:prstGeom prst="bentConnector3">
            <a:avLst>
              <a:gd name="adj1" fmla="val 33854"/>
            </a:avLst>
          </a:prstGeom>
          <a:ln>
            <a:solidFill>
              <a:schemeClr val="tx1">
                <a:lumMod val="50000"/>
                <a:lumOff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33" name="Connector: Elbow 32">
            <a:extLst>
              <a:ext uri="{FF2B5EF4-FFF2-40B4-BE49-F238E27FC236}">
                <a16:creationId xmlns:a16="http://schemas.microsoft.com/office/drawing/2014/main" id="{727C3425-FD63-A636-A7F9-833079B89946}"/>
              </a:ext>
            </a:extLst>
          </p:cNvPr>
          <p:cNvCxnSpPr>
            <a:cxnSpLocks/>
            <a:stCxn id="31" idx="0"/>
            <a:endCxn id="17" idx="2"/>
          </p:cNvCxnSpPr>
          <p:nvPr/>
        </p:nvCxnSpPr>
        <p:spPr>
          <a:xfrm rot="5400000" flipH="1" flipV="1">
            <a:off x="10110300" y="1944197"/>
            <a:ext cx="699005" cy="1901040"/>
          </a:xfrm>
          <a:prstGeom prst="bentConnector3">
            <a:avLst>
              <a:gd name="adj1" fmla="val 50000"/>
            </a:avLst>
          </a:prstGeom>
          <a:ln>
            <a:solidFill>
              <a:schemeClr val="tx1">
                <a:lumMod val="50000"/>
                <a:lumOff val="50000"/>
              </a:schemeClr>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9141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FA683223-662E-ABCB-3AC9-E997C684DCA0}"/>
              </a:ext>
            </a:extLst>
          </p:cNvPr>
          <p:cNvGraphicFramePr>
            <a:graphicFrameLocks noChangeAspect="1"/>
          </p:cNvGraphicFramePr>
          <p:nvPr>
            <p:custDataLst>
              <p:tags r:id="rId1"/>
            </p:custDataLst>
            <p:extLst>
              <p:ext uri="{D42A27DB-BD31-4B8C-83A1-F6EECF244321}">
                <p14:modId xmlns:p14="http://schemas.microsoft.com/office/powerpoint/2010/main" val="9702354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9" name="think-cell data - do not delete" hidden="1">
                        <a:extLst>
                          <a:ext uri="{FF2B5EF4-FFF2-40B4-BE49-F238E27FC236}">
                            <a16:creationId xmlns:a16="http://schemas.microsoft.com/office/drawing/2014/main" id="{FA683223-662E-ABCB-3AC9-E997C684DC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20" name="Table 19">
            <a:extLst>
              <a:ext uri="{FF2B5EF4-FFF2-40B4-BE49-F238E27FC236}">
                <a16:creationId xmlns:a16="http://schemas.microsoft.com/office/drawing/2014/main" id="{9DA6CBCC-0586-1A69-F7B3-D63D8170DEFE}"/>
              </a:ext>
            </a:extLst>
          </p:cNvPr>
          <p:cNvGraphicFramePr>
            <a:graphicFrameLocks noGrp="1"/>
          </p:cNvGraphicFramePr>
          <p:nvPr>
            <p:extLst>
              <p:ext uri="{D42A27DB-BD31-4B8C-83A1-F6EECF244321}">
                <p14:modId xmlns:p14="http://schemas.microsoft.com/office/powerpoint/2010/main" val="3464283004"/>
              </p:ext>
            </p:extLst>
          </p:nvPr>
        </p:nvGraphicFramePr>
        <p:xfrm>
          <a:off x="381000" y="1634482"/>
          <a:ext cx="11430000" cy="4329373"/>
        </p:xfrm>
        <a:graphic>
          <a:graphicData uri="http://schemas.openxmlformats.org/drawingml/2006/table">
            <a:tbl>
              <a:tblPr firstRow="1" bandRow="1">
                <a:tableStyleId>{5940675A-B579-460E-94D1-54222C63F5DA}</a:tableStyleId>
              </a:tblPr>
              <a:tblGrid>
                <a:gridCol w="2857500">
                  <a:extLst>
                    <a:ext uri="{9D8B030D-6E8A-4147-A177-3AD203B41FA5}">
                      <a16:colId xmlns:a16="http://schemas.microsoft.com/office/drawing/2014/main" val="1275585640"/>
                    </a:ext>
                  </a:extLst>
                </a:gridCol>
                <a:gridCol w="2857500">
                  <a:extLst>
                    <a:ext uri="{9D8B030D-6E8A-4147-A177-3AD203B41FA5}">
                      <a16:colId xmlns:a16="http://schemas.microsoft.com/office/drawing/2014/main" val="4244517093"/>
                    </a:ext>
                  </a:extLst>
                </a:gridCol>
                <a:gridCol w="2857500">
                  <a:extLst>
                    <a:ext uri="{9D8B030D-6E8A-4147-A177-3AD203B41FA5}">
                      <a16:colId xmlns:a16="http://schemas.microsoft.com/office/drawing/2014/main" val="1779986374"/>
                    </a:ext>
                  </a:extLst>
                </a:gridCol>
                <a:gridCol w="2857500">
                  <a:extLst>
                    <a:ext uri="{9D8B030D-6E8A-4147-A177-3AD203B41FA5}">
                      <a16:colId xmlns:a16="http://schemas.microsoft.com/office/drawing/2014/main" val="1137927198"/>
                    </a:ext>
                  </a:extLst>
                </a:gridCol>
              </a:tblGrid>
              <a:tr h="1839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a:solidFill>
                            <a:srgbClr val="000000"/>
                          </a:solidFill>
                        </a:rPr>
                        <a:t>Image Placeholder</a:t>
                      </a:r>
                    </a:p>
                  </a:txBody>
                  <a:tcPr marL="137160" marR="137160" marT="137160" marB="137160" anchor="ctr">
                    <a:lnL w="12700" cmpd="sng">
                      <a:noFill/>
                    </a:lnL>
                    <a:lnR w="12700" cap="flat" cmpd="sng" algn="ctr">
                      <a:solidFill>
                        <a:schemeClr val="tx1">
                          <a:lumMod val="50000"/>
                          <a:lumOff val="50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a:solidFill>
                            <a:srgbClr val="000000"/>
                          </a:solidFill>
                        </a:rPr>
                        <a:t>Image Placeholder</a:t>
                      </a:r>
                    </a:p>
                  </a:txBody>
                  <a:tcPr marL="137160" marR="137160" marT="137160" marB="137160" anchor="ctr">
                    <a:lnL w="12700" cap="flat" cmpd="sng" algn="ctr">
                      <a:solidFill>
                        <a:schemeClr val="tx1">
                          <a:lumMod val="50000"/>
                          <a:lumOff val="50000"/>
                        </a:schemeClr>
                      </a:solidFill>
                      <a:prstDash val="lgDash"/>
                      <a:round/>
                      <a:headEnd type="none" w="med" len="med"/>
                      <a:tailEnd type="none" w="med" len="med"/>
                    </a:lnL>
                    <a:lnR w="12700" cap="flat" cmpd="sng" algn="ctr">
                      <a:solidFill>
                        <a:schemeClr val="tx1">
                          <a:lumMod val="50000"/>
                          <a:lumOff val="50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a:solidFill>
                            <a:srgbClr val="000000"/>
                          </a:solidFill>
                        </a:rPr>
                        <a:t>Image Placeholder</a:t>
                      </a:r>
                    </a:p>
                  </a:txBody>
                  <a:tcPr marL="137160" marR="137160" marT="137160" marB="137160" anchor="ctr">
                    <a:lnL w="12700" cap="flat" cmpd="sng" algn="ctr">
                      <a:solidFill>
                        <a:schemeClr val="tx1">
                          <a:lumMod val="50000"/>
                          <a:lumOff val="50000"/>
                        </a:schemeClr>
                      </a:solidFill>
                      <a:prstDash val="lgDash"/>
                      <a:round/>
                      <a:headEnd type="none" w="med" len="med"/>
                      <a:tailEnd type="none" w="med" len="med"/>
                    </a:lnL>
                    <a:lnR w="12700" cap="flat" cmpd="sng" algn="ctr">
                      <a:solidFill>
                        <a:schemeClr val="tx1">
                          <a:lumMod val="50000"/>
                          <a:lumOff val="50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a:solidFill>
                            <a:srgbClr val="000000"/>
                          </a:solidFill>
                        </a:rPr>
                        <a:t>Image Placeholder</a:t>
                      </a:r>
                    </a:p>
                  </a:txBody>
                  <a:tcPr marL="137160" marR="137160" marT="137160" marB="137160" anchor="ctr">
                    <a:lnL w="12700" cap="flat" cmpd="sng" algn="ctr">
                      <a:solidFill>
                        <a:schemeClr val="tx1">
                          <a:lumMod val="50000"/>
                          <a:lumOff val="50000"/>
                        </a:schemeClr>
                      </a:solidFill>
                      <a:prstDash val="lg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3638957"/>
                  </a:ext>
                </a:extLst>
              </a:tr>
              <a:tr h="2490244">
                <a:tc>
                  <a:txBody>
                    <a:bodyPr/>
                    <a:lstStyle/>
                    <a:p>
                      <a:pPr marR="0" lvl="0" algn="ctr" defTabSz="609585" rtl="0" eaLnBrk="1" fontAlgn="auto" latinLnBrk="0" hangingPunct="1">
                        <a:lnSpc>
                          <a:spcPct val="100000"/>
                        </a:lnSpc>
                        <a:spcBef>
                          <a:spcPts val="600"/>
                        </a:spcBef>
                        <a:spcAft>
                          <a:spcPts val="0"/>
                        </a:spcAft>
                        <a:buClrTx/>
                        <a:buSzTx/>
                        <a:tabLst/>
                        <a:defRPr/>
                      </a:pPr>
                      <a:r>
                        <a:rPr kumimoji="0" lang="en-US" sz="1600" b="1"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NAME</a:t>
                      </a:r>
                    </a:p>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Supporting point</a:t>
                      </a:r>
                      <a:r>
                        <a:rPr lang="en-US" sz="1600" baseline="30000"/>
                        <a:t>1</a:t>
                      </a:r>
                      <a:endPar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endParaRPr>
                    </a:p>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Sub-supporting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Sub supporting point</a:t>
                      </a:r>
                      <a:endParaRPr lang="en-US" sz="1600">
                        <a:latin typeface="Aptos" panose="020B0004020202020204" pitchFamily="34" charset="0"/>
                      </a:endParaRPr>
                    </a:p>
                  </a:txBody>
                  <a:tcPr marL="137160" marR="137160" marT="137160" marB="137160">
                    <a:lnL w="12700" cmpd="sng">
                      <a:noFill/>
                    </a:lnL>
                    <a:lnR w="12700" cap="flat" cmpd="sng" algn="ctr">
                      <a:solidFill>
                        <a:schemeClr val="tx1">
                          <a:lumMod val="50000"/>
                          <a:lumOff val="50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R="0" lvl="0" algn="ctr" defTabSz="609585" rtl="0" eaLnBrk="1" fontAlgn="auto" latinLnBrk="0" hangingPunct="1">
                        <a:lnSpc>
                          <a:spcPct val="100000"/>
                        </a:lnSpc>
                        <a:spcBef>
                          <a:spcPts val="600"/>
                        </a:spcBef>
                        <a:spcAft>
                          <a:spcPts val="0"/>
                        </a:spcAft>
                        <a:buClrTx/>
                        <a:buSzTx/>
                        <a:tabLst/>
                        <a:defRPr/>
                      </a:pPr>
                      <a:r>
                        <a:rPr kumimoji="0" lang="en-US" sz="1600" b="1"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NAME</a:t>
                      </a:r>
                    </a:p>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Supporting point</a:t>
                      </a:r>
                    </a:p>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Sub-supporting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Sub supporting point</a:t>
                      </a:r>
                      <a:endParaRPr lang="en-US" sz="1400">
                        <a:latin typeface="Aptos" panose="020B0004020202020204" pitchFamily="34" charset="0"/>
                      </a:endParaRPr>
                    </a:p>
                  </a:txBody>
                  <a:tcPr marL="137160" marR="137160" marT="137160" marB="137160">
                    <a:lnL w="12700" cap="flat" cmpd="sng" algn="ctr">
                      <a:solidFill>
                        <a:schemeClr val="tx1">
                          <a:lumMod val="50000"/>
                          <a:lumOff val="50000"/>
                        </a:schemeClr>
                      </a:solidFill>
                      <a:prstDash val="lgDash"/>
                      <a:round/>
                      <a:headEnd type="none" w="med" len="med"/>
                      <a:tailEnd type="none" w="med" len="med"/>
                    </a:lnL>
                    <a:lnR w="12700" cap="flat" cmpd="sng" algn="ctr">
                      <a:solidFill>
                        <a:schemeClr val="tx1">
                          <a:lumMod val="50000"/>
                          <a:lumOff val="50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R="0" lvl="0" algn="ctr" defTabSz="609585" rtl="0" eaLnBrk="1" fontAlgn="auto" latinLnBrk="0" hangingPunct="1">
                        <a:lnSpc>
                          <a:spcPct val="100000"/>
                        </a:lnSpc>
                        <a:spcBef>
                          <a:spcPts val="600"/>
                        </a:spcBef>
                        <a:spcAft>
                          <a:spcPts val="0"/>
                        </a:spcAft>
                        <a:buClrTx/>
                        <a:buSzTx/>
                        <a:tabLst/>
                        <a:defRPr/>
                      </a:pPr>
                      <a:r>
                        <a:rPr kumimoji="0" lang="en-US" sz="1600" b="1"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NAME</a:t>
                      </a:r>
                    </a:p>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Supporting point</a:t>
                      </a:r>
                    </a:p>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Supporting point</a:t>
                      </a:r>
                      <a:r>
                        <a:rPr lang="en-US" sz="1600" baseline="30000"/>
                        <a:t>2</a:t>
                      </a:r>
                      <a:endPar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endParaRP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Sub-supporting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Sub supporting point</a:t>
                      </a:r>
                      <a:endParaRPr lang="en-US" sz="1600">
                        <a:latin typeface="Aptos" panose="020B0004020202020204" pitchFamily="34" charset="0"/>
                      </a:endParaRPr>
                    </a:p>
                  </a:txBody>
                  <a:tcPr marL="137160" marR="137160" marT="137160" marB="137160">
                    <a:lnL w="12700" cap="flat" cmpd="sng" algn="ctr">
                      <a:solidFill>
                        <a:schemeClr val="tx1">
                          <a:lumMod val="50000"/>
                          <a:lumOff val="50000"/>
                        </a:schemeClr>
                      </a:solidFill>
                      <a:prstDash val="lgDash"/>
                      <a:round/>
                      <a:headEnd type="none" w="med" len="med"/>
                      <a:tailEnd type="none" w="med" len="med"/>
                    </a:lnL>
                    <a:lnR w="12700" cap="flat" cmpd="sng" algn="ctr">
                      <a:solidFill>
                        <a:schemeClr val="tx1">
                          <a:lumMod val="50000"/>
                          <a:lumOff val="50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R="0" lvl="0" algn="ctr" defTabSz="609585" rtl="0" eaLnBrk="1" fontAlgn="auto" latinLnBrk="0" hangingPunct="1">
                        <a:lnSpc>
                          <a:spcPct val="100000"/>
                        </a:lnSpc>
                        <a:spcBef>
                          <a:spcPts val="600"/>
                        </a:spcBef>
                        <a:spcAft>
                          <a:spcPts val="0"/>
                        </a:spcAft>
                        <a:buClrTx/>
                        <a:buSzTx/>
                        <a:tabLst/>
                        <a:defRPr/>
                      </a:pPr>
                      <a:r>
                        <a:rPr kumimoji="0" lang="en-US" sz="1600" b="1"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NAME</a:t>
                      </a:r>
                    </a:p>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Supporting point</a:t>
                      </a:r>
                    </a:p>
                    <a:p>
                      <a:pPr marL="231775" marR="0" lvl="0" indent="-231775"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Sub-supporting point</a:t>
                      </a:r>
                    </a:p>
                    <a:p>
                      <a:pPr marL="461963" marR="0" lvl="1" indent="-230188" algn="l" defTabSz="609585" rtl="0" eaLnBrk="1" fontAlgn="auto" latinLnBrk="0" hangingPunct="1">
                        <a:lnSpc>
                          <a:spcPct val="100000"/>
                        </a:lnSpc>
                        <a:spcBef>
                          <a:spcPts val="600"/>
                        </a:spcBef>
                        <a:spcAft>
                          <a:spcPts val="0"/>
                        </a:spcAft>
                        <a:buClrTx/>
                        <a:buSzTx/>
                        <a:buFont typeface="Arial"/>
                        <a:buChar char="–"/>
                        <a:tabLst/>
                        <a:defRPr/>
                      </a:pPr>
                      <a:r>
                        <a:rPr kumimoji="0" lang="en-US" sz="1600" b="0" i="0" u="none" strike="noStrike" kern="1200" cap="none" spc="0" normalizeH="0" baseline="0" noProof="0">
                          <a:ln>
                            <a:noFill/>
                          </a:ln>
                          <a:solidFill>
                            <a:srgbClr val="000000">
                              <a:lumMod val="50000"/>
                            </a:srgbClr>
                          </a:solidFill>
                          <a:effectLst/>
                          <a:uLnTx/>
                          <a:uFillTx/>
                          <a:latin typeface="Aptos" panose="020B0004020202020204" pitchFamily="34" charset="0"/>
                          <a:ea typeface="+mn-ea"/>
                          <a:cs typeface="+mn-cs"/>
                        </a:rPr>
                        <a:t>Sub supporting point</a:t>
                      </a:r>
                      <a:endParaRPr lang="en-US" sz="1400">
                        <a:latin typeface="Aptos" panose="020B0004020202020204" pitchFamily="34" charset="0"/>
                      </a:endParaRPr>
                    </a:p>
                    <a:p>
                      <a:endParaRPr lang="en-US" sz="1600"/>
                    </a:p>
                  </a:txBody>
                  <a:tcPr marL="137160" marR="137160" marT="137160" marB="137160">
                    <a:lnL w="12700" cap="flat" cmpd="sng" algn="ctr">
                      <a:solidFill>
                        <a:schemeClr val="tx1">
                          <a:lumMod val="50000"/>
                          <a:lumOff val="50000"/>
                        </a:schemeClr>
                      </a:solidFill>
                      <a:prstDash val="lg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01444839"/>
                  </a:ext>
                </a:extLst>
              </a:tr>
            </a:tbl>
          </a:graphicData>
        </a:graphic>
      </p:graphicFrame>
      <p:sp>
        <p:nvSpPr>
          <p:cNvPr id="2" name="Title 1">
            <a:extLst>
              <a:ext uri="{FF2B5EF4-FFF2-40B4-BE49-F238E27FC236}">
                <a16:creationId xmlns:a16="http://schemas.microsoft.com/office/drawing/2014/main" id="{07E7E850-CE55-2E0D-4408-7A82BD4CBBD9}"/>
              </a:ext>
            </a:extLst>
          </p:cNvPr>
          <p:cNvSpPr>
            <a:spLocks noGrp="1"/>
          </p:cNvSpPr>
          <p:nvPr>
            <p:ph type="title"/>
          </p:nvPr>
        </p:nvSpPr>
        <p:spPr/>
        <p:txBody>
          <a:bodyPr vert="horz"/>
          <a:lstStyle/>
          <a:p>
            <a:r>
              <a:rPr lang="en-US"/>
              <a:t>Qualitative Description of Multiple Technologies / Segments / Other Items</a:t>
            </a:r>
          </a:p>
        </p:txBody>
      </p:sp>
      <p:sp>
        <p:nvSpPr>
          <p:cNvPr id="3" name="Slide Number Placeholder 2">
            <a:extLst>
              <a:ext uri="{FF2B5EF4-FFF2-40B4-BE49-F238E27FC236}">
                <a16:creationId xmlns:a16="http://schemas.microsoft.com/office/drawing/2014/main" id="{2D830E6A-2827-CC97-4FAC-8F980B406039}"/>
              </a:ext>
            </a:extLst>
          </p:cNvPr>
          <p:cNvSpPr>
            <a:spLocks noGrp="1"/>
          </p:cNvSpPr>
          <p:nvPr>
            <p:ph type="sldNum" sz="quarter" idx="12"/>
          </p:nvPr>
        </p:nvSpPr>
        <p:spPr/>
        <p:txBody>
          <a:bodyPr/>
          <a:lstStyle/>
          <a:p>
            <a:fld id="{84D58D1B-E4CD-4092-A64A-067BEFC75A17}" type="slidenum">
              <a:rPr lang="en-US" smtClean="0"/>
              <a:pPr/>
              <a:t>11</a:t>
            </a:fld>
            <a:endParaRPr lang="en-US"/>
          </a:p>
        </p:txBody>
      </p:sp>
      <p:sp>
        <p:nvSpPr>
          <p:cNvPr id="4" name="Text Placeholder 3">
            <a:extLst>
              <a:ext uri="{FF2B5EF4-FFF2-40B4-BE49-F238E27FC236}">
                <a16:creationId xmlns:a16="http://schemas.microsoft.com/office/drawing/2014/main" id="{EB47C68E-F7A0-3CD6-0390-4054EDE6062E}"/>
              </a:ext>
            </a:extLst>
          </p:cNvPr>
          <p:cNvSpPr>
            <a:spLocks noGrp="1"/>
          </p:cNvSpPr>
          <p:nvPr>
            <p:ph type="body" sz="quarter" idx="15"/>
          </p:nvPr>
        </p:nvSpPr>
        <p:spPr/>
        <p:txBody>
          <a:bodyPr/>
          <a:lstStyle/>
          <a:p>
            <a:endParaRPr lang="en-US"/>
          </a:p>
        </p:txBody>
      </p:sp>
      <p:sp>
        <p:nvSpPr>
          <p:cNvPr id="6" name="Text Placeholder 3">
            <a:extLst>
              <a:ext uri="{FF2B5EF4-FFF2-40B4-BE49-F238E27FC236}">
                <a16:creationId xmlns:a16="http://schemas.microsoft.com/office/drawing/2014/main" id="{0B74614D-DDD0-4848-3EF4-45997E533815}"/>
              </a:ext>
            </a:extLst>
          </p:cNvPr>
          <p:cNvSpPr txBox="1">
            <a:spLocks/>
          </p:cNvSpPr>
          <p:nvPr/>
        </p:nvSpPr>
        <p:spPr>
          <a:xfrm>
            <a:off x="381000" y="1168082"/>
            <a:ext cx="3570514" cy="460588"/>
          </a:xfrm>
          <a:prstGeom prst="rect">
            <a:avLst/>
          </a:prstGeom>
        </p:spPr>
        <p:txBody>
          <a:bodyPr/>
          <a:lstStyle>
            <a:lvl1pPr marL="231775" indent="-231775" algn="l" defTabSz="609585" rtl="0" eaLnBrk="1" latinLnBrk="0" hangingPunct="1">
              <a:spcBef>
                <a:spcPct val="20000"/>
              </a:spcBef>
              <a:buFont typeface="Arial"/>
              <a:buChar char="•"/>
              <a:defRPr sz="2000" kern="1200">
                <a:solidFill>
                  <a:schemeClr val="tx1">
                    <a:lumMod val="50000"/>
                  </a:schemeClr>
                </a:solidFill>
                <a:latin typeface="+mn-lt"/>
                <a:ea typeface="+mn-ea"/>
                <a:cs typeface="+mn-cs"/>
              </a:defRPr>
            </a:lvl1pPr>
            <a:lvl2pPr marL="461963" indent="-230188" algn="l" defTabSz="609585" rtl="0" eaLnBrk="1" latinLnBrk="0" hangingPunct="1">
              <a:spcBef>
                <a:spcPct val="20000"/>
              </a:spcBef>
              <a:buFont typeface="Arial"/>
              <a:buChar char="–"/>
              <a:defRPr sz="2000" kern="1200">
                <a:solidFill>
                  <a:schemeClr val="tx1">
                    <a:lumMod val="50000"/>
                  </a:schemeClr>
                </a:solidFill>
                <a:latin typeface="+mn-lt"/>
                <a:ea typeface="+mn-ea"/>
                <a:cs typeface="+mn-cs"/>
              </a:defRPr>
            </a:lvl2pPr>
            <a:lvl3pPr marL="682625" indent="-220663" algn="l" defTabSz="609585" rtl="0" eaLnBrk="1" latinLnBrk="0" hangingPunct="1">
              <a:spcBef>
                <a:spcPct val="20000"/>
              </a:spcBef>
              <a:buFont typeface="Wingdings" panose="05000000000000000000" pitchFamily="2" charset="2"/>
              <a:buChar char="§"/>
              <a:defRPr sz="2000" kern="1200">
                <a:solidFill>
                  <a:schemeClr val="tx1">
                    <a:lumMod val="50000"/>
                  </a:schemeClr>
                </a:solidFill>
                <a:latin typeface="+mn-lt"/>
                <a:ea typeface="+mn-ea"/>
                <a:cs typeface="+mn-cs"/>
              </a:defRPr>
            </a:lvl3pPr>
            <a:lvl4pPr marL="914400" indent="-231775" algn="l" defTabSz="609585" rtl="0" eaLnBrk="1" latinLnBrk="0" hangingPunct="1">
              <a:spcBef>
                <a:spcPct val="20000"/>
              </a:spcBef>
              <a:buFont typeface="Courier New" panose="02070309020205020404" pitchFamily="49" charset="0"/>
              <a:buChar char="o"/>
              <a:defRPr sz="2000" kern="1200">
                <a:solidFill>
                  <a:schemeClr val="tx1">
                    <a:lumMod val="50000"/>
                  </a:schemeClr>
                </a:solidFill>
                <a:latin typeface="+mn-lt"/>
                <a:ea typeface="+mn-ea"/>
                <a:cs typeface="+mn-cs"/>
              </a:defRPr>
            </a:lvl4pPr>
            <a:lvl5pPr marL="1146175" indent="-231775" algn="l" defTabSz="609585" rtl="0" eaLnBrk="1" latinLnBrk="0" hangingPunct="1">
              <a:spcBef>
                <a:spcPct val="20000"/>
              </a:spcBef>
              <a:buFont typeface="Arial"/>
              <a:buChar char="»"/>
              <a:defRPr sz="2000" kern="1200">
                <a:solidFill>
                  <a:schemeClr val="tx1">
                    <a:lumMod val="50000"/>
                  </a:schemeClr>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b="1">
                <a:solidFill>
                  <a:schemeClr val="accent2"/>
                </a:solidFill>
              </a:rPr>
              <a:t>TITLE</a:t>
            </a:r>
          </a:p>
        </p:txBody>
      </p:sp>
    </p:spTree>
    <p:extLst>
      <p:ext uri="{BB962C8B-B14F-4D97-AF65-F5344CB8AC3E}">
        <p14:creationId xmlns:p14="http://schemas.microsoft.com/office/powerpoint/2010/main" val="3387175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C68741E7-756C-364E-F62B-42A847EB8A23}"/>
              </a:ext>
            </a:extLst>
          </p:cNvPr>
          <p:cNvGraphicFramePr>
            <a:graphicFrameLocks noChangeAspect="1"/>
          </p:cNvGraphicFramePr>
          <p:nvPr>
            <p:custDataLst>
              <p:tags r:id="rId1"/>
            </p:custDataLst>
            <p:extLst>
              <p:ext uri="{D42A27DB-BD31-4B8C-83A1-F6EECF244321}">
                <p14:modId xmlns:p14="http://schemas.microsoft.com/office/powerpoint/2010/main" val="3735331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22" name="think-cell data - do not delete" hidden="1">
                        <a:extLst>
                          <a:ext uri="{FF2B5EF4-FFF2-40B4-BE49-F238E27FC236}">
                            <a16:creationId xmlns:a16="http://schemas.microsoft.com/office/drawing/2014/main" id="{C68741E7-756C-364E-F62B-42A847EB8A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94DB9F5-5CDB-6757-2BCB-F87EC8291757}"/>
              </a:ext>
            </a:extLst>
          </p:cNvPr>
          <p:cNvSpPr>
            <a:spLocks noGrp="1"/>
          </p:cNvSpPr>
          <p:nvPr>
            <p:ph type="title"/>
          </p:nvPr>
        </p:nvSpPr>
        <p:spPr/>
        <p:txBody>
          <a:bodyPr vert="horz"/>
          <a:lstStyle/>
          <a:p>
            <a:r>
              <a:rPr lang="en-US"/>
              <a:t>Comparison Table (Gradient)</a:t>
            </a:r>
          </a:p>
        </p:txBody>
      </p:sp>
      <p:sp>
        <p:nvSpPr>
          <p:cNvPr id="4" name="Slide Number Placeholder 3">
            <a:extLst>
              <a:ext uri="{FF2B5EF4-FFF2-40B4-BE49-F238E27FC236}">
                <a16:creationId xmlns:a16="http://schemas.microsoft.com/office/drawing/2014/main" id="{7A8D6CF5-FF7D-6052-C4EE-A33FE2A07D22}"/>
              </a:ext>
            </a:extLst>
          </p:cNvPr>
          <p:cNvSpPr>
            <a:spLocks noGrp="1"/>
          </p:cNvSpPr>
          <p:nvPr>
            <p:ph type="sldNum" sz="quarter" idx="12"/>
          </p:nvPr>
        </p:nvSpPr>
        <p:spPr/>
        <p:txBody>
          <a:bodyPr/>
          <a:lstStyle/>
          <a:p>
            <a:fld id="{84D58D1B-E4CD-4092-A64A-067BEFC75A17}" type="slidenum">
              <a:rPr lang="en-US" smtClean="0"/>
              <a:pPr/>
              <a:t>12</a:t>
            </a:fld>
            <a:endParaRPr lang="en-US"/>
          </a:p>
        </p:txBody>
      </p:sp>
      <p:sp>
        <p:nvSpPr>
          <p:cNvPr id="14" name="Text Placeholder 3">
            <a:extLst>
              <a:ext uri="{FF2B5EF4-FFF2-40B4-BE49-F238E27FC236}">
                <a16:creationId xmlns:a16="http://schemas.microsoft.com/office/drawing/2014/main" id="{57EF6BDD-B35C-F1F3-6021-D2AF8F49D0D2}"/>
              </a:ext>
            </a:extLst>
          </p:cNvPr>
          <p:cNvSpPr txBox="1">
            <a:spLocks/>
          </p:cNvSpPr>
          <p:nvPr/>
        </p:nvSpPr>
        <p:spPr>
          <a:xfrm>
            <a:off x="380999" y="1120785"/>
            <a:ext cx="3567202" cy="460588"/>
          </a:xfrm>
          <a:prstGeom prst="rect">
            <a:avLst/>
          </a:prstGeom>
        </p:spPr>
        <p:txBody>
          <a:bodyPr/>
          <a:lstStyle>
            <a:lvl1pPr marL="231775" indent="-231775" algn="l" defTabSz="609585" rtl="0" eaLnBrk="1" latinLnBrk="0" hangingPunct="1">
              <a:spcBef>
                <a:spcPct val="20000"/>
              </a:spcBef>
              <a:buFont typeface="Arial"/>
              <a:buChar char="•"/>
              <a:defRPr sz="2000" kern="1200">
                <a:solidFill>
                  <a:schemeClr val="tx1">
                    <a:lumMod val="50000"/>
                  </a:schemeClr>
                </a:solidFill>
                <a:latin typeface="+mn-lt"/>
                <a:ea typeface="+mn-ea"/>
                <a:cs typeface="+mn-cs"/>
              </a:defRPr>
            </a:lvl1pPr>
            <a:lvl2pPr marL="461963" indent="-230188" algn="l" defTabSz="609585" rtl="0" eaLnBrk="1" latinLnBrk="0" hangingPunct="1">
              <a:spcBef>
                <a:spcPct val="20000"/>
              </a:spcBef>
              <a:buFont typeface="Arial"/>
              <a:buChar char="–"/>
              <a:defRPr sz="2000" kern="1200">
                <a:solidFill>
                  <a:schemeClr val="tx1">
                    <a:lumMod val="50000"/>
                  </a:schemeClr>
                </a:solidFill>
                <a:latin typeface="+mn-lt"/>
                <a:ea typeface="+mn-ea"/>
                <a:cs typeface="+mn-cs"/>
              </a:defRPr>
            </a:lvl2pPr>
            <a:lvl3pPr marL="682625" indent="-220663" algn="l" defTabSz="609585" rtl="0" eaLnBrk="1" latinLnBrk="0" hangingPunct="1">
              <a:spcBef>
                <a:spcPct val="20000"/>
              </a:spcBef>
              <a:buFont typeface="Wingdings" panose="05000000000000000000" pitchFamily="2" charset="2"/>
              <a:buChar char="§"/>
              <a:defRPr sz="2000" kern="1200">
                <a:solidFill>
                  <a:schemeClr val="tx1">
                    <a:lumMod val="50000"/>
                  </a:schemeClr>
                </a:solidFill>
                <a:latin typeface="+mn-lt"/>
                <a:ea typeface="+mn-ea"/>
                <a:cs typeface="+mn-cs"/>
              </a:defRPr>
            </a:lvl3pPr>
            <a:lvl4pPr marL="914400" indent="-231775" algn="l" defTabSz="609585" rtl="0" eaLnBrk="1" latinLnBrk="0" hangingPunct="1">
              <a:spcBef>
                <a:spcPct val="20000"/>
              </a:spcBef>
              <a:buFont typeface="Courier New" panose="02070309020205020404" pitchFamily="49" charset="0"/>
              <a:buChar char="o"/>
              <a:defRPr sz="2000" kern="1200">
                <a:solidFill>
                  <a:schemeClr val="tx1">
                    <a:lumMod val="50000"/>
                  </a:schemeClr>
                </a:solidFill>
                <a:latin typeface="+mn-lt"/>
                <a:ea typeface="+mn-ea"/>
                <a:cs typeface="+mn-cs"/>
              </a:defRPr>
            </a:lvl4pPr>
            <a:lvl5pPr marL="1146175" indent="-231775" algn="l" defTabSz="609585" rtl="0" eaLnBrk="1" latinLnBrk="0" hangingPunct="1">
              <a:spcBef>
                <a:spcPct val="20000"/>
              </a:spcBef>
              <a:buFont typeface="Arial"/>
              <a:buChar char="»"/>
              <a:defRPr sz="2000" kern="1200">
                <a:solidFill>
                  <a:schemeClr val="tx1">
                    <a:lumMod val="50000"/>
                  </a:schemeClr>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b="1">
                <a:solidFill>
                  <a:srgbClr val="1E4C7F"/>
                </a:solidFill>
              </a:rPr>
              <a:t>TITLE</a:t>
            </a:r>
          </a:p>
        </p:txBody>
      </p:sp>
      <p:graphicFrame>
        <p:nvGraphicFramePr>
          <p:cNvPr id="15" name="Table 14">
            <a:extLst>
              <a:ext uri="{FF2B5EF4-FFF2-40B4-BE49-F238E27FC236}">
                <a16:creationId xmlns:a16="http://schemas.microsoft.com/office/drawing/2014/main" id="{BEF45B09-39D0-382F-188E-868452D125E6}"/>
              </a:ext>
            </a:extLst>
          </p:cNvPr>
          <p:cNvGraphicFramePr>
            <a:graphicFrameLocks noGrp="1"/>
          </p:cNvGraphicFramePr>
          <p:nvPr>
            <p:extLst>
              <p:ext uri="{D42A27DB-BD31-4B8C-83A1-F6EECF244321}">
                <p14:modId xmlns:p14="http://schemas.microsoft.com/office/powerpoint/2010/main" val="2372956035"/>
              </p:ext>
            </p:extLst>
          </p:nvPr>
        </p:nvGraphicFramePr>
        <p:xfrm>
          <a:off x="381000" y="1738861"/>
          <a:ext cx="11415760" cy="4406115"/>
        </p:xfrm>
        <a:graphic>
          <a:graphicData uri="http://schemas.openxmlformats.org/drawingml/2006/table">
            <a:tbl>
              <a:tblPr firstRow="1" bandRow="1"/>
              <a:tblGrid>
                <a:gridCol w="2283152">
                  <a:extLst>
                    <a:ext uri="{9D8B030D-6E8A-4147-A177-3AD203B41FA5}">
                      <a16:colId xmlns:a16="http://schemas.microsoft.com/office/drawing/2014/main" val="1699914784"/>
                    </a:ext>
                  </a:extLst>
                </a:gridCol>
                <a:gridCol w="2283152">
                  <a:extLst>
                    <a:ext uri="{9D8B030D-6E8A-4147-A177-3AD203B41FA5}">
                      <a16:colId xmlns:a16="http://schemas.microsoft.com/office/drawing/2014/main" val="2823538424"/>
                    </a:ext>
                  </a:extLst>
                </a:gridCol>
                <a:gridCol w="2283152">
                  <a:extLst>
                    <a:ext uri="{9D8B030D-6E8A-4147-A177-3AD203B41FA5}">
                      <a16:colId xmlns:a16="http://schemas.microsoft.com/office/drawing/2014/main" val="1409528857"/>
                    </a:ext>
                  </a:extLst>
                </a:gridCol>
                <a:gridCol w="2283152">
                  <a:extLst>
                    <a:ext uri="{9D8B030D-6E8A-4147-A177-3AD203B41FA5}">
                      <a16:colId xmlns:a16="http://schemas.microsoft.com/office/drawing/2014/main" val="269863867"/>
                    </a:ext>
                  </a:extLst>
                </a:gridCol>
                <a:gridCol w="2283152">
                  <a:extLst>
                    <a:ext uri="{9D8B030D-6E8A-4147-A177-3AD203B41FA5}">
                      <a16:colId xmlns:a16="http://schemas.microsoft.com/office/drawing/2014/main" val="1791807524"/>
                    </a:ext>
                  </a:extLst>
                </a:gridCol>
              </a:tblGrid>
              <a:tr h="629445">
                <a:tc>
                  <a:txBody>
                    <a:bodyPr/>
                    <a:lstStyle>
                      <a:lvl1pPr marL="0" algn="l" defTabSz="914400" rtl="0" eaLnBrk="1" latinLnBrk="0" hangingPunct="1">
                        <a:defRPr sz="1800" b="1" kern="1200">
                          <a:solidFill>
                            <a:schemeClr val="tx1"/>
                          </a:solidFill>
                          <a:latin typeface="Calibri"/>
                        </a:defRPr>
                      </a:lvl1pPr>
                      <a:lvl2pPr marL="457200" algn="l" defTabSz="914400" rtl="0" eaLnBrk="1" latinLnBrk="0" hangingPunct="1">
                        <a:defRPr sz="1800" b="1" kern="1200">
                          <a:solidFill>
                            <a:schemeClr val="tx1"/>
                          </a:solidFill>
                          <a:latin typeface="Calibri"/>
                        </a:defRPr>
                      </a:lvl2pPr>
                      <a:lvl3pPr marL="914400" algn="l" defTabSz="914400" rtl="0" eaLnBrk="1" latinLnBrk="0" hangingPunct="1">
                        <a:defRPr sz="1800" b="1" kern="1200">
                          <a:solidFill>
                            <a:schemeClr val="tx1"/>
                          </a:solidFill>
                          <a:latin typeface="Calibri"/>
                        </a:defRPr>
                      </a:lvl3pPr>
                      <a:lvl4pPr marL="1371600" algn="l" defTabSz="914400" rtl="0" eaLnBrk="1" latinLnBrk="0" hangingPunct="1">
                        <a:defRPr sz="1800" b="1" kern="1200">
                          <a:solidFill>
                            <a:schemeClr val="tx1"/>
                          </a:solidFill>
                          <a:latin typeface="Calibri"/>
                        </a:defRPr>
                      </a:lvl4pPr>
                      <a:lvl5pPr marL="1828800" algn="l" defTabSz="914400" rtl="0" eaLnBrk="1" latinLnBrk="0" hangingPunct="1">
                        <a:defRPr sz="1800" b="1" kern="1200">
                          <a:solidFill>
                            <a:schemeClr val="tx1"/>
                          </a:solidFill>
                          <a:latin typeface="Calibri"/>
                        </a:defRPr>
                      </a:lvl5pPr>
                      <a:lvl6pPr marL="2286000" algn="l" defTabSz="914400" rtl="0" eaLnBrk="1" latinLnBrk="0" hangingPunct="1">
                        <a:defRPr sz="1800" b="1" kern="1200">
                          <a:solidFill>
                            <a:schemeClr val="tx1"/>
                          </a:solidFill>
                          <a:latin typeface="Calibri"/>
                        </a:defRPr>
                      </a:lvl6pPr>
                      <a:lvl7pPr marL="2743200" algn="l" defTabSz="914400" rtl="0" eaLnBrk="1" latinLnBrk="0" hangingPunct="1">
                        <a:defRPr sz="1800" b="1" kern="1200">
                          <a:solidFill>
                            <a:schemeClr val="tx1"/>
                          </a:solidFill>
                          <a:latin typeface="Calibri"/>
                        </a:defRPr>
                      </a:lvl7pPr>
                      <a:lvl8pPr marL="3200400" algn="l" defTabSz="914400" rtl="0" eaLnBrk="1" latinLnBrk="0" hangingPunct="1">
                        <a:defRPr sz="1800" b="1" kern="1200">
                          <a:solidFill>
                            <a:schemeClr val="tx1"/>
                          </a:solidFill>
                          <a:latin typeface="Calibri"/>
                        </a:defRPr>
                      </a:lvl8pPr>
                      <a:lvl9pPr marL="3657600" algn="l" defTabSz="914400" rtl="0" eaLnBrk="1" latinLnBrk="0" hangingPunct="1">
                        <a:defRPr sz="1800" b="1" kern="1200">
                          <a:solidFill>
                            <a:schemeClr val="tx1"/>
                          </a:solidFill>
                          <a:latin typeface="Calibri"/>
                        </a:defRPr>
                      </a:lvl9pPr>
                    </a:lstStyle>
                    <a:p>
                      <a:endParaRPr lang="en-US" sz="1600">
                        <a:latin typeface="+mn-lt"/>
                      </a:endParaRPr>
                    </a:p>
                  </a:txBody>
                  <a:tcPr anchor="ctr">
                    <a:lnL w="12700" cmpd="sng">
                      <a:solidFill>
                        <a:srgbClr val="857875"/>
                      </a:solidFill>
                    </a:lnL>
                    <a:lnR w="12700" cmpd="sng">
                      <a:solidFill>
                        <a:srgbClr val="857875"/>
                      </a:solidFill>
                    </a:lnR>
                    <a:lnT w="12700" cmpd="sng">
                      <a:solidFill>
                        <a:srgbClr val="857875"/>
                      </a:solidFill>
                    </a:lnT>
                    <a:lnB w="25400" cmpd="sng">
                      <a:solidFill>
                        <a:srgbClr val="857875"/>
                      </a:solidFill>
                    </a:lnB>
                    <a:lnTlToBr w="12700" cmpd="sng">
                      <a:noFill/>
                      <a:prstDash val="solid"/>
                    </a:lnTlToBr>
                    <a:lnBlToTr w="12700" cmpd="sng">
                      <a:noFill/>
                      <a:prstDash val="solid"/>
                    </a:lnBlToTr>
                    <a:solidFill>
                      <a:srgbClr val="857875">
                        <a:lumMod val="20000"/>
                        <a:lumOff val="80000"/>
                      </a:srgbClr>
                    </a:solidFill>
                  </a:tcPr>
                </a:tc>
                <a:tc>
                  <a:txBody>
                    <a:bodyPr/>
                    <a:lstStyle>
                      <a:lvl1pPr marL="0" algn="l" defTabSz="914400" rtl="0" eaLnBrk="1" latinLnBrk="0" hangingPunct="1">
                        <a:defRPr sz="1800" b="1" kern="1200">
                          <a:solidFill>
                            <a:schemeClr val="tx1"/>
                          </a:solidFill>
                          <a:latin typeface="Calibri"/>
                        </a:defRPr>
                      </a:lvl1pPr>
                      <a:lvl2pPr marL="457200" algn="l" defTabSz="914400" rtl="0" eaLnBrk="1" latinLnBrk="0" hangingPunct="1">
                        <a:defRPr sz="1800" b="1" kern="1200">
                          <a:solidFill>
                            <a:schemeClr val="tx1"/>
                          </a:solidFill>
                          <a:latin typeface="Calibri"/>
                        </a:defRPr>
                      </a:lvl2pPr>
                      <a:lvl3pPr marL="914400" algn="l" defTabSz="914400" rtl="0" eaLnBrk="1" latinLnBrk="0" hangingPunct="1">
                        <a:defRPr sz="1800" b="1" kern="1200">
                          <a:solidFill>
                            <a:schemeClr val="tx1"/>
                          </a:solidFill>
                          <a:latin typeface="Calibri"/>
                        </a:defRPr>
                      </a:lvl3pPr>
                      <a:lvl4pPr marL="1371600" algn="l" defTabSz="914400" rtl="0" eaLnBrk="1" latinLnBrk="0" hangingPunct="1">
                        <a:defRPr sz="1800" b="1" kern="1200">
                          <a:solidFill>
                            <a:schemeClr val="tx1"/>
                          </a:solidFill>
                          <a:latin typeface="Calibri"/>
                        </a:defRPr>
                      </a:lvl4pPr>
                      <a:lvl5pPr marL="1828800" algn="l" defTabSz="914400" rtl="0" eaLnBrk="1" latinLnBrk="0" hangingPunct="1">
                        <a:defRPr sz="1800" b="1" kern="1200">
                          <a:solidFill>
                            <a:schemeClr val="tx1"/>
                          </a:solidFill>
                          <a:latin typeface="Calibri"/>
                        </a:defRPr>
                      </a:lvl5pPr>
                      <a:lvl6pPr marL="2286000" algn="l" defTabSz="914400" rtl="0" eaLnBrk="1" latinLnBrk="0" hangingPunct="1">
                        <a:defRPr sz="1800" b="1" kern="1200">
                          <a:solidFill>
                            <a:schemeClr val="tx1"/>
                          </a:solidFill>
                          <a:latin typeface="Calibri"/>
                        </a:defRPr>
                      </a:lvl6pPr>
                      <a:lvl7pPr marL="2743200" algn="l" defTabSz="914400" rtl="0" eaLnBrk="1" latinLnBrk="0" hangingPunct="1">
                        <a:defRPr sz="1800" b="1" kern="1200">
                          <a:solidFill>
                            <a:schemeClr val="tx1"/>
                          </a:solidFill>
                          <a:latin typeface="Calibri"/>
                        </a:defRPr>
                      </a:lvl7pPr>
                      <a:lvl8pPr marL="3200400" algn="l" defTabSz="914400" rtl="0" eaLnBrk="1" latinLnBrk="0" hangingPunct="1">
                        <a:defRPr sz="1800" b="1" kern="1200">
                          <a:solidFill>
                            <a:schemeClr val="tx1"/>
                          </a:solidFill>
                          <a:latin typeface="Calibri"/>
                        </a:defRPr>
                      </a:lvl8pPr>
                      <a:lvl9pPr marL="3657600" algn="l" defTabSz="914400" rtl="0" eaLnBrk="1" latinLnBrk="0" hangingPunct="1">
                        <a:defRPr sz="1800" b="1" kern="1200">
                          <a:solidFill>
                            <a:schemeClr val="tx1"/>
                          </a:solidFill>
                          <a:latin typeface="Calibri"/>
                        </a:defRPr>
                      </a:lvl9pPr>
                    </a:lstStyle>
                    <a:p>
                      <a:r>
                        <a:rPr lang="en-US" sz="1600">
                          <a:latin typeface="+mn-lt"/>
                        </a:rPr>
                        <a:t>Characteristic A</a:t>
                      </a:r>
                    </a:p>
                  </a:txBody>
                  <a:tcPr anchor="ctr">
                    <a:lnL w="12700" cmpd="sng">
                      <a:solidFill>
                        <a:srgbClr val="857875"/>
                      </a:solidFill>
                    </a:lnL>
                    <a:lnR w="12700" cmpd="sng">
                      <a:solidFill>
                        <a:srgbClr val="857875"/>
                      </a:solidFill>
                    </a:lnR>
                    <a:lnT w="12700" cmpd="sng">
                      <a:solidFill>
                        <a:srgbClr val="857875"/>
                      </a:solidFill>
                    </a:lnT>
                    <a:lnB w="25400" cmpd="sng">
                      <a:solidFill>
                        <a:srgbClr val="857875"/>
                      </a:solidFill>
                    </a:lnB>
                    <a:lnTlToBr w="12700" cmpd="sng">
                      <a:noFill/>
                      <a:prstDash val="solid"/>
                    </a:lnTlToBr>
                    <a:lnBlToTr w="12700" cmpd="sng">
                      <a:noFill/>
                      <a:prstDash val="solid"/>
                    </a:lnBlToTr>
                    <a:solidFill>
                      <a:srgbClr val="857875">
                        <a:lumMod val="20000"/>
                        <a:lumOff val="80000"/>
                      </a:srgbClr>
                    </a:solidFill>
                  </a:tcPr>
                </a:tc>
                <a:tc>
                  <a:txBody>
                    <a:bodyPr/>
                    <a:lstStyle>
                      <a:lvl1pPr marL="0" algn="l" defTabSz="914400" rtl="0" eaLnBrk="1" latinLnBrk="0" hangingPunct="1">
                        <a:defRPr sz="1800" b="1" kern="1200">
                          <a:solidFill>
                            <a:schemeClr val="tx1"/>
                          </a:solidFill>
                          <a:latin typeface="Calibri"/>
                        </a:defRPr>
                      </a:lvl1pPr>
                      <a:lvl2pPr marL="457200" algn="l" defTabSz="914400" rtl="0" eaLnBrk="1" latinLnBrk="0" hangingPunct="1">
                        <a:defRPr sz="1800" b="1" kern="1200">
                          <a:solidFill>
                            <a:schemeClr val="tx1"/>
                          </a:solidFill>
                          <a:latin typeface="Calibri"/>
                        </a:defRPr>
                      </a:lvl2pPr>
                      <a:lvl3pPr marL="914400" algn="l" defTabSz="914400" rtl="0" eaLnBrk="1" latinLnBrk="0" hangingPunct="1">
                        <a:defRPr sz="1800" b="1" kern="1200">
                          <a:solidFill>
                            <a:schemeClr val="tx1"/>
                          </a:solidFill>
                          <a:latin typeface="Calibri"/>
                        </a:defRPr>
                      </a:lvl3pPr>
                      <a:lvl4pPr marL="1371600" algn="l" defTabSz="914400" rtl="0" eaLnBrk="1" latinLnBrk="0" hangingPunct="1">
                        <a:defRPr sz="1800" b="1" kern="1200">
                          <a:solidFill>
                            <a:schemeClr val="tx1"/>
                          </a:solidFill>
                          <a:latin typeface="Calibri"/>
                        </a:defRPr>
                      </a:lvl4pPr>
                      <a:lvl5pPr marL="1828800" algn="l" defTabSz="914400" rtl="0" eaLnBrk="1" latinLnBrk="0" hangingPunct="1">
                        <a:defRPr sz="1800" b="1" kern="1200">
                          <a:solidFill>
                            <a:schemeClr val="tx1"/>
                          </a:solidFill>
                          <a:latin typeface="Calibri"/>
                        </a:defRPr>
                      </a:lvl5pPr>
                      <a:lvl6pPr marL="2286000" algn="l" defTabSz="914400" rtl="0" eaLnBrk="1" latinLnBrk="0" hangingPunct="1">
                        <a:defRPr sz="1800" b="1" kern="1200">
                          <a:solidFill>
                            <a:schemeClr val="tx1"/>
                          </a:solidFill>
                          <a:latin typeface="Calibri"/>
                        </a:defRPr>
                      </a:lvl6pPr>
                      <a:lvl7pPr marL="2743200" algn="l" defTabSz="914400" rtl="0" eaLnBrk="1" latinLnBrk="0" hangingPunct="1">
                        <a:defRPr sz="1800" b="1" kern="1200">
                          <a:solidFill>
                            <a:schemeClr val="tx1"/>
                          </a:solidFill>
                          <a:latin typeface="Calibri"/>
                        </a:defRPr>
                      </a:lvl7pPr>
                      <a:lvl8pPr marL="3200400" algn="l" defTabSz="914400" rtl="0" eaLnBrk="1" latinLnBrk="0" hangingPunct="1">
                        <a:defRPr sz="1800" b="1" kern="1200">
                          <a:solidFill>
                            <a:schemeClr val="tx1"/>
                          </a:solidFill>
                          <a:latin typeface="Calibri"/>
                        </a:defRPr>
                      </a:lvl8pPr>
                      <a:lvl9pPr marL="3657600" algn="l" defTabSz="914400" rtl="0" eaLnBrk="1" latinLnBrk="0" hangingPunct="1">
                        <a:defRPr sz="1800" b="1" kern="1200">
                          <a:solidFill>
                            <a:schemeClr val="tx1"/>
                          </a:solidFill>
                          <a:latin typeface="Calibri"/>
                        </a:defRPr>
                      </a:lvl9pPr>
                    </a:lstStyle>
                    <a:p>
                      <a:r>
                        <a:rPr lang="en-US" sz="1600">
                          <a:latin typeface="+mn-lt"/>
                        </a:rPr>
                        <a:t>Characteristic B</a:t>
                      </a:r>
                    </a:p>
                  </a:txBody>
                  <a:tcPr anchor="ctr">
                    <a:lnL w="12700" cmpd="sng">
                      <a:solidFill>
                        <a:srgbClr val="857875"/>
                      </a:solidFill>
                    </a:lnL>
                    <a:lnR w="12700" cmpd="sng">
                      <a:solidFill>
                        <a:srgbClr val="857875"/>
                      </a:solidFill>
                    </a:lnR>
                    <a:lnT w="12700" cmpd="sng">
                      <a:solidFill>
                        <a:srgbClr val="857875"/>
                      </a:solidFill>
                    </a:lnT>
                    <a:lnB w="25400" cmpd="sng">
                      <a:solidFill>
                        <a:srgbClr val="857875"/>
                      </a:solidFill>
                    </a:lnB>
                    <a:lnTlToBr w="12700" cmpd="sng">
                      <a:noFill/>
                      <a:prstDash val="solid"/>
                    </a:lnTlToBr>
                    <a:lnBlToTr w="12700" cmpd="sng">
                      <a:noFill/>
                      <a:prstDash val="solid"/>
                    </a:lnBlToTr>
                    <a:solidFill>
                      <a:srgbClr val="857875">
                        <a:lumMod val="20000"/>
                        <a:lumOff val="80000"/>
                      </a:srgbClr>
                    </a:solidFill>
                  </a:tcPr>
                </a:tc>
                <a:tc>
                  <a:txBody>
                    <a:bodyPr/>
                    <a:lstStyle>
                      <a:lvl1pPr marL="0" algn="l" defTabSz="914400" rtl="0" eaLnBrk="1" latinLnBrk="0" hangingPunct="1">
                        <a:defRPr sz="1800" b="1" kern="1200">
                          <a:solidFill>
                            <a:schemeClr val="tx1"/>
                          </a:solidFill>
                          <a:latin typeface="Calibri"/>
                        </a:defRPr>
                      </a:lvl1pPr>
                      <a:lvl2pPr marL="457200" algn="l" defTabSz="914400" rtl="0" eaLnBrk="1" latinLnBrk="0" hangingPunct="1">
                        <a:defRPr sz="1800" b="1" kern="1200">
                          <a:solidFill>
                            <a:schemeClr val="tx1"/>
                          </a:solidFill>
                          <a:latin typeface="Calibri"/>
                        </a:defRPr>
                      </a:lvl2pPr>
                      <a:lvl3pPr marL="914400" algn="l" defTabSz="914400" rtl="0" eaLnBrk="1" latinLnBrk="0" hangingPunct="1">
                        <a:defRPr sz="1800" b="1" kern="1200">
                          <a:solidFill>
                            <a:schemeClr val="tx1"/>
                          </a:solidFill>
                          <a:latin typeface="Calibri"/>
                        </a:defRPr>
                      </a:lvl3pPr>
                      <a:lvl4pPr marL="1371600" algn="l" defTabSz="914400" rtl="0" eaLnBrk="1" latinLnBrk="0" hangingPunct="1">
                        <a:defRPr sz="1800" b="1" kern="1200">
                          <a:solidFill>
                            <a:schemeClr val="tx1"/>
                          </a:solidFill>
                          <a:latin typeface="Calibri"/>
                        </a:defRPr>
                      </a:lvl4pPr>
                      <a:lvl5pPr marL="1828800" algn="l" defTabSz="914400" rtl="0" eaLnBrk="1" latinLnBrk="0" hangingPunct="1">
                        <a:defRPr sz="1800" b="1" kern="1200">
                          <a:solidFill>
                            <a:schemeClr val="tx1"/>
                          </a:solidFill>
                          <a:latin typeface="Calibri"/>
                        </a:defRPr>
                      </a:lvl5pPr>
                      <a:lvl6pPr marL="2286000" algn="l" defTabSz="914400" rtl="0" eaLnBrk="1" latinLnBrk="0" hangingPunct="1">
                        <a:defRPr sz="1800" b="1" kern="1200">
                          <a:solidFill>
                            <a:schemeClr val="tx1"/>
                          </a:solidFill>
                          <a:latin typeface="Calibri"/>
                        </a:defRPr>
                      </a:lvl6pPr>
                      <a:lvl7pPr marL="2743200" algn="l" defTabSz="914400" rtl="0" eaLnBrk="1" latinLnBrk="0" hangingPunct="1">
                        <a:defRPr sz="1800" b="1" kern="1200">
                          <a:solidFill>
                            <a:schemeClr val="tx1"/>
                          </a:solidFill>
                          <a:latin typeface="Calibri"/>
                        </a:defRPr>
                      </a:lvl7pPr>
                      <a:lvl8pPr marL="3200400" algn="l" defTabSz="914400" rtl="0" eaLnBrk="1" latinLnBrk="0" hangingPunct="1">
                        <a:defRPr sz="1800" b="1" kern="1200">
                          <a:solidFill>
                            <a:schemeClr val="tx1"/>
                          </a:solidFill>
                          <a:latin typeface="Calibri"/>
                        </a:defRPr>
                      </a:lvl8pPr>
                      <a:lvl9pPr marL="3657600" algn="l" defTabSz="914400" rtl="0" eaLnBrk="1" latinLnBrk="0" hangingPunct="1">
                        <a:defRPr sz="1800" b="1" kern="1200">
                          <a:solidFill>
                            <a:schemeClr val="tx1"/>
                          </a:solidFill>
                          <a:latin typeface="Calibri"/>
                        </a:defRPr>
                      </a:lvl9pPr>
                    </a:lstStyle>
                    <a:p>
                      <a:r>
                        <a:rPr lang="en-US" sz="1600">
                          <a:latin typeface="+mn-lt"/>
                        </a:rPr>
                        <a:t>Characteristic C</a:t>
                      </a:r>
                    </a:p>
                  </a:txBody>
                  <a:tcPr anchor="ctr">
                    <a:lnL w="12700" cmpd="sng">
                      <a:solidFill>
                        <a:srgbClr val="857875"/>
                      </a:solidFill>
                    </a:lnL>
                    <a:lnR w="12700" cmpd="sng">
                      <a:solidFill>
                        <a:srgbClr val="857875"/>
                      </a:solidFill>
                    </a:lnR>
                    <a:lnT w="12700" cmpd="sng">
                      <a:solidFill>
                        <a:srgbClr val="857875"/>
                      </a:solidFill>
                    </a:lnT>
                    <a:lnB w="25400" cmpd="sng">
                      <a:solidFill>
                        <a:srgbClr val="857875"/>
                      </a:solidFill>
                    </a:lnB>
                    <a:lnTlToBr w="12700" cmpd="sng">
                      <a:noFill/>
                      <a:prstDash val="solid"/>
                    </a:lnTlToBr>
                    <a:lnBlToTr w="12700" cmpd="sng">
                      <a:noFill/>
                      <a:prstDash val="solid"/>
                    </a:lnBlToTr>
                    <a:solidFill>
                      <a:srgbClr val="857875">
                        <a:lumMod val="20000"/>
                        <a:lumOff val="80000"/>
                      </a:srgbClr>
                    </a:solidFill>
                  </a:tcPr>
                </a:tc>
                <a:tc>
                  <a:txBody>
                    <a:bodyPr/>
                    <a:lstStyle>
                      <a:lvl1pPr marL="0" algn="l" defTabSz="914400" rtl="0" eaLnBrk="1" latinLnBrk="0" hangingPunct="1">
                        <a:defRPr sz="1800" b="1" kern="1200">
                          <a:solidFill>
                            <a:schemeClr val="tx1"/>
                          </a:solidFill>
                          <a:latin typeface="Calibri"/>
                        </a:defRPr>
                      </a:lvl1pPr>
                      <a:lvl2pPr marL="457200" algn="l" defTabSz="914400" rtl="0" eaLnBrk="1" latinLnBrk="0" hangingPunct="1">
                        <a:defRPr sz="1800" b="1" kern="1200">
                          <a:solidFill>
                            <a:schemeClr val="tx1"/>
                          </a:solidFill>
                          <a:latin typeface="Calibri"/>
                        </a:defRPr>
                      </a:lvl2pPr>
                      <a:lvl3pPr marL="914400" algn="l" defTabSz="914400" rtl="0" eaLnBrk="1" latinLnBrk="0" hangingPunct="1">
                        <a:defRPr sz="1800" b="1" kern="1200">
                          <a:solidFill>
                            <a:schemeClr val="tx1"/>
                          </a:solidFill>
                          <a:latin typeface="Calibri"/>
                        </a:defRPr>
                      </a:lvl3pPr>
                      <a:lvl4pPr marL="1371600" algn="l" defTabSz="914400" rtl="0" eaLnBrk="1" latinLnBrk="0" hangingPunct="1">
                        <a:defRPr sz="1800" b="1" kern="1200">
                          <a:solidFill>
                            <a:schemeClr val="tx1"/>
                          </a:solidFill>
                          <a:latin typeface="Calibri"/>
                        </a:defRPr>
                      </a:lvl4pPr>
                      <a:lvl5pPr marL="1828800" algn="l" defTabSz="914400" rtl="0" eaLnBrk="1" latinLnBrk="0" hangingPunct="1">
                        <a:defRPr sz="1800" b="1" kern="1200">
                          <a:solidFill>
                            <a:schemeClr val="tx1"/>
                          </a:solidFill>
                          <a:latin typeface="Calibri"/>
                        </a:defRPr>
                      </a:lvl5pPr>
                      <a:lvl6pPr marL="2286000" algn="l" defTabSz="914400" rtl="0" eaLnBrk="1" latinLnBrk="0" hangingPunct="1">
                        <a:defRPr sz="1800" b="1" kern="1200">
                          <a:solidFill>
                            <a:schemeClr val="tx1"/>
                          </a:solidFill>
                          <a:latin typeface="Calibri"/>
                        </a:defRPr>
                      </a:lvl6pPr>
                      <a:lvl7pPr marL="2743200" algn="l" defTabSz="914400" rtl="0" eaLnBrk="1" latinLnBrk="0" hangingPunct="1">
                        <a:defRPr sz="1800" b="1" kern="1200">
                          <a:solidFill>
                            <a:schemeClr val="tx1"/>
                          </a:solidFill>
                          <a:latin typeface="Calibri"/>
                        </a:defRPr>
                      </a:lvl7pPr>
                      <a:lvl8pPr marL="3200400" algn="l" defTabSz="914400" rtl="0" eaLnBrk="1" latinLnBrk="0" hangingPunct="1">
                        <a:defRPr sz="1800" b="1" kern="1200">
                          <a:solidFill>
                            <a:schemeClr val="tx1"/>
                          </a:solidFill>
                          <a:latin typeface="Calibri"/>
                        </a:defRPr>
                      </a:lvl8pPr>
                      <a:lvl9pPr marL="3657600" algn="l" defTabSz="914400" rtl="0" eaLnBrk="1" latinLnBrk="0" hangingPunct="1">
                        <a:defRPr sz="1800" b="1" kern="1200">
                          <a:solidFill>
                            <a:schemeClr val="tx1"/>
                          </a:solidFill>
                          <a:latin typeface="Calibri"/>
                        </a:defRPr>
                      </a:lvl9pPr>
                    </a:lstStyle>
                    <a:p>
                      <a:r>
                        <a:rPr lang="en-US" sz="1600">
                          <a:latin typeface="+mn-lt"/>
                        </a:rPr>
                        <a:t>Characteristic D</a:t>
                      </a:r>
                    </a:p>
                  </a:txBody>
                  <a:tcPr anchor="ctr">
                    <a:lnL w="12700" cmpd="sng">
                      <a:solidFill>
                        <a:srgbClr val="857875"/>
                      </a:solidFill>
                    </a:lnL>
                    <a:lnR w="12700" cmpd="sng">
                      <a:solidFill>
                        <a:srgbClr val="857875"/>
                      </a:solidFill>
                    </a:lnR>
                    <a:lnT w="12700" cmpd="sng">
                      <a:solidFill>
                        <a:srgbClr val="857875"/>
                      </a:solidFill>
                    </a:lnT>
                    <a:lnB w="25400" cmpd="sng">
                      <a:solidFill>
                        <a:srgbClr val="857875"/>
                      </a:solidFill>
                    </a:lnB>
                    <a:lnTlToBr w="12700" cmpd="sng">
                      <a:noFill/>
                      <a:prstDash val="solid"/>
                    </a:lnTlToBr>
                    <a:lnBlToTr w="12700" cmpd="sng">
                      <a:noFill/>
                      <a:prstDash val="solid"/>
                    </a:lnBlToTr>
                    <a:solidFill>
                      <a:srgbClr val="857875">
                        <a:lumMod val="20000"/>
                        <a:lumOff val="80000"/>
                      </a:srgbClr>
                    </a:solidFill>
                  </a:tcPr>
                </a:tc>
                <a:extLst>
                  <a:ext uri="{0D108BD9-81ED-4DB2-BD59-A6C34878D82A}">
                    <a16:rowId xmlns:a16="http://schemas.microsoft.com/office/drawing/2014/main" val="3108584384"/>
                  </a:ext>
                </a:extLst>
              </a:tr>
              <a:tr h="62944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a:latin typeface="+mn-lt"/>
                        </a:rPr>
                        <a:t>Item 1</a:t>
                      </a:r>
                    </a:p>
                  </a:txBody>
                  <a:tcPr anchor="ctr">
                    <a:lnL w="12700" cmpd="sng">
                      <a:solidFill>
                        <a:srgbClr val="857875"/>
                      </a:solidFill>
                    </a:lnL>
                    <a:lnR w="12700" cmpd="sng">
                      <a:solidFill>
                        <a:srgbClr val="857875"/>
                      </a:solidFill>
                    </a:lnR>
                    <a:lnT w="25400" cmpd="sng">
                      <a:solidFill>
                        <a:srgbClr val="857875"/>
                      </a:solidFill>
                    </a:lnT>
                    <a:lnB w="12700" cmpd="sng">
                      <a:solidFill>
                        <a:srgbClr val="857875"/>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25400" cmpd="sng">
                      <a:solidFill>
                        <a:srgbClr val="857875"/>
                      </a:solidFill>
                    </a:lnT>
                    <a:lnB w="12700" cmpd="sng">
                      <a:solidFill>
                        <a:srgbClr val="857875"/>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25400" cmpd="sng">
                      <a:solidFill>
                        <a:srgbClr val="857875"/>
                      </a:solidFill>
                    </a:lnT>
                    <a:lnB w="12700" cmpd="sng">
                      <a:solidFill>
                        <a:srgbClr val="857875"/>
                      </a:solidFill>
                    </a:lnB>
                    <a:lnTlToBr w="12700" cmpd="sng">
                      <a:noFill/>
                      <a:prstDash val="solid"/>
                    </a:lnTlToBr>
                    <a:lnBlToTr w="12700" cmpd="sng">
                      <a:noFill/>
                      <a:prstDash val="solid"/>
                    </a:lnBlToTr>
                    <a:solidFill>
                      <a:schemeClr val="accent6"/>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25400" cmpd="sng">
                      <a:solidFill>
                        <a:srgbClr val="857875"/>
                      </a:solidFill>
                    </a:lnT>
                    <a:lnB w="12700" cmpd="sng">
                      <a:solidFill>
                        <a:srgbClr val="857875"/>
                      </a:solidFill>
                    </a:lnB>
                    <a:lnTlToBr w="12700" cmpd="sng">
                      <a:noFill/>
                      <a:prstDash val="solid"/>
                    </a:lnTlToBr>
                    <a:lnBlToTr w="12700" cmpd="sng">
                      <a:noFill/>
                      <a:prstDash val="solid"/>
                    </a:lnBlToTr>
                    <a:solidFill>
                      <a:schemeClr val="accent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25400" cmpd="sng">
                      <a:solidFill>
                        <a:srgbClr val="857875"/>
                      </a:solidFill>
                    </a:lnT>
                    <a:lnB w="12700" cmpd="sng">
                      <a:solidFill>
                        <a:srgbClr val="857875"/>
                      </a:solid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94150617"/>
                  </a:ext>
                </a:extLst>
              </a:tr>
              <a:tr h="62944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a:latin typeface="+mn-lt"/>
                        </a:rPr>
                        <a:t>Item 2</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6"/>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6"/>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246358364"/>
                  </a:ext>
                </a:extLst>
              </a:tr>
              <a:tr h="62944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a:latin typeface="+mn-lt"/>
                        </a:rPr>
                        <a:t>Item 3</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6"/>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483942486"/>
                  </a:ext>
                </a:extLst>
              </a:tr>
              <a:tr h="62944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a:latin typeface="+mn-lt"/>
                        </a:rPr>
                        <a:t>Item 4</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6"/>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31382801"/>
                  </a:ext>
                </a:extLst>
              </a:tr>
              <a:tr h="62944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a:latin typeface="+mn-lt"/>
                        </a:rPr>
                        <a:t>Item 5</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6"/>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6"/>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7450843"/>
                  </a:ext>
                </a:extLst>
              </a:tr>
              <a:tr h="62944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a:latin typeface="+mn-lt"/>
                        </a:rPr>
                        <a:t>Item 6</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i="1">
                          <a:solidFill>
                            <a:schemeClr val="tx1"/>
                          </a:solidFill>
                          <a:latin typeface="+mn-lt"/>
                        </a:rPr>
                        <a:t>Notes</a:t>
                      </a:r>
                    </a:p>
                  </a:txBody>
                  <a:tcPr anchor="ctr">
                    <a:lnL w="12700" cmpd="sng">
                      <a:solidFill>
                        <a:srgbClr val="857875"/>
                      </a:solidFill>
                    </a:lnL>
                    <a:lnR w="12700" cmpd="sng">
                      <a:solidFill>
                        <a:srgbClr val="857875"/>
                      </a:solidFill>
                    </a:lnR>
                    <a:lnT w="12700" cmpd="sng">
                      <a:solidFill>
                        <a:srgbClr val="857875"/>
                      </a:solidFill>
                    </a:lnT>
                    <a:lnB w="12700" cmpd="sng">
                      <a:solidFill>
                        <a:srgbClr val="857875"/>
                      </a:solid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530705027"/>
                  </a:ext>
                </a:extLst>
              </a:tr>
            </a:tbl>
          </a:graphicData>
        </a:graphic>
      </p:graphicFrame>
      <p:sp>
        <p:nvSpPr>
          <p:cNvPr id="16" name="Rectangle 15">
            <a:extLst>
              <a:ext uri="{FF2B5EF4-FFF2-40B4-BE49-F238E27FC236}">
                <a16:creationId xmlns:a16="http://schemas.microsoft.com/office/drawing/2014/main" id="{E1634FBC-D651-0B36-0ACE-B5F47D5A9CF7}"/>
              </a:ext>
            </a:extLst>
          </p:cNvPr>
          <p:cNvSpPr/>
          <p:nvPr/>
        </p:nvSpPr>
        <p:spPr>
          <a:xfrm>
            <a:off x="8724051" y="1222352"/>
            <a:ext cx="257454" cy="257454"/>
          </a:xfrm>
          <a:prstGeom prst="rect">
            <a:avLst/>
          </a:prstGeom>
          <a:solidFill>
            <a:schemeClr val="accent4"/>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000000"/>
              </a:solidFill>
              <a:effectLst/>
              <a:uLnTx/>
              <a:uFillTx/>
              <a:ea typeface="+mn-ea"/>
              <a:cs typeface="+mn-cs"/>
            </a:endParaRPr>
          </a:p>
        </p:txBody>
      </p:sp>
      <p:sp>
        <p:nvSpPr>
          <p:cNvPr id="17" name="Rectangle 16">
            <a:extLst>
              <a:ext uri="{FF2B5EF4-FFF2-40B4-BE49-F238E27FC236}">
                <a16:creationId xmlns:a16="http://schemas.microsoft.com/office/drawing/2014/main" id="{6E3755C8-0D7B-987C-B1C3-C816843E35C8}"/>
              </a:ext>
            </a:extLst>
          </p:cNvPr>
          <p:cNvSpPr/>
          <p:nvPr/>
        </p:nvSpPr>
        <p:spPr>
          <a:xfrm>
            <a:off x="9724923" y="1221216"/>
            <a:ext cx="257454" cy="257454"/>
          </a:xfrm>
          <a:prstGeom prst="rect">
            <a:avLst/>
          </a:prstGeom>
          <a:solidFill>
            <a:schemeClr val="accent5"/>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000000"/>
              </a:solidFill>
              <a:effectLst/>
              <a:uLnTx/>
              <a:uFillTx/>
              <a:ea typeface="+mn-ea"/>
              <a:cs typeface="+mn-cs"/>
            </a:endParaRPr>
          </a:p>
        </p:txBody>
      </p:sp>
      <p:sp>
        <p:nvSpPr>
          <p:cNvPr id="18" name="Rectangle 17">
            <a:extLst>
              <a:ext uri="{FF2B5EF4-FFF2-40B4-BE49-F238E27FC236}">
                <a16:creationId xmlns:a16="http://schemas.microsoft.com/office/drawing/2014/main" id="{5C990DD5-837F-3057-52FD-BA39A92DFD26}"/>
              </a:ext>
            </a:extLst>
          </p:cNvPr>
          <p:cNvSpPr/>
          <p:nvPr/>
        </p:nvSpPr>
        <p:spPr>
          <a:xfrm>
            <a:off x="10956897" y="1221216"/>
            <a:ext cx="257454" cy="257454"/>
          </a:xfrm>
          <a:prstGeom prst="rect">
            <a:avLst/>
          </a:prstGeom>
          <a:solidFill>
            <a:srgbClr val="1E4C7F">
              <a:lumMod val="20000"/>
              <a:lumOff val="80000"/>
            </a:srgbClr>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000000"/>
              </a:solidFill>
              <a:effectLst/>
              <a:uLnTx/>
              <a:uFillTx/>
              <a:ea typeface="+mn-ea"/>
              <a:cs typeface="+mn-cs"/>
            </a:endParaRPr>
          </a:p>
        </p:txBody>
      </p:sp>
      <p:sp>
        <p:nvSpPr>
          <p:cNvPr id="19" name="TextBox 18">
            <a:extLst>
              <a:ext uri="{FF2B5EF4-FFF2-40B4-BE49-F238E27FC236}">
                <a16:creationId xmlns:a16="http://schemas.microsoft.com/office/drawing/2014/main" id="{CC5F5DFE-98C8-510E-BBD1-3B446D35E187}"/>
              </a:ext>
            </a:extLst>
          </p:cNvPr>
          <p:cNvSpPr txBox="1"/>
          <p:nvPr/>
        </p:nvSpPr>
        <p:spPr>
          <a:xfrm>
            <a:off x="9005550" y="1120785"/>
            <a:ext cx="719373" cy="460587"/>
          </a:xfrm>
          <a:prstGeom prst="rect">
            <a:avLst/>
          </a:prstGeom>
          <a:noFill/>
          <a:ln>
            <a:noFill/>
          </a:ln>
        </p:spPr>
        <p:txBody>
          <a:bodyPr wrap="square" lIns="91440" tIns="91440" rIns="91440" bIns="91440" rtlCol="0">
            <a:noAutofit/>
          </a:bodyPr>
          <a:lstStyle/>
          <a:p>
            <a:r>
              <a:rPr lang="en-US" sz="1600">
                <a:solidFill>
                  <a:srgbClr val="000000"/>
                </a:solidFill>
              </a:rPr>
              <a:t>High</a:t>
            </a:r>
          </a:p>
        </p:txBody>
      </p:sp>
      <p:sp>
        <p:nvSpPr>
          <p:cNvPr id="20" name="TextBox 19">
            <a:extLst>
              <a:ext uri="{FF2B5EF4-FFF2-40B4-BE49-F238E27FC236}">
                <a16:creationId xmlns:a16="http://schemas.microsoft.com/office/drawing/2014/main" id="{3E1FA743-676A-3C6D-63EC-06A2137E3F02}"/>
              </a:ext>
            </a:extLst>
          </p:cNvPr>
          <p:cNvSpPr txBox="1"/>
          <p:nvPr/>
        </p:nvSpPr>
        <p:spPr>
          <a:xfrm>
            <a:off x="9982377" y="1120785"/>
            <a:ext cx="1121247" cy="460587"/>
          </a:xfrm>
          <a:prstGeom prst="rect">
            <a:avLst/>
          </a:prstGeom>
          <a:noFill/>
          <a:ln>
            <a:noFill/>
          </a:ln>
        </p:spPr>
        <p:txBody>
          <a:bodyPr wrap="square" lIns="91440" tIns="91440" rIns="91440" bIns="91440" rtlCol="0">
            <a:noAutofit/>
          </a:bodyPr>
          <a:lstStyle/>
          <a:p>
            <a:r>
              <a:rPr lang="en-US" sz="1600">
                <a:solidFill>
                  <a:srgbClr val="000000"/>
                </a:solidFill>
              </a:rPr>
              <a:t>Medium</a:t>
            </a:r>
          </a:p>
        </p:txBody>
      </p:sp>
      <p:sp>
        <p:nvSpPr>
          <p:cNvPr id="21" name="TextBox 20">
            <a:extLst>
              <a:ext uri="{FF2B5EF4-FFF2-40B4-BE49-F238E27FC236}">
                <a16:creationId xmlns:a16="http://schemas.microsoft.com/office/drawing/2014/main" id="{19903CB9-1AE7-A132-4866-D2B1E36E8332}"/>
              </a:ext>
            </a:extLst>
          </p:cNvPr>
          <p:cNvSpPr txBox="1"/>
          <p:nvPr/>
        </p:nvSpPr>
        <p:spPr>
          <a:xfrm>
            <a:off x="11221822" y="1120785"/>
            <a:ext cx="574939" cy="460587"/>
          </a:xfrm>
          <a:prstGeom prst="rect">
            <a:avLst/>
          </a:prstGeom>
          <a:noFill/>
          <a:ln>
            <a:noFill/>
          </a:ln>
        </p:spPr>
        <p:txBody>
          <a:bodyPr wrap="square" lIns="91440" tIns="91440" rIns="91440" bIns="91440" rtlCol="0">
            <a:noAutofit/>
          </a:bodyPr>
          <a:lstStyle/>
          <a:p>
            <a:r>
              <a:rPr lang="en-US" sz="1600">
                <a:solidFill>
                  <a:srgbClr val="000000"/>
                </a:solidFill>
              </a:rPr>
              <a:t>Low</a:t>
            </a:r>
          </a:p>
        </p:txBody>
      </p:sp>
    </p:spTree>
    <p:extLst>
      <p:ext uri="{BB962C8B-B14F-4D97-AF65-F5344CB8AC3E}">
        <p14:creationId xmlns:p14="http://schemas.microsoft.com/office/powerpoint/2010/main" val="2266995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C91CE70-2223-06C3-6852-C695F9A973B2}"/>
              </a:ext>
            </a:extLst>
          </p:cNvPr>
          <p:cNvGraphicFramePr>
            <a:graphicFrameLocks noChangeAspect="1"/>
          </p:cNvGraphicFramePr>
          <p:nvPr>
            <p:custDataLst>
              <p:tags r:id="rId1"/>
            </p:custDataLst>
            <p:extLst>
              <p:ext uri="{D42A27DB-BD31-4B8C-83A1-F6EECF244321}">
                <p14:modId xmlns:p14="http://schemas.microsoft.com/office/powerpoint/2010/main" val="461164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5" imgH="484" progId="TCLayout.ActiveDocument.1">
                  <p:embed/>
                </p:oleObj>
              </mc:Choice>
              <mc:Fallback>
                <p:oleObj name="think-cell Slide" r:id="rId4" imgW="495" imgH="484" progId="TCLayout.ActiveDocument.1">
                  <p:embed/>
                  <p:pic>
                    <p:nvPicPr>
                      <p:cNvPr id="3" name="think-cell data - do not delete" hidden="1">
                        <a:extLst>
                          <a:ext uri="{FF2B5EF4-FFF2-40B4-BE49-F238E27FC236}">
                            <a16:creationId xmlns:a16="http://schemas.microsoft.com/office/drawing/2014/main" id="{4C91CE70-2223-06C3-6852-C695F9A973B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Subtitle 1">
            <a:extLst>
              <a:ext uri="{FF2B5EF4-FFF2-40B4-BE49-F238E27FC236}">
                <a16:creationId xmlns:a16="http://schemas.microsoft.com/office/drawing/2014/main" id="{A085C9D8-F441-4C0E-2DE1-6C3BE0FDABD1}"/>
              </a:ext>
            </a:extLst>
          </p:cNvPr>
          <p:cNvSpPr>
            <a:spLocks noGrp="1"/>
          </p:cNvSpPr>
          <p:nvPr>
            <p:ph type="subTitle" idx="1"/>
          </p:nvPr>
        </p:nvSpPr>
        <p:spPr/>
        <p:txBody>
          <a:bodyPr/>
          <a:lstStyle/>
          <a:p>
            <a:r>
              <a:rPr lang="en-US"/>
              <a:t>Newry Style Guide</a:t>
            </a:r>
          </a:p>
        </p:txBody>
      </p:sp>
    </p:spTree>
    <p:extLst>
      <p:ext uri="{BB962C8B-B14F-4D97-AF65-F5344CB8AC3E}">
        <p14:creationId xmlns:p14="http://schemas.microsoft.com/office/powerpoint/2010/main" val="1693429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3BCEED6-F2FC-3085-FF80-EE6DD0534776}"/>
              </a:ext>
            </a:extLst>
          </p:cNvPr>
          <p:cNvGraphicFramePr>
            <a:graphicFrameLocks noChangeAspect="1"/>
          </p:cNvGraphicFramePr>
          <p:nvPr>
            <p:custDataLst>
              <p:tags r:id="rId1"/>
            </p:custDataLst>
            <p:extLst>
              <p:ext uri="{D42A27DB-BD31-4B8C-83A1-F6EECF244321}">
                <p14:modId xmlns:p14="http://schemas.microsoft.com/office/powerpoint/2010/main" val="6101977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7" name="think-cell data - do not delete" hidden="1">
                        <a:extLst>
                          <a:ext uri="{FF2B5EF4-FFF2-40B4-BE49-F238E27FC236}">
                            <a16:creationId xmlns:a16="http://schemas.microsoft.com/office/drawing/2014/main" id="{B3BCEED6-F2FC-3085-FF80-EE6DD053477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8D0D3A6-83BB-8C3D-7A1B-24E1CEB19133}"/>
              </a:ext>
            </a:extLst>
          </p:cNvPr>
          <p:cNvSpPr>
            <a:spLocks noGrp="1"/>
          </p:cNvSpPr>
          <p:nvPr>
            <p:ph type="title"/>
          </p:nvPr>
        </p:nvSpPr>
        <p:spPr/>
        <p:txBody>
          <a:bodyPr vert="horz"/>
          <a:lstStyle/>
          <a:p>
            <a:r>
              <a:rPr lang="en-US"/>
              <a:t>Newry Palette</a:t>
            </a:r>
          </a:p>
        </p:txBody>
      </p:sp>
      <p:sp>
        <p:nvSpPr>
          <p:cNvPr id="3" name="Slide Number Placeholder 2">
            <a:extLst>
              <a:ext uri="{FF2B5EF4-FFF2-40B4-BE49-F238E27FC236}">
                <a16:creationId xmlns:a16="http://schemas.microsoft.com/office/drawing/2014/main" id="{BCB4C6F9-6A34-905D-2C2F-53807AB7CFF4}"/>
              </a:ext>
            </a:extLst>
          </p:cNvPr>
          <p:cNvSpPr>
            <a:spLocks noGrp="1"/>
          </p:cNvSpPr>
          <p:nvPr>
            <p:ph type="sldNum" sz="quarter" idx="12"/>
          </p:nvPr>
        </p:nvSpPr>
        <p:spPr/>
        <p:txBody>
          <a:bodyPr/>
          <a:lstStyle/>
          <a:p>
            <a:fld id="{84D58D1B-E4CD-4092-A64A-067BEFC75A17}" type="slidenum">
              <a:rPr lang="en-US" smtClean="0"/>
              <a:pPr/>
              <a:t>14</a:t>
            </a:fld>
            <a:endParaRPr lang="en-US"/>
          </a:p>
        </p:txBody>
      </p:sp>
      <p:sp>
        <p:nvSpPr>
          <p:cNvPr id="4" name="Text Placeholder 3">
            <a:extLst>
              <a:ext uri="{FF2B5EF4-FFF2-40B4-BE49-F238E27FC236}">
                <a16:creationId xmlns:a16="http://schemas.microsoft.com/office/drawing/2014/main" id="{A550C61E-3113-A921-A3EA-C7FF77207E8F}"/>
              </a:ext>
            </a:extLst>
          </p:cNvPr>
          <p:cNvSpPr>
            <a:spLocks noGrp="1"/>
          </p:cNvSpPr>
          <p:nvPr>
            <p:ph type="body" sz="quarter" idx="15"/>
          </p:nvPr>
        </p:nvSpPr>
        <p:spPr>
          <a:xfrm>
            <a:off x="390386" y="6339254"/>
            <a:ext cx="10933287" cy="465607"/>
          </a:xfrm>
        </p:spPr>
        <p:txBody>
          <a:bodyPr/>
          <a:lstStyle/>
          <a:p>
            <a:r>
              <a:rPr lang="en-US"/>
              <a:t>Click to add source</a:t>
            </a:r>
          </a:p>
        </p:txBody>
      </p:sp>
      <p:sp>
        <p:nvSpPr>
          <p:cNvPr id="8" name="Rectangle 7">
            <a:extLst>
              <a:ext uri="{FF2B5EF4-FFF2-40B4-BE49-F238E27FC236}">
                <a16:creationId xmlns:a16="http://schemas.microsoft.com/office/drawing/2014/main" id="{D5CFD8A8-29F0-5F53-C9FE-DC39366148FB}"/>
              </a:ext>
            </a:extLst>
          </p:cNvPr>
          <p:cNvSpPr/>
          <p:nvPr/>
        </p:nvSpPr>
        <p:spPr>
          <a:xfrm>
            <a:off x="388850" y="2257620"/>
            <a:ext cx="510383" cy="5103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bg1"/>
                </a:solidFill>
              </a:rPr>
              <a:t>White Text</a:t>
            </a:r>
          </a:p>
        </p:txBody>
      </p:sp>
      <p:sp>
        <p:nvSpPr>
          <p:cNvPr id="9" name="Rectangle 8">
            <a:extLst>
              <a:ext uri="{FF2B5EF4-FFF2-40B4-BE49-F238E27FC236}">
                <a16:creationId xmlns:a16="http://schemas.microsoft.com/office/drawing/2014/main" id="{47DE31DF-8BAA-C119-C194-B737EDEECAF4}"/>
              </a:ext>
            </a:extLst>
          </p:cNvPr>
          <p:cNvSpPr/>
          <p:nvPr/>
        </p:nvSpPr>
        <p:spPr>
          <a:xfrm>
            <a:off x="1348629" y="2709582"/>
            <a:ext cx="920253" cy="920253"/>
          </a:xfrm>
          <a:prstGeom prst="rect">
            <a:avLst/>
          </a:prstGeom>
          <a:solidFill>
            <a:srgbClr val="1E4C7F"/>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a:solidFill>
                  <a:schemeClr val="bg1"/>
                </a:solidFill>
              </a:rPr>
              <a:t>White Text</a:t>
            </a:r>
          </a:p>
        </p:txBody>
      </p:sp>
      <p:sp>
        <p:nvSpPr>
          <p:cNvPr id="10" name="Rectangle 9">
            <a:extLst>
              <a:ext uri="{FF2B5EF4-FFF2-40B4-BE49-F238E27FC236}">
                <a16:creationId xmlns:a16="http://schemas.microsoft.com/office/drawing/2014/main" id="{9C6A6707-6FB1-796B-0915-2EF9D9EAAC80}"/>
              </a:ext>
            </a:extLst>
          </p:cNvPr>
          <p:cNvSpPr/>
          <p:nvPr/>
        </p:nvSpPr>
        <p:spPr>
          <a:xfrm>
            <a:off x="388850" y="3573466"/>
            <a:ext cx="510383" cy="5103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ptos" panose="02110004020202020204"/>
                <a:ea typeface="+mn-ea"/>
                <a:cs typeface="+mn-cs"/>
              </a:rPr>
              <a:t>White Text</a:t>
            </a:r>
          </a:p>
        </p:txBody>
      </p:sp>
      <p:sp>
        <p:nvSpPr>
          <p:cNvPr id="11" name="Rectangle 10">
            <a:extLst>
              <a:ext uri="{FF2B5EF4-FFF2-40B4-BE49-F238E27FC236}">
                <a16:creationId xmlns:a16="http://schemas.microsoft.com/office/drawing/2014/main" id="{2F6CFBCD-40D1-005A-E603-C8C7066E40FB}"/>
              </a:ext>
            </a:extLst>
          </p:cNvPr>
          <p:cNvSpPr/>
          <p:nvPr/>
        </p:nvSpPr>
        <p:spPr>
          <a:xfrm>
            <a:off x="388850" y="4231389"/>
            <a:ext cx="510383" cy="5103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ptos" panose="02110004020202020204"/>
                <a:ea typeface="+mn-ea"/>
                <a:cs typeface="+mn-cs"/>
              </a:rPr>
              <a:t>Black Text</a:t>
            </a:r>
          </a:p>
        </p:txBody>
      </p:sp>
      <p:sp>
        <p:nvSpPr>
          <p:cNvPr id="12" name="Rectangle 11">
            <a:extLst>
              <a:ext uri="{FF2B5EF4-FFF2-40B4-BE49-F238E27FC236}">
                <a16:creationId xmlns:a16="http://schemas.microsoft.com/office/drawing/2014/main" id="{81C0842A-519A-70D5-AAAE-B194F57EA58A}"/>
              </a:ext>
            </a:extLst>
          </p:cNvPr>
          <p:cNvSpPr/>
          <p:nvPr/>
        </p:nvSpPr>
        <p:spPr>
          <a:xfrm>
            <a:off x="388850" y="4889312"/>
            <a:ext cx="510383" cy="5103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ptos" panose="02110004020202020204"/>
                <a:ea typeface="+mn-ea"/>
                <a:cs typeface="+mn-cs"/>
              </a:rPr>
              <a:t>Black Text</a:t>
            </a:r>
          </a:p>
        </p:txBody>
      </p:sp>
      <p:sp>
        <p:nvSpPr>
          <p:cNvPr id="13" name="Rectangle 12">
            <a:extLst>
              <a:ext uri="{FF2B5EF4-FFF2-40B4-BE49-F238E27FC236}">
                <a16:creationId xmlns:a16="http://schemas.microsoft.com/office/drawing/2014/main" id="{9676A7EB-3A7A-3C6F-5925-255E381127A7}"/>
              </a:ext>
            </a:extLst>
          </p:cNvPr>
          <p:cNvSpPr/>
          <p:nvPr/>
        </p:nvSpPr>
        <p:spPr>
          <a:xfrm>
            <a:off x="380999" y="5547237"/>
            <a:ext cx="518234" cy="5103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ptos" panose="02110004020202020204"/>
                <a:ea typeface="+mn-ea"/>
                <a:cs typeface="+mn-cs"/>
              </a:rPr>
              <a:t>Black Text</a:t>
            </a:r>
          </a:p>
        </p:txBody>
      </p:sp>
      <p:sp>
        <p:nvSpPr>
          <p:cNvPr id="41" name="TextBox 40">
            <a:extLst>
              <a:ext uri="{FF2B5EF4-FFF2-40B4-BE49-F238E27FC236}">
                <a16:creationId xmlns:a16="http://schemas.microsoft.com/office/drawing/2014/main" id="{6D4DD3B3-47FA-4A60-169F-4F961467D87B}"/>
              </a:ext>
            </a:extLst>
          </p:cNvPr>
          <p:cNvSpPr txBox="1"/>
          <p:nvPr/>
        </p:nvSpPr>
        <p:spPr>
          <a:xfrm>
            <a:off x="2409781" y="2706505"/>
            <a:ext cx="2082800" cy="923330"/>
          </a:xfrm>
          <a:prstGeom prst="rect">
            <a:avLst/>
          </a:prstGeom>
          <a:noFill/>
        </p:spPr>
        <p:txBody>
          <a:bodyPr wrap="square" rtlCol="0">
            <a:spAutoFit/>
          </a:bodyPr>
          <a:lstStyle/>
          <a:p>
            <a:r>
              <a:rPr lang="en-US" b="1"/>
              <a:t>“Newry Blue”</a:t>
            </a:r>
          </a:p>
          <a:p>
            <a:r>
              <a:rPr lang="en-US"/>
              <a:t>Hex: #1E4C7F</a:t>
            </a:r>
          </a:p>
          <a:p>
            <a:r>
              <a:rPr lang="en-US"/>
              <a:t>R30 G76 B127</a:t>
            </a:r>
          </a:p>
        </p:txBody>
      </p:sp>
      <p:sp>
        <p:nvSpPr>
          <p:cNvPr id="42" name="TextBox 41">
            <a:extLst>
              <a:ext uri="{FF2B5EF4-FFF2-40B4-BE49-F238E27FC236}">
                <a16:creationId xmlns:a16="http://schemas.microsoft.com/office/drawing/2014/main" id="{95C6D5D9-DEF3-F668-1D19-25591E339430}"/>
              </a:ext>
            </a:extLst>
          </p:cNvPr>
          <p:cNvSpPr txBox="1"/>
          <p:nvPr/>
        </p:nvSpPr>
        <p:spPr>
          <a:xfrm>
            <a:off x="381000" y="1805615"/>
            <a:ext cx="3124200" cy="369332"/>
          </a:xfrm>
          <a:prstGeom prst="rect">
            <a:avLst/>
          </a:prstGeom>
          <a:noFill/>
        </p:spPr>
        <p:txBody>
          <a:bodyPr wrap="square" rtlCol="0">
            <a:spAutoFit/>
          </a:bodyPr>
          <a:lstStyle/>
          <a:p>
            <a:r>
              <a:rPr lang="en-US" b="1">
                <a:solidFill>
                  <a:schemeClr val="accent2"/>
                </a:solidFill>
              </a:rPr>
              <a:t>PRIMARY: BLUE GRADIENT</a:t>
            </a:r>
            <a:endParaRPr lang="en-US">
              <a:solidFill>
                <a:schemeClr val="accent2"/>
              </a:solidFill>
            </a:endParaRPr>
          </a:p>
        </p:txBody>
      </p:sp>
      <p:sp>
        <p:nvSpPr>
          <p:cNvPr id="43" name="TextBox 42">
            <a:extLst>
              <a:ext uri="{FF2B5EF4-FFF2-40B4-BE49-F238E27FC236}">
                <a16:creationId xmlns:a16="http://schemas.microsoft.com/office/drawing/2014/main" id="{4BDFA8A7-627B-4D5A-DD0C-74254A9CDCD6}"/>
              </a:ext>
            </a:extLst>
          </p:cNvPr>
          <p:cNvSpPr txBox="1"/>
          <p:nvPr/>
        </p:nvSpPr>
        <p:spPr>
          <a:xfrm>
            <a:off x="6582023" y="1805615"/>
            <a:ext cx="3124200" cy="369332"/>
          </a:xfrm>
          <a:prstGeom prst="rect">
            <a:avLst/>
          </a:prstGeom>
          <a:noFill/>
        </p:spPr>
        <p:txBody>
          <a:bodyPr wrap="square" rtlCol="0">
            <a:spAutoFit/>
          </a:bodyPr>
          <a:lstStyle/>
          <a:p>
            <a:r>
              <a:rPr lang="en-US" b="1">
                <a:solidFill>
                  <a:schemeClr val="accent2"/>
                </a:solidFill>
              </a:rPr>
              <a:t>SECONDARY: HIGHLIGHTS</a:t>
            </a:r>
            <a:endParaRPr lang="en-US">
              <a:solidFill>
                <a:schemeClr val="accent2"/>
              </a:solidFill>
            </a:endParaRPr>
          </a:p>
        </p:txBody>
      </p:sp>
      <p:sp>
        <p:nvSpPr>
          <p:cNvPr id="44" name="Rectangle 43">
            <a:extLst>
              <a:ext uri="{FF2B5EF4-FFF2-40B4-BE49-F238E27FC236}">
                <a16:creationId xmlns:a16="http://schemas.microsoft.com/office/drawing/2014/main" id="{AE648B06-5A41-9EED-F09E-8EF342F97B7E}"/>
              </a:ext>
            </a:extLst>
          </p:cNvPr>
          <p:cNvSpPr/>
          <p:nvPr/>
        </p:nvSpPr>
        <p:spPr>
          <a:xfrm>
            <a:off x="6582023" y="3192970"/>
            <a:ext cx="647700" cy="6477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Black Text</a:t>
            </a:r>
          </a:p>
        </p:txBody>
      </p:sp>
      <p:sp>
        <p:nvSpPr>
          <p:cNvPr id="46" name="Rectangle 45">
            <a:extLst>
              <a:ext uri="{FF2B5EF4-FFF2-40B4-BE49-F238E27FC236}">
                <a16:creationId xmlns:a16="http://schemas.microsoft.com/office/drawing/2014/main" id="{71C2DD38-5731-8857-7E5B-FFDD33D1997B}"/>
              </a:ext>
            </a:extLst>
          </p:cNvPr>
          <p:cNvSpPr/>
          <p:nvPr/>
        </p:nvSpPr>
        <p:spPr>
          <a:xfrm>
            <a:off x="6582024" y="2385887"/>
            <a:ext cx="647700" cy="647700"/>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White Text</a:t>
            </a:r>
          </a:p>
        </p:txBody>
      </p:sp>
      <p:sp>
        <p:nvSpPr>
          <p:cNvPr id="47" name="TextBox 46">
            <a:extLst>
              <a:ext uri="{FF2B5EF4-FFF2-40B4-BE49-F238E27FC236}">
                <a16:creationId xmlns:a16="http://schemas.microsoft.com/office/drawing/2014/main" id="{22480642-61FE-B5E0-DE58-E188244DEB07}"/>
              </a:ext>
            </a:extLst>
          </p:cNvPr>
          <p:cNvSpPr txBox="1"/>
          <p:nvPr/>
        </p:nvSpPr>
        <p:spPr>
          <a:xfrm>
            <a:off x="7344023" y="2385886"/>
            <a:ext cx="2082800" cy="646331"/>
          </a:xfrm>
          <a:prstGeom prst="rect">
            <a:avLst/>
          </a:prstGeom>
          <a:noFill/>
        </p:spPr>
        <p:txBody>
          <a:bodyPr wrap="square" rtlCol="0">
            <a:spAutoFit/>
          </a:bodyPr>
          <a:lstStyle/>
          <a:p>
            <a:r>
              <a:rPr lang="en-US"/>
              <a:t>Hex: #7F7F7F</a:t>
            </a:r>
          </a:p>
          <a:p>
            <a:r>
              <a:rPr lang="en-US"/>
              <a:t>R127 G127 B127</a:t>
            </a:r>
          </a:p>
        </p:txBody>
      </p:sp>
      <p:sp>
        <p:nvSpPr>
          <p:cNvPr id="51" name="Rectangle 50">
            <a:extLst>
              <a:ext uri="{FF2B5EF4-FFF2-40B4-BE49-F238E27FC236}">
                <a16:creationId xmlns:a16="http://schemas.microsoft.com/office/drawing/2014/main" id="{43C2ECD5-E322-6172-E100-F3F5487CF580}"/>
              </a:ext>
            </a:extLst>
          </p:cNvPr>
          <p:cNvSpPr/>
          <p:nvPr/>
        </p:nvSpPr>
        <p:spPr>
          <a:xfrm>
            <a:off x="6582023" y="4807136"/>
            <a:ext cx="647700" cy="647700"/>
          </a:xfrm>
          <a:prstGeom prst="rect">
            <a:avLst/>
          </a:prstGeom>
          <a:solidFill>
            <a:srgbClr val="FDBC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Black Text</a:t>
            </a:r>
          </a:p>
        </p:txBody>
      </p:sp>
      <p:sp>
        <p:nvSpPr>
          <p:cNvPr id="52" name="Rectangle 51">
            <a:extLst>
              <a:ext uri="{FF2B5EF4-FFF2-40B4-BE49-F238E27FC236}">
                <a16:creationId xmlns:a16="http://schemas.microsoft.com/office/drawing/2014/main" id="{89E1B0D9-D741-485E-1F99-C73866EC87B7}"/>
              </a:ext>
            </a:extLst>
          </p:cNvPr>
          <p:cNvSpPr/>
          <p:nvPr/>
        </p:nvSpPr>
        <p:spPr>
          <a:xfrm>
            <a:off x="6582023" y="4000053"/>
            <a:ext cx="647700" cy="647700"/>
          </a:xfrm>
          <a:prstGeom prst="rect">
            <a:avLst/>
          </a:prstGeom>
          <a:solidFill>
            <a:srgbClr val="920D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White Text</a:t>
            </a:r>
          </a:p>
        </p:txBody>
      </p:sp>
      <p:sp>
        <p:nvSpPr>
          <p:cNvPr id="53" name="TextBox 52">
            <a:extLst>
              <a:ext uri="{FF2B5EF4-FFF2-40B4-BE49-F238E27FC236}">
                <a16:creationId xmlns:a16="http://schemas.microsoft.com/office/drawing/2014/main" id="{61EC6B20-127E-0F95-0378-FA64569DF6AD}"/>
              </a:ext>
            </a:extLst>
          </p:cNvPr>
          <p:cNvSpPr txBox="1"/>
          <p:nvPr/>
        </p:nvSpPr>
        <p:spPr>
          <a:xfrm>
            <a:off x="7344023" y="3186940"/>
            <a:ext cx="2082800" cy="646331"/>
          </a:xfrm>
          <a:prstGeom prst="rect">
            <a:avLst/>
          </a:prstGeom>
          <a:noFill/>
        </p:spPr>
        <p:txBody>
          <a:bodyPr wrap="square" rtlCol="0">
            <a:spAutoFit/>
          </a:bodyPr>
          <a:lstStyle/>
          <a:p>
            <a:r>
              <a:rPr lang="en-US"/>
              <a:t>Hex: #D9D9D9</a:t>
            </a:r>
          </a:p>
          <a:p>
            <a:r>
              <a:rPr lang="en-US"/>
              <a:t>R217 G217 B217</a:t>
            </a:r>
          </a:p>
        </p:txBody>
      </p:sp>
      <p:sp>
        <p:nvSpPr>
          <p:cNvPr id="54" name="TextBox 53">
            <a:extLst>
              <a:ext uri="{FF2B5EF4-FFF2-40B4-BE49-F238E27FC236}">
                <a16:creationId xmlns:a16="http://schemas.microsoft.com/office/drawing/2014/main" id="{DCF9706B-1C92-192A-0590-1EE1DC69E00F}"/>
              </a:ext>
            </a:extLst>
          </p:cNvPr>
          <p:cNvSpPr txBox="1"/>
          <p:nvPr/>
        </p:nvSpPr>
        <p:spPr>
          <a:xfrm>
            <a:off x="7344023" y="4007533"/>
            <a:ext cx="1688914" cy="646331"/>
          </a:xfrm>
          <a:prstGeom prst="rect">
            <a:avLst/>
          </a:prstGeom>
          <a:noFill/>
        </p:spPr>
        <p:txBody>
          <a:bodyPr wrap="square" rtlCol="0">
            <a:spAutoFit/>
          </a:bodyPr>
          <a:lstStyle/>
          <a:p>
            <a:r>
              <a:rPr lang="en-US"/>
              <a:t>Hex: #920D29</a:t>
            </a:r>
          </a:p>
          <a:p>
            <a:r>
              <a:rPr lang="en-US"/>
              <a:t>R146 G13 B41</a:t>
            </a:r>
          </a:p>
        </p:txBody>
      </p:sp>
      <p:sp>
        <p:nvSpPr>
          <p:cNvPr id="55" name="TextBox 54">
            <a:extLst>
              <a:ext uri="{FF2B5EF4-FFF2-40B4-BE49-F238E27FC236}">
                <a16:creationId xmlns:a16="http://schemas.microsoft.com/office/drawing/2014/main" id="{31266A4D-DA3A-44C9-370E-B4BB1D5A6007}"/>
              </a:ext>
            </a:extLst>
          </p:cNvPr>
          <p:cNvSpPr txBox="1"/>
          <p:nvPr/>
        </p:nvSpPr>
        <p:spPr>
          <a:xfrm>
            <a:off x="7344022" y="4807820"/>
            <a:ext cx="1736186" cy="646331"/>
          </a:xfrm>
          <a:prstGeom prst="rect">
            <a:avLst/>
          </a:prstGeom>
          <a:noFill/>
        </p:spPr>
        <p:txBody>
          <a:bodyPr wrap="square" rtlCol="0">
            <a:spAutoFit/>
          </a:bodyPr>
          <a:lstStyle/>
          <a:p>
            <a:r>
              <a:rPr lang="en-US"/>
              <a:t>Hex: #FDBC0D</a:t>
            </a:r>
          </a:p>
          <a:p>
            <a:r>
              <a:rPr lang="en-US"/>
              <a:t>R253 G188 B13</a:t>
            </a:r>
          </a:p>
        </p:txBody>
      </p:sp>
      <p:sp>
        <p:nvSpPr>
          <p:cNvPr id="6" name="Rectangle 5">
            <a:extLst>
              <a:ext uri="{FF2B5EF4-FFF2-40B4-BE49-F238E27FC236}">
                <a16:creationId xmlns:a16="http://schemas.microsoft.com/office/drawing/2014/main" id="{02B8F152-2098-23C0-7071-A770DF8463FB}"/>
              </a:ext>
            </a:extLst>
          </p:cNvPr>
          <p:cNvSpPr/>
          <p:nvPr/>
        </p:nvSpPr>
        <p:spPr>
          <a:xfrm>
            <a:off x="388850" y="2915543"/>
            <a:ext cx="510383" cy="510383"/>
          </a:xfrm>
          <a:prstGeom prst="rect">
            <a:avLst/>
          </a:prstGeom>
          <a:solidFill>
            <a:srgbClr val="1E4C7F"/>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 name="Straight Connector 14">
            <a:extLst>
              <a:ext uri="{FF2B5EF4-FFF2-40B4-BE49-F238E27FC236}">
                <a16:creationId xmlns:a16="http://schemas.microsoft.com/office/drawing/2014/main" id="{1DDB17D4-8562-03D3-C088-60069809B9D6}"/>
              </a:ext>
            </a:extLst>
          </p:cNvPr>
          <p:cNvCxnSpPr>
            <a:cxnSpLocks/>
            <a:stCxn id="6" idx="3"/>
            <a:endCxn id="9" idx="1"/>
          </p:cNvCxnSpPr>
          <p:nvPr/>
        </p:nvCxnSpPr>
        <p:spPr>
          <a:xfrm flipV="1">
            <a:off x="899233" y="3169709"/>
            <a:ext cx="449396" cy="1026"/>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7" name="Right Brace 16">
            <a:extLst>
              <a:ext uri="{FF2B5EF4-FFF2-40B4-BE49-F238E27FC236}">
                <a16:creationId xmlns:a16="http://schemas.microsoft.com/office/drawing/2014/main" id="{CA670C28-1927-C9DE-5839-8EAF7C042E41}"/>
              </a:ext>
            </a:extLst>
          </p:cNvPr>
          <p:cNvSpPr/>
          <p:nvPr/>
        </p:nvSpPr>
        <p:spPr>
          <a:xfrm>
            <a:off x="9147237" y="3987994"/>
            <a:ext cx="220796" cy="1530667"/>
          </a:xfrm>
          <a:prstGeom prst="rightBrac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6804D59B-6266-9F10-7B36-0125BADFFB70}"/>
              </a:ext>
            </a:extLst>
          </p:cNvPr>
          <p:cNvSpPr txBox="1"/>
          <p:nvPr/>
        </p:nvSpPr>
        <p:spPr>
          <a:xfrm>
            <a:off x="9368033" y="3984744"/>
            <a:ext cx="2428732" cy="1600438"/>
          </a:xfrm>
          <a:prstGeom prst="rect">
            <a:avLst/>
          </a:prstGeom>
          <a:noFill/>
        </p:spPr>
        <p:txBody>
          <a:bodyPr wrap="square">
            <a:spAutoFit/>
          </a:bodyPr>
          <a:lstStyle/>
          <a:p>
            <a:r>
              <a:rPr lang="en-US" sz="1400" i="1"/>
              <a:t>Use </a:t>
            </a:r>
            <a:r>
              <a:rPr lang="en-US" sz="1400" i="1" u="sng"/>
              <a:t>sparingly</a:t>
            </a:r>
            <a:r>
              <a:rPr lang="en-US" sz="1400" i="1"/>
              <a:t> for highlights (e.g., yellow for “Preliminary” tags or red for negative information), or in stoplight charts if requested by the client; do not use for general text box fill</a:t>
            </a:r>
          </a:p>
        </p:txBody>
      </p:sp>
      <p:sp>
        <p:nvSpPr>
          <p:cNvPr id="20" name="Rectangle 19">
            <a:extLst>
              <a:ext uri="{FF2B5EF4-FFF2-40B4-BE49-F238E27FC236}">
                <a16:creationId xmlns:a16="http://schemas.microsoft.com/office/drawing/2014/main" id="{701CD0A8-6FF3-0ECA-9112-A0C5CFD716BD}"/>
              </a:ext>
            </a:extLst>
          </p:cNvPr>
          <p:cNvSpPr/>
          <p:nvPr/>
        </p:nvSpPr>
        <p:spPr>
          <a:xfrm>
            <a:off x="9481351" y="5639018"/>
            <a:ext cx="1367162" cy="29409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i="1">
                <a:solidFill>
                  <a:schemeClr val="tx1"/>
                </a:solidFill>
              </a:rPr>
              <a:t>PRELIMINARY</a:t>
            </a:r>
          </a:p>
        </p:txBody>
      </p:sp>
      <p:pic>
        <p:nvPicPr>
          <p:cNvPr id="22" name="Graphic 21" descr="Warning with solid fill">
            <a:extLst>
              <a:ext uri="{FF2B5EF4-FFF2-40B4-BE49-F238E27FC236}">
                <a16:creationId xmlns:a16="http://schemas.microsoft.com/office/drawing/2014/main" id="{62860CA8-9B15-A9EC-285D-D2F3B805ECE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998714" y="5589601"/>
            <a:ext cx="396908" cy="396908"/>
          </a:xfrm>
          <a:prstGeom prst="rect">
            <a:avLst/>
          </a:prstGeom>
        </p:spPr>
      </p:pic>
      <p:sp>
        <p:nvSpPr>
          <p:cNvPr id="24" name="TextBox 23">
            <a:extLst>
              <a:ext uri="{FF2B5EF4-FFF2-40B4-BE49-F238E27FC236}">
                <a16:creationId xmlns:a16="http://schemas.microsoft.com/office/drawing/2014/main" id="{497FB8C8-ED17-5383-EA7F-D7CD0BBF7836}"/>
              </a:ext>
            </a:extLst>
          </p:cNvPr>
          <p:cNvSpPr txBox="1"/>
          <p:nvPr/>
        </p:nvSpPr>
        <p:spPr>
          <a:xfrm>
            <a:off x="9426823" y="2392323"/>
            <a:ext cx="2384177" cy="523220"/>
          </a:xfrm>
          <a:prstGeom prst="rect">
            <a:avLst/>
          </a:prstGeom>
          <a:noFill/>
        </p:spPr>
        <p:txBody>
          <a:bodyPr wrap="square">
            <a:spAutoFit/>
          </a:bodyPr>
          <a:lstStyle/>
          <a:p>
            <a:r>
              <a:rPr lang="en-US" sz="1400" i="1"/>
              <a:t>Use for dotted lines, source box text, general shape fill</a:t>
            </a:r>
          </a:p>
        </p:txBody>
      </p:sp>
      <p:sp>
        <p:nvSpPr>
          <p:cNvPr id="25" name="TextBox 24">
            <a:extLst>
              <a:ext uri="{FF2B5EF4-FFF2-40B4-BE49-F238E27FC236}">
                <a16:creationId xmlns:a16="http://schemas.microsoft.com/office/drawing/2014/main" id="{60B09094-A583-A3C4-FE79-CEB2BE024498}"/>
              </a:ext>
            </a:extLst>
          </p:cNvPr>
          <p:cNvSpPr txBox="1"/>
          <p:nvPr/>
        </p:nvSpPr>
        <p:spPr>
          <a:xfrm>
            <a:off x="9426823" y="3280155"/>
            <a:ext cx="2384177" cy="307777"/>
          </a:xfrm>
          <a:prstGeom prst="rect">
            <a:avLst/>
          </a:prstGeom>
          <a:noFill/>
        </p:spPr>
        <p:txBody>
          <a:bodyPr wrap="square">
            <a:spAutoFit/>
          </a:bodyPr>
          <a:lstStyle/>
          <a:p>
            <a:r>
              <a:rPr lang="en-US" sz="1400" i="1"/>
              <a:t>Use as the fill for </a:t>
            </a:r>
            <a:r>
              <a:rPr lang="en-US" sz="1400" b="1" i="1"/>
              <a:t>all quotes</a:t>
            </a:r>
          </a:p>
        </p:txBody>
      </p:sp>
      <p:sp>
        <p:nvSpPr>
          <p:cNvPr id="32" name="TextBox 31">
            <a:extLst>
              <a:ext uri="{FF2B5EF4-FFF2-40B4-BE49-F238E27FC236}">
                <a16:creationId xmlns:a16="http://schemas.microsoft.com/office/drawing/2014/main" id="{E3507B22-5201-7E22-3B92-05793E637221}"/>
              </a:ext>
            </a:extLst>
          </p:cNvPr>
          <p:cNvSpPr txBox="1"/>
          <p:nvPr/>
        </p:nvSpPr>
        <p:spPr>
          <a:xfrm>
            <a:off x="4134241" y="2798838"/>
            <a:ext cx="1816387" cy="738664"/>
          </a:xfrm>
          <a:prstGeom prst="rect">
            <a:avLst/>
          </a:prstGeom>
          <a:noFill/>
        </p:spPr>
        <p:txBody>
          <a:bodyPr wrap="square">
            <a:spAutoFit/>
          </a:bodyPr>
          <a:lstStyle/>
          <a:p>
            <a:r>
              <a:rPr lang="en-US" sz="1400" i="1"/>
              <a:t>“Hero” color; use for chart / text box titles and general shape fill </a:t>
            </a:r>
          </a:p>
        </p:txBody>
      </p:sp>
      <p:sp>
        <p:nvSpPr>
          <p:cNvPr id="34" name="Right Brace 33">
            <a:extLst>
              <a:ext uri="{FF2B5EF4-FFF2-40B4-BE49-F238E27FC236}">
                <a16:creationId xmlns:a16="http://schemas.microsoft.com/office/drawing/2014/main" id="{EA47EC01-4376-AC2E-4139-B4D962EEB9A0}"/>
              </a:ext>
            </a:extLst>
          </p:cNvPr>
          <p:cNvSpPr/>
          <p:nvPr/>
        </p:nvSpPr>
        <p:spPr>
          <a:xfrm>
            <a:off x="977118" y="2273575"/>
            <a:ext cx="257211" cy="3784045"/>
          </a:xfrm>
          <a:prstGeom prst="rightBrac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566EFB18-E24D-F5FA-E322-29573213D756}"/>
              </a:ext>
            </a:extLst>
          </p:cNvPr>
          <p:cNvSpPr txBox="1"/>
          <p:nvPr/>
        </p:nvSpPr>
        <p:spPr>
          <a:xfrm>
            <a:off x="1348629" y="4046454"/>
            <a:ext cx="4601999" cy="523220"/>
          </a:xfrm>
          <a:prstGeom prst="rect">
            <a:avLst/>
          </a:prstGeom>
          <a:noFill/>
        </p:spPr>
        <p:txBody>
          <a:bodyPr wrap="square">
            <a:spAutoFit/>
          </a:bodyPr>
          <a:lstStyle/>
          <a:p>
            <a:r>
              <a:rPr lang="en-US" sz="1400" i="1"/>
              <a:t>Will auto-populate </a:t>
            </a:r>
            <a:r>
              <a:rPr lang="en-US" sz="1400" i="1" err="1"/>
              <a:t>ThinkCell</a:t>
            </a:r>
            <a:r>
              <a:rPr lang="en-US" sz="1400" i="1"/>
              <a:t> charts; use for gradient charts and general shape fill (including tombstones)</a:t>
            </a:r>
          </a:p>
        </p:txBody>
      </p:sp>
    </p:spTree>
    <p:extLst>
      <p:ext uri="{BB962C8B-B14F-4D97-AF65-F5344CB8AC3E}">
        <p14:creationId xmlns:p14="http://schemas.microsoft.com/office/powerpoint/2010/main" val="3953271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8194B20-F0BA-EBC5-A0FF-BAC55CA8731C}"/>
              </a:ext>
            </a:extLst>
          </p:cNvPr>
          <p:cNvGraphicFramePr>
            <a:graphicFrameLocks noChangeAspect="1"/>
          </p:cNvGraphicFramePr>
          <p:nvPr>
            <p:custDataLst>
              <p:tags r:id="rId1"/>
            </p:custDataLst>
            <p:extLst>
              <p:ext uri="{D42A27DB-BD31-4B8C-83A1-F6EECF244321}">
                <p14:modId xmlns:p14="http://schemas.microsoft.com/office/powerpoint/2010/main" val="38038684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6" name="think-cell data - do not delete" hidden="1">
                        <a:extLst>
                          <a:ext uri="{FF2B5EF4-FFF2-40B4-BE49-F238E27FC236}">
                            <a16:creationId xmlns:a16="http://schemas.microsoft.com/office/drawing/2014/main" id="{C8194B20-F0BA-EBC5-A0FF-BAC55CA8731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76CE2875-01A3-2CB2-1142-0B872C99DD16}"/>
              </a:ext>
            </a:extLst>
          </p:cNvPr>
          <p:cNvSpPr>
            <a:spLocks noGrp="1"/>
          </p:cNvSpPr>
          <p:nvPr>
            <p:ph type="sldNum" sz="quarter" idx="12"/>
          </p:nvPr>
        </p:nvSpPr>
        <p:spPr/>
        <p:txBody>
          <a:bodyPr/>
          <a:lstStyle/>
          <a:p>
            <a:fld id="{84D58D1B-E4CD-4092-A64A-067BEFC75A17}" type="slidenum">
              <a:rPr lang="en-US" smtClean="0"/>
              <a:pPr/>
              <a:t>15</a:t>
            </a:fld>
            <a:endParaRPr lang="en-US"/>
          </a:p>
        </p:txBody>
      </p:sp>
      <p:sp>
        <p:nvSpPr>
          <p:cNvPr id="4" name="Title 3">
            <a:extLst>
              <a:ext uri="{FF2B5EF4-FFF2-40B4-BE49-F238E27FC236}">
                <a16:creationId xmlns:a16="http://schemas.microsoft.com/office/drawing/2014/main" id="{F1BC4111-5206-9DA0-6C7B-461ADCE93A5B}"/>
              </a:ext>
            </a:extLst>
          </p:cNvPr>
          <p:cNvSpPr>
            <a:spLocks noGrp="1"/>
          </p:cNvSpPr>
          <p:nvPr>
            <p:ph type="title"/>
          </p:nvPr>
        </p:nvSpPr>
        <p:spPr/>
        <p:txBody>
          <a:bodyPr vert="horz"/>
          <a:lstStyle/>
          <a:p>
            <a:r>
              <a:rPr lang="en-US"/>
              <a:t>Newry Logos</a:t>
            </a:r>
          </a:p>
        </p:txBody>
      </p:sp>
      <p:pic>
        <p:nvPicPr>
          <p:cNvPr id="8" name="Picture 7" descr="A black and white logo&#10;&#10;Description automatically generated">
            <a:extLst>
              <a:ext uri="{FF2B5EF4-FFF2-40B4-BE49-F238E27FC236}">
                <a16:creationId xmlns:a16="http://schemas.microsoft.com/office/drawing/2014/main" id="{EA0F50B9-73AE-42FE-5C79-E32AB39555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51462" y="4293467"/>
            <a:ext cx="2626301" cy="875433"/>
          </a:xfrm>
          <a:prstGeom prst="rect">
            <a:avLst/>
          </a:prstGeom>
        </p:spPr>
      </p:pic>
      <p:pic>
        <p:nvPicPr>
          <p:cNvPr id="9" name="Picture 8" descr="A red and grey logo&#10;&#10;Description automatically generated">
            <a:extLst>
              <a:ext uri="{FF2B5EF4-FFF2-40B4-BE49-F238E27FC236}">
                <a16:creationId xmlns:a16="http://schemas.microsoft.com/office/drawing/2014/main" id="{2A8F9031-A6C4-382A-3584-9CA7E11A6B5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7703" y="4283809"/>
            <a:ext cx="2620781" cy="883013"/>
          </a:xfrm>
          <a:prstGeom prst="rect">
            <a:avLst/>
          </a:prstGeom>
        </p:spPr>
      </p:pic>
      <p:pic>
        <p:nvPicPr>
          <p:cNvPr id="10" name="Picture 9" descr="A black and grey logo&#10;&#10;Description automatically generated">
            <a:extLst>
              <a:ext uri="{FF2B5EF4-FFF2-40B4-BE49-F238E27FC236}">
                <a16:creationId xmlns:a16="http://schemas.microsoft.com/office/drawing/2014/main" id="{ED94695C-B9BC-71DE-8B04-CCF1C1E0A7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62223" y="4281950"/>
            <a:ext cx="2626301" cy="884872"/>
          </a:xfrm>
          <a:prstGeom prst="rect">
            <a:avLst/>
          </a:prstGeom>
        </p:spPr>
      </p:pic>
      <p:pic>
        <p:nvPicPr>
          <p:cNvPr id="11" name="Picture 10" descr="A black and white logo&#10;&#10;Description automatically generated">
            <a:extLst>
              <a:ext uri="{FF2B5EF4-FFF2-40B4-BE49-F238E27FC236}">
                <a16:creationId xmlns:a16="http://schemas.microsoft.com/office/drawing/2014/main" id="{C17DDA73-AF16-6B8F-53E0-5661DDF9BCEA}"/>
              </a:ext>
            </a:extLst>
          </p:cNvPr>
          <p:cNvPicPr>
            <a:picLocks noChangeAspect="1"/>
          </p:cNvPicPr>
          <p:nvPr/>
        </p:nvPicPr>
        <p:blipFill rotWithShape="1">
          <a:blip r:embed="rId6">
            <a:extLst>
              <a:ext uri="{28A0092B-C50C-407E-A947-70E740481C1C}">
                <a14:useLocalDpi xmlns:a14="http://schemas.microsoft.com/office/drawing/2010/main" val="0"/>
              </a:ext>
            </a:extLst>
          </a:blip>
          <a:srcRect b="33080"/>
          <a:stretch/>
        </p:blipFill>
        <p:spPr>
          <a:xfrm>
            <a:off x="3254513" y="2675816"/>
            <a:ext cx="2649040" cy="590913"/>
          </a:xfrm>
          <a:prstGeom prst="rect">
            <a:avLst/>
          </a:prstGeom>
        </p:spPr>
      </p:pic>
      <p:pic>
        <p:nvPicPr>
          <p:cNvPr id="12" name="Picture 11" descr="A red and grey logo&#10;&#10;Description automatically generated">
            <a:extLst>
              <a:ext uri="{FF2B5EF4-FFF2-40B4-BE49-F238E27FC236}">
                <a16:creationId xmlns:a16="http://schemas.microsoft.com/office/drawing/2014/main" id="{90CF9BF0-39B5-D62D-2F67-383D9A8E6A42}"/>
              </a:ext>
            </a:extLst>
          </p:cNvPr>
          <p:cNvPicPr>
            <a:picLocks noChangeAspect="1"/>
          </p:cNvPicPr>
          <p:nvPr/>
        </p:nvPicPr>
        <p:blipFill rotWithShape="1">
          <a:blip r:embed="rId7">
            <a:extLst>
              <a:ext uri="{28A0092B-C50C-407E-A947-70E740481C1C}">
                <a14:useLocalDpi xmlns:a14="http://schemas.microsoft.com/office/drawing/2010/main" val="0"/>
              </a:ext>
            </a:extLst>
          </a:blip>
          <a:srcRect b="33080"/>
          <a:stretch/>
        </p:blipFill>
        <p:spPr>
          <a:xfrm>
            <a:off x="6273492" y="2673738"/>
            <a:ext cx="2620781" cy="590913"/>
          </a:xfrm>
          <a:prstGeom prst="rect">
            <a:avLst/>
          </a:prstGeom>
        </p:spPr>
      </p:pic>
      <p:pic>
        <p:nvPicPr>
          <p:cNvPr id="13" name="Picture 12" descr="A black and grey logo&#10;&#10;Description automatically generated">
            <a:extLst>
              <a:ext uri="{FF2B5EF4-FFF2-40B4-BE49-F238E27FC236}">
                <a16:creationId xmlns:a16="http://schemas.microsoft.com/office/drawing/2014/main" id="{B6F1F179-9746-661D-4AEC-D3233B223531}"/>
              </a:ext>
            </a:extLst>
          </p:cNvPr>
          <p:cNvPicPr>
            <a:picLocks noChangeAspect="1"/>
          </p:cNvPicPr>
          <p:nvPr/>
        </p:nvPicPr>
        <p:blipFill rotWithShape="1">
          <a:blip r:embed="rId8">
            <a:extLst>
              <a:ext uri="{28A0092B-C50C-407E-A947-70E740481C1C}">
                <a14:useLocalDpi xmlns:a14="http://schemas.microsoft.com/office/drawing/2010/main" val="0"/>
              </a:ext>
            </a:extLst>
          </a:blip>
          <a:srcRect b="33220"/>
          <a:stretch/>
        </p:blipFill>
        <p:spPr>
          <a:xfrm>
            <a:off x="9188012" y="2671879"/>
            <a:ext cx="2626301" cy="590913"/>
          </a:xfrm>
          <a:prstGeom prst="rect">
            <a:avLst/>
          </a:prstGeom>
        </p:spPr>
      </p:pic>
      <p:sp>
        <p:nvSpPr>
          <p:cNvPr id="14" name="TextBox 13">
            <a:extLst>
              <a:ext uri="{FF2B5EF4-FFF2-40B4-BE49-F238E27FC236}">
                <a16:creationId xmlns:a16="http://schemas.microsoft.com/office/drawing/2014/main" id="{059F55CC-76BD-3FC5-0243-D85B6F868DCC}"/>
              </a:ext>
            </a:extLst>
          </p:cNvPr>
          <p:cNvSpPr txBox="1"/>
          <p:nvPr/>
        </p:nvSpPr>
        <p:spPr>
          <a:xfrm>
            <a:off x="377687" y="4202759"/>
            <a:ext cx="2365513" cy="738664"/>
          </a:xfrm>
          <a:prstGeom prst="rect">
            <a:avLst/>
          </a:prstGeom>
          <a:noFill/>
        </p:spPr>
        <p:txBody>
          <a:bodyPr wrap="square" rtlCol="0">
            <a:spAutoFit/>
          </a:bodyPr>
          <a:lstStyle/>
          <a:p>
            <a:r>
              <a:rPr lang="en-US" sz="1400">
                <a:solidFill>
                  <a:schemeClr val="bg1"/>
                </a:solidFill>
              </a:rPr>
              <a:t>Logo (With Tagline):</a:t>
            </a:r>
          </a:p>
          <a:p>
            <a:r>
              <a:rPr lang="en-US" sz="1400">
                <a:solidFill>
                  <a:schemeClr val="bg1"/>
                </a:solidFill>
              </a:rPr>
              <a:t>Use on  a limited set of specific marketing materials</a:t>
            </a:r>
          </a:p>
        </p:txBody>
      </p:sp>
      <p:sp>
        <p:nvSpPr>
          <p:cNvPr id="15" name="TextBox 14">
            <a:extLst>
              <a:ext uri="{FF2B5EF4-FFF2-40B4-BE49-F238E27FC236}">
                <a16:creationId xmlns:a16="http://schemas.microsoft.com/office/drawing/2014/main" id="{85C7A830-9248-AB00-2C1B-FBD8D5A9708A}"/>
              </a:ext>
            </a:extLst>
          </p:cNvPr>
          <p:cNvSpPr txBox="1"/>
          <p:nvPr/>
        </p:nvSpPr>
        <p:spPr>
          <a:xfrm>
            <a:off x="381000" y="2598003"/>
            <a:ext cx="2362200" cy="738664"/>
          </a:xfrm>
          <a:prstGeom prst="rect">
            <a:avLst/>
          </a:prstGeom>
          <a:noFill/>
        </p:spPr>
        <p:txBody>
          <a:bodyPr wrap="square" rtlCol="0">
            <a:spAutoFit/>
          </a:bodyPr>
          <a:lstStyle/>
          <a:p>
            <a:r>
              <a:rPr lang="en-US" sz="1400">
                <a:solidFill>
                  <a:schemeClr val="bg1"/>
                </a:solidFill>
              </a:rPr>
              <a:t>Logo (No Tagline):</a:t>
            </a:r>
          </a:p>
          <a:p>
            <a:r>
              <a:rPr lang="en-US" sz="1400">
                <a:solidFill>
                  <a:schemeClr val="bg1"/>
                </a:solidFill>
              </a:rPr>
              <a:t>Use on client documents / the website</a:t>
            </a:r>
          </a:p>
        </p:txBody>
      </p:sp>
      <p:pic>
        <p:nvPicPr>
          <p:cNvPr id="3" name="Picture 2" descr="A blue and white logo&#10;&#10;AI-generated content may be incorrect.">
            <a:extLst>
              <a:ext uri="{FF2B5EF4-FFF2-40B4-BE49-F238E27FC236}">
                <a16:creationId xmlns:a16="http://schemas.microsoft.com/office/drawing/2014/main" id="{03229F84-BE01-7DFC-82BC-B08A868C73D9}"/>
              </a:ext>
            </a:extLst>
          </p:cNvPr>
          <p:cNvPicPr>
            <a:picLocks noChangeAspect="1"/>
          </p:cNvPicPr>
          <p:nvPr/>
        </p:nvPicPr>
        <p:blipFill>
          <a:blip r:embed="rId9"/>
          <a:stretch>
            <a:fillRect/>
          </a:stretch>
        </p:blipFill>
        <p:spPr>
          <a:xfrm>
            <a:off x="6541477" y="742285"/>
            <a:ext cx="2327031" cy="766263"/>
          </a:xfrm>
          <a:prstGeom prst="rect">
            <a:avLst/>
          </a:prstGeom>
        </p:spPr>
      </p:pic>
      <p:pic>
        <p:nvPicPr>
          <p:cNvPr id="5" name="Picture 4" descr="A blue letter with white background&#10;&#10;AI-generated content may be incorrect.">
            <a:extLst>
              <a:ext uri="{FF2B5EF4-FFF2-40B4-BE49-F238E27FC236}">
                <a16:creationId xmlns:a16="http://schemas.microsoft.com/office/drawing/2014/main" id="{A2D763E3-A4E8-6DB5-4F3E-0D1DC21596A3}"/>
              </a:ext>
            </a:extLst>
          </p:cNvPr>
          <p:cNvPicPr>
            <a:picLocks noChangeAspect="1"/>
          </p:cNvPicPr>
          <p:nvPr/>
        </p:nvPicPr>
        <p:blipFill>
          <a:blip r:embed="rId10"/>
          <a:stretch>
            <a:fillRect/>
          </a:stretch>
        </p:blipFill>
        <p:spPr>
          <a:xfrm>
            <a:off x="9179169" y="677808"/>
            <a:ext cx="2596662" cy="801432"/>
          </a:xfrm>
          <a:prstGeom prst="rect">
            <a:avLst/>
          </a:prstGeom>
        </p:spPr>
      </p:pic>
    </p:spTree>
    <p:extLst>
      <p:ext uri="{BB962C8B-B14F-4D97-AF65-F5344CB8AC3E}">
        <p14:creationId xmlns:p14="http://schemas.microsoft.com/office/powerpoint/2010/main" val="2775037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9AAAB8-2BFE-F629-A26B-3EBF7F0F115F}"/>
              </a:ext>
            </a:extLst>
          </p:cNvPr>
          <p:cNvGraphicFramePr>
            <a:graphicFrameLocks noChangeAspect="1"/>
          </p:cNvGraphicFramePr>
          <p:nvPr>
            <p:custDataLst>
              <p:tags r:id="rId1"/>
            </p:custDataLst>
            <p:extLst>
              <p:ext uri="{D42A27DB-BD31-4B8C-83A1-F6EECF244321}">
                <p14:modId xmlns:p14="http://schemas.microsoft.com/office/powerpoint/2010/main" val="6554159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7" name="think-cell data - do not delete" hidden="1">
                        <a:extLst>
                          <a:ext uri="{FF2B5EF4-FFF2-40B4-BE49-F238E27FC236}">
                            <a16:creationId xmlns:a16="http://schemas.microsoft.com/office/drawing/2014/main" id="{A19AAAB8-2BFE-F629-A26B-3EBF7F0F115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400484D3-ADC2-BEF3-CF1B-43599C6839A2}"/>
              </a:ext>
            </a:extLst>
          </p:cNvPr>
          <p:cNvPicPr>
            <a:picLocks noChangeAspect="1"/>
          </p:cNvPicPr>
          <p:nvPr/>
        </p:nvPicPr>
        <p:blipFill>
          <a:blip r:embed="rId6"/>
          <a:stretch>
            <a:fillRect/>
          </a:stretch>
        </p:blipFill>
        <p:spPr>
          <a:xfrm>
            <a:off x="8140117" y="1349221"/>
            <a:ext cx="3670883" cy="2051847"/>
          </a:xfrm>
          <a:prstGeom prst="rect">
            <a:avLst/>
          </a:prstGeom>
          <a:ln>
            <a:solidFill>
              <a:schemeClr val="tx1">
                <a:lumMod val="50000"/>
                <a:lumOff val="50000"/>
              </a:schemeClr>
            </a:solidFill>
          </a:ln>
        </p:spPr>
      </p:pic>
      <p:pic>
        <p:nvPicPr>
          <p:cNvPr id="10" name="Picture 9">
            <a:extLst>
              <a:ext uri="{FF2B5EF4-FFF2-40B4-BE49-F238E27FC236}">
                <a16:creationId xmlns:a16="http://schemas.microsoft.com/office/drawing/2014/main" id="{C255E51A-07CC-30BA-05A7-4BE982DC4A5E}"/>
              </a:ext>
            </a:extLst>
          </p:cNvPr>
          <p:cNvPicPr>
            <a:picLocks noChangeAspect="1"/>
          </p:cNvPicPr>
          <p:nvPr/>
        </p:nvPicPr>
        <p:blipFill>
          <a:blip r:embed="rId7"/>
          <a:stretch>
            <a:fillRect/>
          </a:stretch>
        </p:blipFill>
        <p:spPr>
          <a:xfrm>
            <a:off x="4274345" y="1344796"/>
            <a:ext cx="3656648" cy="2054870"/>
          </a:xfrm>
          <a:prstGeom prst="rect">
            <a:avLst/>
          </a:prstGeom>
        </p:spPr>
      </p:pic>
      <p:pic>
        <p:nvPicPr>
          <p:cNvPr id="6" name="Picture 5">
            <a:extLst>
              <a:ext uri="{FF2B5EF4-FFF2-40B4-BE49-F238E27FC236}">
                <a16:creationId xmlns:a16="http://schemas.microsoft.com/office/drawing/2014/main" id="{69D66CD5-3DC8-985A-D83B-F2FAFF82877A}"/>
              </a:ext>
            </a:extLst>
          </p:cNvPr>
          <p:cNvPicPr>
            <a:picLocks noChangeAspect="1"/>
          </p:cNvPicPr>
          <p:nvPr/>
        </p:nvPicPr>
        <p:blipFill>
          <a:blip r:embed="rId8"/>
          <a:stretch>
            <a:fillRect/>
          </a:stretch>
        </p:blipFill>
        <p:spPr>
          <a:xfrm>
            <a:off x="388197" y="1343356"/>
            <a:ext cx="3648600" cy="2056310"/>
          </a:xfrm>
          <a:prstGeom prst="rect">
            <a:avLst/>
          </a:prstGeom>
          <a:ln>
            <a:solidFill>
              <a:schemeClr val="tx1">
                <a:lumMod val="50000"/>
                <a:lumOff val="50000"/>
              </a:schemeClr>
            </a:solidFill>
          </a:ln>
        </p:spPr>
      </p:pic>
      <p:sp>
        <p:nvSpPr>
          <p:cNvPr id="2" name="Title 1">
            <a:extLst>
              <a:ext uri="{FF2B5EF4-FFF2-40B4-BE49-F238E27FC236}">
                <a16:creationId xmlns:a16="http://schemas.microsoft.com/office/drawing/2014/main" id="{3BFECF29-AD06-83F1-AA8B-729E354B1454}"/>
              </a:ext>
            </a:extLst>
          </p:cNvPr>
          <p:cNvSpPr>
            <a:spLocks noGrp="1"/>
          </p:cNvSpPr>
          <p:nvPr>
            <p:ph type="title"/>
          </p:nvPr>
        </p:nvSpPr>
        <p:spPr/>
        <p:txBody>
          <a:bodyPr vert="horz"/>
          <a:lstStyle/>
          <a:p>
            <a:r>
              <a:rPr lang="en-US"/>
              <a:t>Templates Provided: Hard-Coded Slide Layouts</a:t>
            </a:r>
          </a:p>
        </p:txBody>
      </p:sp>
      <p:sp>
        <p:nvSpPr>
          <p:cNvPr id="4" name="Slide Number Placeholder 3">
            <a:extLst>
              <a:ext uri="{FF2B5EF4-FFF2-40B4-BE49-F238E27FC236}">
                <a16:creationId xmlns:a16="http://schemas.microsoft.com/office/drawing/2014/main" id="{6C4F8E67-5483-D656-FE5F-0AA839AD0EB1}"/>
              </a:ext>
            </a:extLst>
          </p:cNvPr>
          <p:cNvSpPr>
            <a:spLocks noGrp="1"/>
          </p:cNvSpPr>
          <p:nvPr>
            <p:ph type="sldNum" sz="quarter" idx="12"/>
          </p:nvPr>
        </p:nvSpPr>
        <p:spPr/>
        <p:txBody>
          <a:bodyPr/>
          <a:lstStyle/>
          <a:p>
            <a:fld id="{84D58D1B-E4CD-4092-A64A-067BEFC75A17}" type="slidenum">
              <a:rPr lang="en-US" smtClean="0"/>
              <a:pPr/>
              <a:t>16</a:t>
            </a:fld>
            <a:endParaRPr lang="en-US"/>
          </a:p>
        </p:txBody>
      </p:sp>
      <p:pic>
        <p:nvPicPr>
          <p:cNvPr id="5" name="Picture 4">
            <a:extLst>
              <a:ext uri="{FF2B5EF4-FFF2-40B4-BE49-F238E27FC236}">
                <a16:creationId xmlns:a16="http://schemas.microsoft.com/office/drawing/2014/main" id="{08BFB8B6-1CE5-1F43-9A63-A5166CD8DD57}"/>
              </a:ext>
            </a:extLst>
          </p:cNvPr>
          <p:cNvPicPr>
            <a:picLocks noChangeAspect="1"/>
          </p:cNvPicPr>
          <p:nvPr/>
        </p:nvPicPr>
        <p:blipFill>
          <a:blip r:embed="rId9"/>
          <a:stretch>
            <a:fillRect/>
          </a:stretch>
        </p:blipFill>
        <p:spPr>
          <a:xfrm>
            <a:off x="388197" y="3765261"/>
            <a:ext cx="3659109" cy="2062579"/>
          </a:xfrm>
          <a:prstGeom prst="rect">
            <a:avLst/>
          </a:prstGeom>
          <a:ln>
            <a:solidFill>
              <a:schemeClr val="tx1">
                <a:lumMod val="50000"/>
                <a:lumOff val="50000"/>
              </a:schemeClr>
            </a:solidFill>
          </a:ln>
        </p:spPr>
      </p:pic>
      <p:sp>
        <p:nvSpPr>
          <p:cNvPr id="14" name="Rectangle 13">
            <a:extLst>
              <a:ext uri="{FF2B5EF4-FFF2-40B4-BE49-F238E27FC236}">
                <a16:creationId xmlns:a16="http://schemas.microsoft.com/office/drawing/2014/main" id="{47076CAF-EB39-28A7-FA1A-C1E1DD05BCCA}"/>
              </a:ext>
            </a:extLst>
          </p:cNvPr>
          <p:cNvSpPr/>
          <p:nvPr/>
        </p:nvSpPr>
        <p:spPr>
          <a:xfrm>
            <a:off x="674468" y="4623719"/>
            <a:ext cx="3086566" cy="5189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Background &amp; Objectives Slide</a:t>
            </a:r>
          </a:p>
          <a:p>
            <a:pPr algn="ctr"/>
            <a:r>
              <a:rPr lang="en-US" sz="1600" i="1">
                <a:solidFill>
                  <a:schemeClr val="tx1"/>
                </a:solidFill>
              </a:rPr>
              <a:t>Use in the introduction of every client document</a:t>
            </a:r>
          </a:p>
        </p:txBody>
      </p:sp>
      <p:sp>
        <p:nvSpPr>
          <p:cNvPr id="21" name="Rectangle 20">
            <a:extLst>
              <a:ext uri="{FF2B5EF4-FFF2-40B4-BE49-F238E27FC236}">
                <a16:creationId xmlns:a16="http://schemas.microsoft.com/office/drawing/2014/main" id="{F8440B69-9494-15AE-3BC6-076FC4179121}"/>
              </a:ext>
            </a:extLst>
          </p:cNvPr>
          <p:cNvSpPr/>
          <p:nvPr/>
        </p:nvSpPr>
        <p:spPr>
          <a:xfrm>
            <a:off x="1456022" y="2208992"/>
            <a:ext cx="1510461" cy="3844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Title Slide</a:t>
            </a:r>
          </a:p>
        </p:txBody>
      </p:sp>
      <p:sp>
        <p:nvSpPr>
          <p:cNvPr id="26" name="Rectangle 25">
            <a:extLst>
              <a:ext uri="{FF2B5EF4-FFF2-40B4-BE49-F238E27FC236}">
                <a16:creationId xmlns:a16="http://schemas.microsoft.com/office/drawing/2014/main" id="{0C7DC3E0-1CD2-79DF-3AA2-A946542E0043}"/>
              </a:ext>
            </a:extLst>
          </p:cNvPr>
          <p:cNvSpPr/>
          <p:nvPr/>
        </p:nvSpPr>
        <p:spPr>
          <a:xfrm>
            <a:off x="5002972" y="2291473"/>
            <a:ext cx="2186055" cy="37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Chapter Divider Slide</a:t>
            </a:r>
          </a:p>
        </p:txBody>
      </p:sp>
      <p:sp>
        <p:nvSpPr>
          <p:cNvPr id="38" name="Rectangle 37">
            <a:extLst>
              <a:ext uri="{FF2B5EF4-FFF2-40B4-BE49-F238E27FC236}">
                <a16:creationId xmlns:a16="http://schemas.microsoft.com/office/drawing/2014/main" id="{C0B03C9B-D377-33A8-ECA2-EFC60832BD69}"/>
              </a:ext>
            </a:extLst>
          </p:cNvPr>
          <p:cNvSpPr/>
          <p:nvPr/>
        </p:nvSpPr>
        <p:spPr>
          <a:xfrm>
            <a:off x="8511744" y="2208992"/>
            <a:ext cx="3086566" cy="5189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Table of Contents Slide</a:t>
            </a:r>
          </a:p>
          <a:p>
            <a:pPr algn="ctr"/>
            <a:r>
              <a:rPr lang="en-US" sz="1600" i="1">
                <a:solidFill>
                  <a:schemeClr val="tx1"/>
                </a:solidFill>
              </a:rPr>
              <a:t>For long documents of record</a:t>
            </a:r>
          </a:p>
        </p:txBody>
      </p:sp>
      <p:pic>
        <p:nvPicPr>
          <p:cNvPr id="42" name="Picture 41">
            <a:extLst>
              <a:ext uri="{FF2B5EF4-FFF2-40B4-BE49-F238E27FC236}">
                <a16:creationId xmlns:a16="http://schemas.microsoft.com/office/drawing/2014/main" id="{D1B0E7C6-B25A-1219-D9B6-A218DBBFA0B9}"/>
              </a:ext>
            </a:extLst>
          </p:cNvPr>
          <p:cNvPicPr>
            <a:picLocks noChangeAspect="1"/>
          </p:cNvPicPr>
          <p:nvPr/>
        </p:nvPicPr>
        <p:blipFill>
          <a:blip r:embed="rId10"/>
          <a:stretch>
            <a:fillRect/>
          </a:stretch>
        </p:blipFill>
        <p:spPr>
          <a:xfrm>
            <a:off x="8140117" y="3770382"/>
            <a:ext cx="3656648" cy="2057458"/>
          </a:xfrm>
          <a:prstGeom prst="rect">
            <a:avLst/>
          </a:prstGeom>
          <a:ln>
            <a:solidFill>
              <a:schemeClr val="tx1">
                <a:lumMod val="50000"/>
                <a:lumOff val="50000"/>
              </a:schemeClr>
            </a:solidFill>
          </a:ln>
        </p:spPr>
      </p:pic>
      <p:pic>
        <p:nvPicPr>
          <p:cNvPr id="43" name="Picture 42">
            <a:extLst>
              <a:ext uri="{FF2B5EF4-FFF2-40B4-BE49-F238E27FC236}">
                <a16:creationId xmlns:a16="http://schemas.microsoft.com/office/drawing/2014/main" id="{F7ECEB4F-E9AA-C784-61F8-5505153DAA02}"/>
              </a:ext>
            </a:extLst>
          </p:cNvPr>
          <p:cNvPicPr>
            <a:picLocks noChangeAspect="1"/>
          </p:cNvPicPr>
          <p:nvPr/>
        </p:nvPicPr>
        <p:blipFill>
          <a:blip r:embed="rId11"/>
          <a:stretch>
            <a:fillRect/>
          </a:stretch>
        </p:blipFill>
        <p:spPr>
          <a:xfrm>
            <a:off x="4274345" y="3770382"/>
            <a:ext cx="3659110" cy="2057458"/>
          </a:xfrm>
          <a:prstGeom prst="rect">
            <a:avLst/>
          </a:prstGeom>
          <a:ln>
            <a:solidFill>
              <a:schemeClr val="tx1">
                <a:lumMod val="50000"/>
                <a:lumOff val="50000"/>
              </a:schemeClr>
            </a:solidFill>
          </a:ln>
        </p:spPr>
      </p:pic>
      <p:sp>
        <p:nvSpPr>
          <p:cNvPr id="44" name="Rectangle 43">
            <a:extLst>
              <a:ext uri="{FF2B5EF4-FFF2-40B4-BE49-F238E27FC236}">
                <a16:creationId xmlns:a16="http://schemas.microsoft.com/office/drawing/2014/main" id="{BD3376C3-51A9-2D7B-EFDA-478D2EB399CB}"/>
              </a:ext>
            </a:extLst>
          </p:cNvPr>
          <p:cNvSpPr/>
          <p:nvPr/>
        </p:nvSpPr>
        <p:spPr>
          <a:xfrm>
            <a:off x="4625486" y="4537940"/>
            <a:ext cx="2956828" cy="5189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Body Slide 1</a:t>
            </a:r>
          </a:p>
          <a:p>
            <a:pPr algn="ctr"/>
            <a:r>
              <a:rPr lang="en-US" sz="1600" i="1">
                <a:solidFill>
                  <a:schemeClr val="tx1"/>
                </a:solidFill>
              </a:rPr>
              <a:t>Standard / default body slide</a:t>
            </a:r>
          </a:p>
        </p:txBody>
      </p:sp>
      <p:sp>
        <p:nvSpPr>
          <p:cNvPr id="45" name="Rectangle 44">
            <a:extLst>
              <a:ext uri="{FF2B5EF4-FFF2-40B4-BE49-F238E27FC236}">
                <a16:creationId xmlns:a16="http://schemas.microsoft.com/office/drawing/2014/main" id="{6D3D16D4-A141-83F2-2DED-0322486DF03F}"/>
              </a:ext>
            </a:extLst>
          </p:cNvPr>
          <p:cNvSpPr/>
          <p:nvPr/>
        </p:nvSpPr>
        <p:spPr>
          <a:xfrm>
            <a:off x="8481741" y="4296325"/>
            <a:ext cx="2956828" cy="1196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Body Slide 2</a:t>
            </a:r>
          </a:p>
          <a:p>
            <a:pPr algn="ctr"/>
            <a:r>
              <a:rPr lang="en-US" sz="1600" i="1">
                <a:solidFill>
                  <a:schemeClr val="tx1"/>
                </a:solidFill>
              </a:rPr>
              <a:t>Max white space, min visual structure; use when page contents are dense or highly structured (e.g., a table)</a:t>
            </a:r>
          </a:p>
        </p:txBody>
      </p:sp>
    </p:spTree>
    <p:extLst>
      <p:ext uri="{BB962C8B-B14F-4D97-AF65-F5344CB8AC3E}">
        <p14:creationId xmlns:p14="http://schemas.microsoft.com/office/powerpoint/2010/main" val="654130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9AAAB8-2BFE-F629-A26B-3EBF7F0F115F}"/>
              </a:ext>
            </a:extLst>
          </p:cNvPr>
          <p:cNvGraphicFramePr>
            <a:graphicFrameLocks noChangeAspect="1"/>
          </p:cNvGraphicFramePr>
          <p:nvPr>
            <p:custDataLst>
              <p:tags r:id="rId1"/>
            </p:custDataLst>
            <p:extLst>
              <p:ext uri="{D42A27DB-BD31-4B8C-83A1-F6EECF244321}">
                <p14:modId xmlns:p14="http://schemas.microsoft.com/office/powerpoint/2010/main" val="7195735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7" name="think-cell data - do not delete" hidden="1">
                        <a:extLst>
                          <a:ext uri="{FF2B5EF4-FFF2-40B4-BE49-F238E27FC236}">
                            <a16:creationId xmlns:a16="http://schemas.microsoft.com/office/drawing/2014/main" id="{A19AAAB8-2BFE-F629-A26B-3EBF7F0F115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BD89F154-828F-FF6D-63E8-95BB0FC43BC5}"/>
              </a:ext>
            </a:extLst>
          </p:cNvPr>
          <p:cNvPicPr>
            <a:picLocks noChangeAspect="1"/>
          </p:cNvPicPr>
          <p:nvPr/>
        </p:nvPicPr>
        <p:blipFill>
          <a:blip r:embed="rId6"/>
          <a:stretch>
            <a:fillRect/>
          </a:stretch>
        </p:blipFill>
        <p:spPr>
          <a:xfrm>
            <a:off x="8142098" y="1456274"/>
            <a:ext cx="3648602" cy="2051840"/>
          </a:xfrm>
          <a:prstGeom prst="rect">
            <a:avLst/>
          </a:prstGeom>
          <a:ln>
            <a:solidFill>
              <a:schemeClr val="tx1">
                <a:lumMod val="50000"/>
                <a:lumOff val="50000"/>
              </a:schemeClr>
            </a:solidFill>
          </a:ln>
        </p:spPr>
      </p:pic>
      <p:sp>
        <p:nvSpPr>
          <p:cNvPr id="2" name="Title 1">
            <a:extLst>
              <a:ext uri="{FF2B5EF4-FFF2-40B4-BE49-F238E27FC236}">
                <a16:creationId xmlns:a16="http://schemas.microsoft.com/office/drawing/2014/main" id="{3BFECF29-AD06-83F1-AA8B-729E354B1454}"/>
              </a:ext>
            </a:extLst>
          </p:cNvPr>
          <p:cNvSpPr>
            <a:spLocks noGrp="1"/>
          </p:cNvSpPr>
          <p:nvPr>
            <p:ph type="title"/>
          </p:nvPr>
        </p:nvSpPr>
        <p:spPr/>
        <p:txBody>
          <a:bodyPr vert="horz"/>
          <a:lstStyle/>
          <a:p>
            <a:r>
              <a:rPr lang="en-US"/>
              <a:t>Templates Provided: Additional Body Slide Layouts</a:t>
            </a:r>
          </a:p>
        </p:txBody>
      </p:sp>
      <p:sp>
        <p:nvSpPr>
          <p:cNvPr id="4" name="Slide Number Placeholder 3">
            <a:extLst>
              <a:ext uri="{FF2B5EF4-FFF2-40B4-BE49-F238E27FC236}">
                <a16:creationId xmlns:a16="http://schemas.microsoft.com/office/drawing/2014/main" id="{6C4F8E67-5483-D656-FE5F-0AA839AD0EB1}"/>
              </a:ext>
            </a:extLst>
          </p:cNvPr>
          <p:cNvSpPr>
            <a:spLocks noGrp="1"/>
          </p:cNvSpPr>
          <p:nvPr>
            <p:ph type="sldNum" sz="quarter" idx="12"/>
          </p:nvPr>
        </p:nvSpPr>
        <p:spPr/>
        <p:txBody>
          <a:bodyPr/>
          <a:lstStyle/>
          <a:p>
            <a:fld id="{84D58D1B-E4CD-4092-A64A-067BEFC75A17}" type="slidenum">
              <a:rPr lang="en-US" smtClean="0"/>
              <a:pPr/>
              <a:t>17</a:t>
            </a:fld>
            <a:endParaRPr lang="en-US"/>
          </a:p>
        </p:txBody>
      </p:sp>
      <p:pic>
        <p:nvPicPr>
          <p:cNvPr id="30" name="Picture 29">
            <a:extLst>
              <a:ext uri="{FF2B5EF4-FFF2-40B4-BE49-F238E27FC236}">
                <a16:creationId xmlns:a16="http://schemas.microsoft.com/office/drawing/2014/main" id="{452F803B-0048-B208-D763-B63786FCB7A4}"/>
              </a:ext>
            </a:extLst>
          </p:cNvPr>
          <p:cNvPicPr>
            <a:picLocks noChangeAspect="1"/>
          </p:cNvPicPr>
          <p:nvPr/>
        </p:nvPicPr>
        <p:blipFill>
          <a:blip r:embed="rId7"/>
          <a:stretch>
            <a:fillRect/>
          </a:stretch>
        </p:blipFill>
        <p:spPr>
          <a:xfrm>
            <a:off x="401300" y="1452444"/>
            <a:ext cx="3648601" cy="2057458"/>
          </a:xfrm>
          <a:prstGeom prst="rect">
            <a:avLst/>
          </a:prstGeom>
          <a:ln>
            <a:solidFill>
              <a:schemeClr val="tx1">
                <a:lumMod val="50000"/>
                <a:lumOff val="50000"/>
              </a:schemeClr>
            </a:solidFill>
          </a:ln>
        </p:spPr>
      </p:pic>
      <p:sp>
        <p:nvSpPr>
          <p:cNvPr id="39" name="Rectangle 38">
            <a:extLst>
              <a:ext uri="{FF2B5EF4-FFF2-40B4-BE49-F238E27FC236}">
                <a16:creationId xmlns:a16="http://schemas.microsoft.com/office/drawing/2014/main" id="{183FD899-9382-F31C-0715-B84476F80E9D}"/>
              </a:ext>
            </a:extLst>
          </p:cNvPr>
          <p:cNvSpPr/>
          <p:nvPr/>
        </p:nvSpPr>
        <p:spPr>
          <a:xfrm>
            <a:off x="8496761" y="2317075"/>
            <a:ext cx="2956828" cy="5189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 Body Slide 2</a:t>
            </a:r>
          </a:p>
          <a:p>
            <a:pPr algn="ctr"/>
            <a:r>
              <a:rPr lang="en-US" sz="1600" i="1">
                <a:solidFill>
                  <a:schemeClr val="tx1"/>
                </a:solidFill>
              </a:rPr>
              <a:t>Same as # Body Slide 1 w/ inverted header colors</a:t>
            </a:r>
          </a:p>
        </p:txBody>
      </p:sp>
      <p:sp>
        <p:nvSpPr>
          <p:cNvPr id="40" name="Rectangle 39">
            <a:extLst>
              <a:ext uri="{FF2B5EF4-FFF2-40B4-BE49-F238E27FC236}">
                <a16:creationId xmlns:a16="http://schemas.microsoft.com/office/drawing/2014/main" id="{CD0BBBC4-A89E-4E2D-E7A1-0C1F7CFBE20E}"/>
              </a:ext>
            </a:extLst>
          </p:cNvPr>
          <p:cNvSpPr/>
          <p:nvPr/>
        </p:nvSpPr>
        <p:spPr>
          <a:xfrm>
            <a:off x="747186" y="2221711"/>
            <a:ext cx="2956828" cy="5189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Body Slide 3</a:t>
            </a:r>
          </a:p>
          <a:p>
            <a:pPr algn="ctr"/>
            <a:r>
              <a:rPr lang="en-US" sz="1600" i="1">
                <a:solidFill>
                  <a:schemeClr val="tx1"/>
                </a:solidFill>
              </a:rPr>
              <a:t>Viable alternative to Body Slides 1 or 2</a:t>
            </a:r>
          </a:p>
        </p:txBody>
      </p:sp>
      <p:pic>
        <p:nvPicPr>
          <p:cNvPr id="8" name="Picture 7">
            <a:extLst>
              <a:ext uri="{FF2B5EF4-FFF2-40B4-BE49-F238E27FC236}">
                <a16:creationId xmlns:a16="http://schemas.microsoft.com/office/drawing/2014/main" id="{FAB463C2-9769-6BA3-F8AE-6436700F2CFA}"/>
              </a:ext>
            </a:extLst>
          </p:cNvPr>
          <p:cNvPicPr>
            <a:picLocks noChangeAspect="1"/>
          </p:cNvPicPr>
          <p:nvPr/>
        </p:nvPicPr>
        <p:blipFill>
          <a:blip r:embed="rId8"/>
          <a:stretch>
            <a:fillRect/>
          </a:stretch>
        </p:blipFill>
        <p:spPr>
          <a:xfrm>
            <a:off x="4271698" y="1456000"/>
            <a:ext cx="3648602" cy="2050344"/>
          </a:xfrm>
          <a:prstGeom prst="rect">
            <a:avLst/>
          </a:prstGeom>
          <a:ln>
            <a:solidFill>
              <a:schemeClr val="tx1">
                <a:lumMod val="50000"/>
                <a:lumOff val="50000"/>
              </a:schemeClr>
            </a:solidFill>
          </a:ln>
        </p:spPr>
      </p:pic>
      <p:sp>
        <p:nvSpPr>
          <p:cNvPr id="9" name="Rectangle 8">
            <a:extLst>
              <a:ext uri="{FF2B5EF4-FFF2-40B4-BE49-F238E27FC236}">
                <a16:creationId xmlns:a16="http://schemas.microsoft.com/office/drawing/2014/main" id="{4174E5DE-9E15-CBCD-9F89-0B6FEBE09246}"/>
              </a:ext>
            </a:extLst>
          </p:cNvPr>
          <p:cNvSpPr/>
          <p:nvPr/>
        </p:nvSpPr>
        <p:spPr>
          <a:xfrm>
            <a:off x="4617585" y="2327161"/>
            <a:ext cx="2956828" cy="5189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 Body Slide 1</a:t>
            </a:r>
          </a:p>
          <a:p>
            <a:pPr algn="ctr"/>
            <a:r>
              <a:rPr lang="en-US" sz="1600" i="1">
                <a:solidFill>
                  <a:schemeClr val="tx1"/>
                </a:solidFill>
              </a:rPr>
              <a:t>For numbered sections or themes</a:t>
            </a:r>
          </a:p>
        </p:txBody>
      </p:sp>
      <p:pic>
        <p:nvPicPr>
          <p:cNvPr id="14" name="Picture 13">
            <a:extLst>
              <a:ext uri="{FF2B5EF4-FFF2-40B4-BE49-F238E27FC236}">
                <a16:creationId xmlns:a16="http://schemas.microsoft.com/office/drawing/2014/main" id="{3B6ADD88-D384-892B-7056-D4634705D5B2}"/>
              </a:ext>
            </a:extLst>
          </p:cNvPr>
          <p:cNvPicPr>
            <a:picLocks noChangeAspect="1"/>
          </p:cNvPicPr>
          <p:nvPr/>
        </p:nvPicPr>
        <p:blipFill>
          <a:blip r:embed="rId9"/>
          <a:stretch>
            <a:fillRect/>
          </a:stretch>
        </p:blipFill>
        <p:spPr>
          <a:xfrm>
            <a:off x="4271698" y="3717245"/>
            <a:ext cx="3672214" cy="2060609"/>
          </a:xfrm>
          <a:prstGeom prst="rect">
            <a:avLst/>
          </a:prstGeom>
          <a:ln>
            <a:solidFill>
              <a:schemeClr val="tx1">
                <a:lumMod val="50000"/>
                <a:lumOff val="50000"/>
              </a:schemeClr>
            </a:solidFill>
          </a:ln>
        </p:spPr>
      </p:pic>
      <p:sp>
        <p:nvSpPr>
          <p:cNvPr id="15" name="Rectangle 14">
            <a:extLst>
              <a:ext uri="{FF2B5EF4-FFF2-40B4-BE49-F238E27FC236}">
                <a16:creationId xmlns:a16="http://schemas.microsoft.com/office/drawing/2014/main" id="{AFD2090F-D5AC-F071-3878-EF6F90999053}"/>
              </a:ext>
            </a:extLst>
          </p:cNvPr>
          <p:cNvSpPr/>
          <p:nvPr/>
        </p:nvSpPr>
        <p:spPr>
          <a:xfrm>
            <a:off x="4629391" y="4488087"/>
            <a:ext cx="2956828" cy="5189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Logo Body Slide</a:t>
            </a:r>
          </a:p>
          <a:p>
            <a:pPr algn="ctr"/>
            <a:r>
              <a:rPr lang="en-US" sz="1600" i="1">
                <a:solidFill>
                  <a:schemeClr val="tx1"/>
                </a:solidFill>
              </a:rPr>
              <a:t>Leaves space for a logo or graphic in the upper right corner</a:t>
            </a:r>
          </a:p>
        </p:txBody>
      </p:sp>
    </p:spTree>
    <p:extLst>
      <p:ext uri="{BB962C8B-B14F-4D97-AF65-F5344CB8AC3E}">
        <p14:creationId xmlns:p14="http://schemas.microsoft.com/office/powerpoint/2010/main" val="2087509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think-cell data - do not delete" hidden="1">
            <a:extLst>
              <a:ext uri="{FF2B5EF4-FFF2-40B4-BE49-F238E27FC236}">
                <a16:creationId xmlns:a16="http://schemas.microsoft.com/office/drawing/2014/main" id="{F65E07F7-2384-9358-7E57-13E4BA2DF676}"/>
              </a:ext>
            </a:extLst>
          </p:cNvPr>
          <p:cNvGraphicFramePr>
            <a:graphicFrameLocks noChangeAspect="1"/>
          </p:cNvGraphicFramePr>
          <p:nvPr>
            <p:custDataLst>
              <p:tags r:id="rId1"/>
            </p:custDataLst>
            <p:extLst>
              <p:ext uri="{D42A27DB-BD31-4B8C-83A1-F6EECF244321}">
                <p14:modId xmlns:p14="http://schemas.microsoft.com/office/powerpoint/2010/main" val="33134215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24" name="think-cell data - do not delete" hidden="1">
                        <a:extLst>
                          <a:ext uri="{FF2B5EF4-FFF2-40B4-BE49-F238E27FC236}">
                            <a16:creationId xmlns:a16="http://schemas.microsoft.com/office/drawing/2014/main" id="{F65E07F7-2384-9358-7E57-13E4BA2DF67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36C69847-E0F4-5266-6D6E-D70A03724AB1}"/>
              </a:ext>
            </a:extLst>
          </p:cNvPr>
          <p:cNvPicPr>
            <a:picLocks noChangeAspect="1"/>
          </p:cNvPicPr>
          <p:nvPr/>
        </p:nvPicPr>
        <p:blipFill rotWithShape="1">
          <a:blip r:embed="rId6"/>
          <a:srcRect b="915"/>
          <a:stretch/>
        </p:blipFill>
        <p:spPr>
          <a:xfrm>
            <a:off x="6187794" y="3798885"/>
            <a:ext cx="3672214" cy="2052475"/>
          </a:xfrm>
          <a:prstGeom prst="rect">
            <a:avLst/>
          </a:prstGeom>
          <a:ln>
            <a:solidFill>
              <a:schemeClr val="tx1">
                <a:lumMod val="50000"/>
                <a:lumOff val="50000"/>
              </a:schemeClr>
            </a:solidFill>
          </a:ln>
        </p:spPr>
      </p:pic>
      <p:sp>
        <p:nvSpPr>
          <p:cNvPr id="2" name="Title 1">
            <a:extLst>
              <a:ext uri="{FF2B5EF4-FFF2-40B4-BE49-F238E27FC236}">
                <a16:creationId xmlns:a16="http://schemas.microsoft.com/office/drawing/2014/main" id="{52B4F05A-EA27-DD5B-40E8-FB123BDD1A25}"/>
              </a:ext>
            </a:extLst>
          </p:cNvPr>
          <p:cNvSpPr>
            <a:spLocks noGrp="1"/>
          </p:cNvSpPr>
          <p:nvPr>
            <p:ph type="title"/>
          </p:nvPr>
        </p:nvSpPr>
        <p:spPr/>
        <p:txBody>
          <a:bodyPr vert="horz"/>
          <a:lstStyle/>
          <a:p>
            <a:r>
              <a:rPr lang="en-US"/>
              <a:t>Templates Provided: NBD Slide Layouts</a:t>
            </a:r>
          </a:p>
        </p:txBody>
      </p:sp>
      <p:sp>
        <p:nvSpPr>
          <p:cNvPr id="4" name="Slide Number Placeholder 3">
            <a:extLst>
              <a:ext uri="{FF2B5EF4-FFF2-40B4-BE49-F238E27FC236}">
                <a16:creationId xmlns:a16="http://schemas.microsoft.com/office/drawing/2014/main" id="{A29B66C1-1613-75A2-EA5F-6DE9D3E9E638}"/>
              </a:ext>
            </a:extLst>
          </p:cNvPr>
          <p:cNvSpPr>
            <a:spLocks noGrp="1"/>
          </p:cNvSpPr>
          <p:nvPr>
            <p:ph type="sldNum" sz="quarter" idx="12"/>
          </p:nvPr>
        </p:nvSpPr>
        <p:spPr/>
        <p:txBody>
          <a:bodyPr/>
          <a:lstStyle/>
          <a:p>
            <a:fld id="{84D58D1B-E4CD-4092-A64A-067BEFC75A17}" type="slidenum">
              <a:rPr lang="en-US" smtClean="0"/>
              <a:pPr/>
              <a:t>18</a:t>
            </a:fld>
            <a:endParaRPr lang="en-US"/>
          </a:p>
        </p:txBody>
      </p:sp>
      <p:pic>
        <p:nvPicPr>
          <p:cNvPr id="12" name="Picture 11">
            <a:extLst>
              <a:ext uri="{FF2B5EF4-FFF2-40B4-BE49-F238E27FC236}">
                <a16:creationId xmlns:a16="http://schemas.microsoft.com/office/drawing/2014/main" id="{BD376F17-F434-8CDA-A126-67B4C390890E}"/>
              </a:ext>
            </a:extLst>
          </p:cNvPr>
          <p:cNvPicPr>
            <a:picLocks noChangeAspect="1"/>
          </p:cNvPicPr>
          <p:nvPr/>
        </p:nvPicPr>
        <p:blipFill>
          <a:blip r:embed="rId7"/>
          <a:stretch>
            <a:fillRect/>
          </a:stretch>
        </p:blipFill>
        <p:spPr>
          <a:xfrm>
            <a:off x="2331992" y="3800169"/>
            <a:ext cx="3657431" cy="2051191"/>
          </a:xfrm>
          <a:prstGeom prst="rect">
            <a:avLst/>
          </a:prstGeom>
          <a:ln>
            <a:solidFill>
              <a:schemeClr val="tx1">
                <a:lumMod val="50000"/>
                <a:lumOff val="50000"/>
              </a:schemeClr>
            </a:solidFill>
          </a:ln>
        </p:spPr>
      </p:pic>
      <p:pic>
        <p:nvPicPr>
          <p:cNvPr id="16" name="Picture 15">
            <a:extLst>
              <a:ext uri="{FF2B5EF4-FFF2-40B4-BE49-F238E27FC236}">
                <a16:creationId xmlns:a16="http://schemas.microsoft.com/office/drawing/2014/main" id="{C220DE5C-02F6-8C04-D762-378B439A615C}"/>
              </a:ext>
            </a:extLst>
          </p:cNvPr>
          <p:cNvPicPr>
            <a:picLocks noChangeAspect="1"/>
          </p:cNvPicPr>
          <p:nvPr/>
        </p:nvPicPr>
        <p:blipFill>
          <a:blip r:embed="rId8"/>
          <a:stretch>
            <a:fillRect/>
          </a:stretch>
        </p:blipFill>
        <p:spPr>
          <a:xfrm>
            <a:off x="8139334" y="1263491"/>
            <a:ext cx="3657431" cy="2059678"/>
          </a:xfrm>
          <a:prstGeom prst="rect">
            <a:avLst/>
          </a:prstGeom>
          <a:ln>
            <a:solidFill>
              <a:schemeClr val="tx1">
                <a:lumMod val="50000"/>
                <a:lumOff val="50000"/>
              </a:schemeClr>
            </a:solidFill>
          </a:ln>
        </p:spPr>
      </p:pic>
      <p:sp>
        <p:nvSpPr>
          <p:cNvPr id="20" name="Rectangle 19">
            <a:extLst>
              <a:ext uri="{FF2B5EF4-FFF2-40B4-BE49-F238E27FC236}">
                <a16:creationId xmlns:a16="http://schemas.microsoft.com/office/drawing/2014/main" id="{2754E969-D8E2-D1C1-0A2F-C92715F258A2}"/>
              </a:ext>
            </a:extLst>
          </p:cNvPr>
          <p:cNvSpPr/>
          <p:nvPr/>
        </p:nvSpPr>
        <p:spPr>
          <a:xfrm>
            <a:off x="2463239" y="4594115"/>
            <a:ext cx="3086566" cy="5189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NBD Slide 4</a:t>
            </a:r>
          </a:p>
          <a:p>
            <a:pPr algn="ctr"/>
            <a:r>
              <a:rPr lang="en-US" sz="1600" i="1">
                <a:solidFill>
                  <a:schemeClr val="tx1"/>
                </a:solidFill>
              </a:rPr>
              <a:t>Primarily used for NBD purposes</a:t>
            </a:r>
          </a:p>
        </p:txBody>
      </p:sp>
      <p:sp>
        <p:nvSpPr>
          <p:cNvPr id="21" name="Rectangle 20">
            <a:extLst>
              <a:ext uri="{FF2B5EF4-FFF2-40B4-BE49-F238E27FC236}">
                <a16:creationId xmlns:a16="http://schemas.microsoft.com/office/drawing/2014/main" id="{E591494A-79A9-68DE-DBA5-3FDEFF863EC9}"/>
              </a:ext>
            </a:extLst>
          </p:cNvPr>
          <p:cNvSpPr/>
          <p:nvPr/>
        </p:nvSpPr>
        <p:spPr>
          <a:xfrm>
            <a:off x="6480618" y="4438531"/>
            <a:ext cx="3086566" cy="8300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NBD Slide 5</a:t>
            </a:r>
          </a:p>
          <a:p>
            <a:pPr algn="ctr"/>
            <a:r>
              <a:rPr lang="en-US" sz="1600" i="1">
                <a:solidFill>
                  <a:schemeClr val="tx1"/>
                </a:solidFill>
              </a:rPr>
              <a:t>Used as a contact page at the end of a pitch or final deliverable</a:t>
            </a:r>
          </a:p>
        </p:txBody>
      </p:sp>
      <p:sp>
        <p:nvSpPr>
          <p:cNvPr id="22" name="Rectangle 21">
            <a:extLst>
              <a:ext uri="{FF2B5EF4-FFF2-40B4-BE49-F238E27FC236}">
                <a16:creationId xmlns:a16="http://schemas.microsoft.com/office/drawing/2014/main" id="{D9E1C80D-CAF8-7353-941D-4CA2309C06C5}"/>
              </a:ext>
            </a:extLst>
          </p:cNvPr>
          <p:cNvSpPr/>
          <p:nvPr/>
        </p:nvSpPr>
        <p:spPr>
          <a:xfrm>
            <a:off x="8395666" y="2057436"/>
            <a:ext cx="3086566" cy="5189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NBD Slide 3</a:t>
            </a:r>
          </a:p>
          <a:p>
            <a:pPr algn="ctr"/>
            <a:r>
              <a:rPr lang="en-US" sz="1600" i="1">
                <a:solidFill>
                  <a:schemeClr val="tx1"/>
                </a:solidFill>
              </a:rPr>
              <a:t>Primarily used for NBD purposes</a:t>
            </a:r>
          </a:p>
        </p:txBody>
      </p:sp>
      <p:pic>
        <p:nvPicPr>
          <p:cNvPr id="33" name="Picture 32">
            <a:extLst>
              <a:ext uri="{FF2B5EF4-FFF2-40B4-BE49-F238E27FC236}">
                <a16:creationId xmlns:a16="http://schemas.microsoft.com/office/drawing/2014/main" id="{F793506C-D8B7-E312-B137-095F7EC2AABA}"/>
              </a:ext>
            </a:extLst>
          </p:cNvPr>
          <p:cNvPicPr>
            <a:picLocks noChangeAspect="1"/>
          </p:cNvPicPr>
          <p:nvPr/>
        </p:nvPicPr>
        <p:blipFill>
          <a:blip r:embed="rId9"/>
          <a:stretch>
            <a:fillRect/>
          </a:stretch>
        </p:blipFill>
        <p:spPr>
          <a:xfrm>
            <a:off x="4255430" y="1263491"/>
            <a:ext cx="3651633" cy="2059168"/>
          </a:xfrm>
          <a:prstGeom prst="rect">
            <a:avLst/>
          </a:prstGeom>
          <a:ln>
            <a:solidFill>
              <a:schemeClr val="tx1">
                <a:lumMod val="50000"/>
                <a:lumOff val="50000"/>
              </a:schemeClr>
            </a:solidFill>
          </a:ln>
        </p:spPr>
      </p:pic>
      <p:sp>
        <p:nvSpPr>
          <p:cNvPr id="41" name="Rectangle 40">
            <a:extLst>
              <a:ext uri="{FF2B5EF4-FFF2-40B4-BE49-F238E27FC236}">
                <a16:creationId xmlns:a16="http://schemas.microsoft.com/office/drawing/2014/main" id="{D5F1B2F8-6FE1-0749-81F2-2989B23612A0}"/>
              </a:ext>
            </a:extLst>
          </p:cNvPr>
          <p:cNvSpPr/>
          <p:nvPr/>
        </p:nvSpPr>
        <p:spPr>
          <a:xfrm>
            <a:off x="4601316" y="2118544"/>
            <a:ext cx="2956828" cy="5189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bg1"/>
                </a:solidFill>
              </a:rPr>
              <a:t>NBD Slide 2</a:t>
            </a:r>
          </a:p>
        </p:txBody>
      </p:sp>
      <p:pic>
        <p:nvPicPr>
          <p:cNvPr id="9" name="Picture 8">
            <a:extLst>
              <a:ext uri="{FF2B5EF4-FFF2-40B4-BE49-F238E27FC236}">
                <a16:creationId xmlns:a16="http://schemas.microsoft.com/office/drawing/2014/main" id="{D76EEF7F-DF40-AB48-7301-E21B9983AF55}"/>
              </a:ext>
            </a:extLst>
          </p:cNvPr>
          <p:cNvPicPr>
            <a:picLocks noChangeAspect="1"/>
          </p:cNvPicPr>
          <p:nvPr/>
        </p:nvPicPr>
        <p:blipFill>
          <a:blip r:embed="rId10"/>
          <a:stretch>
            <a:fillRect/>
          </a:stretch>
        </p:blipFill>
        <p:spPr>
          <a:xfrm>
            <a:off x="381000" y="1263491"/>
            <a:ext cx="3657432" cy="2051470"/>
          </a:xfrm>
          <a:prstGeom prst="rect">
            <a:avLst/>
          </a:prstGeom>
          <a:ln>
            <a:solidFill>
              <a:schemeClr val="tx1">
                <a:lumMod val="50000"/>
                <a:lumOff val="50000"/>
              </a:schemeClr>
            </a:solidFill>
          </a:ln>
        </p:spPr>
      </p:pic>
      <p:sp>
        <p:nvSpPr>
          <p:cNvPr id="11" name="Rectangle 10">
            <a:extLst>
              <a:ext uri="{FF2B5EF4-FFF2-40B4-BE49-F238E27FC236}">
                <a16:creationId xmlns:a16="http://schemas.microsoft.com/office/drawing/2014/main" id="{45C1D337-F95B-04B5-8197-EF2B2C80519E}"/>
              </a:ext>
            </a:extLst>
          </p:cNvPr>
          <p:cNvSpPr/>
          <p:nvPr/>
        </p:nvSpPr>
        <p:spPr>
          <a:xfrm>
            <a:off x="727987" y="2119473"/>
            <a:ext cx="2956828" cy="5189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NBD Slide 1</a:t>
            </a:r>
            <a:endParaRPr lang="en-US" sz="1600" i="1">
              <a:solidFill>
                <a:schemeClr val="tx1"/>
              </a:solidFill>
            </a:endParaRPr>
          </a:p>
        </p:txBody>
      </p:sp>
    </p:spTree>
    <p:extLst>
      <p:ext uri="{BB962C8B-B14F-4D97-AF65-F5344CB8AC3E}">
        <p14:creationId xmlns:p14="http://schemas.microsoft.com/office/powerpoint/2010/main" val="30329425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19EFD803-CAF2-FA6D-4029-8996BE09B2C8}"/>
              </a:ext>
            </a:extLst>
          </p:cNvPr>
          <p:cNvGraphicFramePr>
            <a:graphicFrameLocks noChangeAspect="1"/>
          </p:cNvGraphicFramePr>
          <p:nvPr>
            <p:custDataLst>
              <p:tags r:id="rId1"/>
            </p:custDataLst>
            <p:extLst>
              <p:ext uri="{D42A27DB-BD31-4B8C-83A1-F6EECF244321}">
                <p14:modId xmlns:p14="http://schemas.microsoft.com/office/powerpoint/2010/main" val="25636412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415" imgH="416" progId="TCLayout.ActiveDocument.1">
                  <p:embed/>
                </p:oleObj>
              </mc:Choice>
              <mc:Fallback>
                <p:oleObj name="think-cell Slide" r:id="rId17" imgW="415" imgH="416" progId="TCLayout.ActiveDocument.1">
                  <p:embed/>
                  <p:pic>
                    <p:nvPicPr>
                      <p:cNvPr id="22" name="think-cell data - do not delete" hidden="1">
                        <a:extLst>
                          <a:ext uri="{FF2B5EF4-FFF2-40B4-BE49-F238E27FC236}">
                            <a16:creationId xmlns:a16="http://schemas.microsoft.com/office/drawing/2014/main" id="{19EFD803-CAF2-FA6D-4029-8996BE09B2C8}"/>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58970A6-63F5-501D-27C1-3476343840A5}"/>
              </a:ext>
            </a:extLst>
          </p:cNvPr>
          <p:cNvSpPr>
            <a:spLocks noGrp="1"/>
          </p:cNvSpPr>
          <p:nvPr>
            <p:ph type="title"/>
          </p:nvPr>
        </p:nvSpPr>
        <p:spPr/>
        <p:txBody>
          <a:bodyPr vert="horz"/>
          <a:lstStyle/>
          <a:p>
            <a:r>
              <a:rPr lang="en-US"/>
              <a:t>H1: Aptos Display (Headings), 28pt, 1 – 2 Lines</a:t>
            </a:r>
          </a:p>
        </p:txBody>
      </p:sp>
      <p:sp>
        <p:nvSpPr>
          <p:cNvPr id="18" name="Text Placeholder 4">
            <a:extLst>
              <a:ext uri="{FF2B5EF4-FFF2-40B4-BE49-F238E27FC236}">
                <a16:creationId xmlns:a16="http://schemas.microsoft.com/office/drawing/2014/main" id="{E575339B-048A-D065-DBAA-18B01E607F77}"/>
              </a:ext>
            </a:extLst>
          </p:cNvPr>
          <p:cNvSpPr>
            <a:spLocks noGrp="1"/>
          </p:cNvSpPr>
          <p:nvPr>
            <p:ph type="body" sz="quarter" idx="16"/>
          </p:nvPr>
        </p:nvSpPr>
        <p:spPr>
          <a:xfrm>
            <a:off x="5465813" y="1208980"/>
            <a:ext cx="6330951" cy="4740161"/>
          </a:xfrm>
        </p:spPr>
        <p:txBody>
          <a:bodyPr/>
          <a:lstStyle/>
          <a:p>
            <a:pPr marL="0" indent="0">
              <a:buNone/>
            </a:pPr>
            <a:r>
              <a:rPr lang="en-US" sz="1600" b="1"/>
              <a:t>H3: Aptos (Body) Bold, Capitalize Each Word, Black</a:t>
            </a:r>
          </a:p>
          <a:p>
            <a:r>
              <a:rPr lang="en-US" sz="1600"/>
              <a:t>Max body text size = 20pt; min body text size = 14pt (12pt for tables) </a:t>
            </a:r>
          </a:p>
          <a:p>
            <a:r>
              <a:rPr lang="en-US" sz="1600"/>
              <a:t>All text in every document should be Aptos (Microsoft default font)</a:t>
            </a:r>
          </a:p>
          <a:p>
            <a:r>
              <a:rPr lang="en-US" sz="1600"/>
              <a:t>Keep bullet styling consistent with ¼” between bullet/dash and text</a:t>
            </a:r>
          </a:p>
          <a:p>
            <a:pPr lvl="1"/>
            <a:r>
              <a:rPr lang="en-US" sz="1600"/>
              <a:t>Bullet Level 2</a:t>
            </a:r>
          </a:p>
          <a:p>
            <a:pPr lvl="2"/>
            <a:r>
              <a:rPr lang="en-US" sz="1600"/>
              <a:t>Bullet Level 3</a:t>
            </a:r>
          </a:p>
          <a:p>
            <a:pPr lvl="3"/>
            <a:r>
              <a:rPr lang="en-US" sz="1600"/>
              <a:t>Bullet Level 4</a:t>
            </a:r>
          </a:p>
          <a:p>
            <a:r>
              <a:rPr lang="en-US" sz="1600"/>
              <a:t>Provide adequate spacing between lines (usually 6-12pt)</a:t>
            </a:r>
          </a:p>
          <a:p>
            <a:r>
              <a:rPr lang="en-US" sz="1600"/>
              <a:t>Do not use final punctuation for bullets</a:t>
            </a:r>
          </a:p>
        </p:txBody>
      </p:sp>
      <p:sp>
        <p:nvSpPr>
          <p:cNvPr id="4" name="Slide Number Placeholder 3">
            <a:extLst>
              <a:ext uri="{FF2B5EF4-FFF2-40B4-BE49-F238E27FC236}">
                <a16:creationId xmlns:a16="http://schemas.microsoft.com/office/drawing/2014/main" id="{4C5F271A-D161-BF43-7ACC-E7D6F9A39772}"/>
              </a:ext>
            </a:extLst>
          </p:cNvPr>
          <p:cNvSpPr>
            <a:spLocks noGrp="1"/>
          </p:cNvSpPr>
          <p:nvPr>
            <p:ph type="sldNum" sz="quarter" idx="12"/>
          </p:nvPr>
        </p:nvSpPr>
        <p:spPr/>
        <p:txBody>
          <a:bodyPr/>
          <a:lstStyle/>
          <a:p>
            <a:fld id="{84D58D1B-E4CD-4092-A64A-067BEFC75A17}" type="slidenum">
              <a:rPr lang="en-US" smtClean="0"/>
              <a:pPr/>
              <a:t>19</a:t>
            </a:fld>
            <a:endParaRPr lang="en-US"/>
          </a:p>
        </p:txBody>
      </p:sp>
      <p:sp>
        <p:nvSpPr>
          <p:cNvPr id="5" name="Text Placeholder 4">
            <a:extLst>
              <a:ext uri="{FF2B5EF4-FFF2-40B4-BE49-F238E27FC236}">
                <a16:creationId xmlns:a16="http://schemas.microsoft.com/office/drawing/2014/main" id="{089A0575-3BD3-EE5D-3CEF-DAFDE10B85DD}"/>
              </a:ext>
            </a:extLst>
          </p:cNvPr>
          <p:cNvSpPr>
            <a:spLocks noGrp="1"/>
          </p:cNvSpPr>
          <p:nvPr>
            <p:ph type="body" sz="quarter" idx="15"/>
          </p:nvPr>
        </p:nvSpPr>
        <p:spPr/>
        <p:txBody>
          <a:bodyPr/>
          <a:lstStyle/>
          <a:p>
            <a:r>
              <a:rPr lang="en-US"/>
              <a:t>Source: Newry Analysis</a:t>
            </a:r>
          </a:p>
        </p:txBody>
      </p:sp>
      <p:graphicFrame>
        <p:nvGraphicFramePr>
          <p:cNvPr id="6" name="Chart 5">
            <a:extLst>
              <a:ext uri="{FF2B5EF4-FFF2-40B4-BE49-F238E27FC236}">
                <a16:creationId xmlns:a16="http://schemas.microsoft.com/office/drawing/2014/main" id="{D72CF956-9B11-6BB9-EF02-B639A2730A46}"/>
              </a:ext>
            </a:extLst>
          </p:cNvPr>
          <p:cNvGraphicFramePr/>
          <p:nvPr>
            <p:custDataLst>
              <p:tags r:id="rId2"/>
            </p:custDataLst>
            <p:extLst>
              <p:ext uri="{D42A27DB-BD31-4B8C-83A1-F6EECF244321}">
                <p14:modId xmlns:p14="http://schemas.microsoft.com/office/powerpoint/2010/main" val="2226517331"/>
              </p:ext>
            </p:extLst>
          </p:nvPr>
        </p:nvGraphicFramePr>
        <p:xfrm>
          <a:off x="295275" y="1744663"/>
          <a:ext cx="4979988" cy="4211637"/>
        </p:xfrm>
        <a:graphic>
          <a:graphicData uri="http://schemas.openxmlformats.org/drawingml/2006/chart">
            <c:chart xmlns:c="http://schemas.openxmlformats.org/drawingml/2006/chart" xmlns:r="http://schemas.openxmlformats.org/officeDocument/2006/relationships" r:id="rId19"/>
          </a:graphicData>
        </a:graphic>
      </p:graphicFrame>
      <p:cxnSp>
        <p:nvCxnSpPr>
          <p:cNvPr id="53" name="Straight Connector 52">
            <a:extLst>
              <a:ext uri="{FF2B5EF4-FFF2-40B4-BE49-F238E27FC236}">
                <a16:creationId xmlns:a16="http://schemas.microsoft.com/office/drawing/2014/main" id="{FF15FFA7-3C51-7270-EAEF-23140A069C83}"/>
              </a:ext>
            </a:extLst>
          </p:cNvPr>
          <p:cNvCxnSpPr/>
          <p:nvPr>
            <p:custDataLst>
              <p:tags r:id="rId3"/>
            </p:custDataLst>
          </p:nvPr>
        </p:nvCxnSpPr>
        <p:spPr bwMode="auto">
          <a:xfrm>
            <a:off x="733425" y="4330700"/>
            <a:ext cx="89217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18EE634E-90DC-685C-D891-A7F8F934903E}"/>
              </a:ext>
            </a:extLst>
          </p:cNvPr>
          <p:cNvSpPr/>
          <p:nvPr>
            <p:custDataLst>
              <p:tags r:id="rId4"/>
            </p:custDataLst>
          </p:nvPr>
        </p:nvSpPr>
        <p:spPr bwMode="gray">
          <a:xfrm>
            <a:off x="1320800" y="4176713"/>
            <a:ext cx="165100" cy="219075"/>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8575" tIns="0" rIns="28575" bIns="0" rtlCol="0" anchor="ctr"/>
          <a:lstStyle/>
          <a:p>
            <a:pPr algn="ctr">
              <a:lnSpc>
                <a:spcPct val="90000"/>
              </a:lnSpc>
              <a:spcBef>
                <a:spcPct val="0"/>
              </a:spcBef>
              <a:spcAft>
                <a:spcPct val="0"/>
              </a:spcAft>
            </a:pPr>
            <a:fld id="{F2FE3602-2672-4303-9771-29CF8ACEC1BB}" type="datetime'''''''''4'''''''''''''''">
              <a:rPr lang="en-US" altLang="en-US" sz="1600" smtClean="0">
                <a:solidFill>
                  <a:schemeClr val="bg1"/>
                </a:solidFill>
                <a:effectLst/>
              </a:rPr>
              <a:pPr algn="ctr">
                <a:lnSpc>
                  <a:spcPct val="90000"/>
                </a:lnSpc>
                <a:spcBef>
                  <a:spcPct val="0"/>
                </a:spcBef>
                <a:spcAft>
                  <a:spcPct val="0"/>
                </a:spcAft>
              </a:pPr>
              <a:t>4</a:t>
            </a:fld>
            <a:endParaRPr lang="en-US" sz="1600">
              <a:solidFill>
                <a:schemeClr val="bg1"/>
              </a:solidFill>
            </a:endParaRPr>
          </a:p>
        </p:txBody>
      </p:sp>
      <p:sp>
        <p:nvSpPr>
          <p:cNvPr id="8" name="Rectangle 7">
            <a:extLst>
              <a:ext uri="{FF2B5EF4-FFF2-40B4-BE49-F238E27FC236}">
                <a16:creationId xmlns:a16="http://schemas.microsoft.com/office/drawing/2014/main" id="{AC95DC5F-17C1-E31C-0DC4-897266B20727}"/>
              </a:ext>
            </a:extLst>
          </p:cNvPr>
          <p:cNvSpPr/>
          <p:nvPr>
            <p:custDataLst>
              <p:tags r:id="rId5"/>
            </p:custDataLst>
          </p:nvPr>
        </p:nvSpPr>
        <p:spPr bwMode="gray">
          <a:xfrm>
            <a:off x="874713" y="4284663"/>
            <a:ext cx="165100" cy="219075"/>
          </a:xfrm>
          <a:prstGeom prst="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8575" tIns="0" rIns="28575" bIns="0" rtlCol="0" anchor="ctr"/>
          <a:lstStyle/>
          <a:p>
            <a:pPr algn="ctr">
              <a:lnSpc>
                <a:spcPct val="90000"/>
              </a:lnSpc>
              <a:spcBef>
                <a:spcPct val="0"/>
              </a:spcBef>
              <a:spcAft>
                <a:spcPct val="0"/>
              </a:spcAft>
            </a:pPr>
            <a:fld id="{F10D457E-A232-4CF0-AF2E-5C6712527822}" type="datetime'''''''''''''''''''''''''5'''''''''''''''''''''''''">
              <a:rPr lang="en-US" altLang="en-US" sz="1600" smtClean="0">
                <a:solidFill>
                  <a:schemeClr val="bg1"/>
                </a:solidFill>
                <a:effectLst/>
              </a:rPr>
              <a:pPr algn="ctr">
                <a:lnSpc>
                  <a:spcPct val="90000"/>
                </a:lnSpc>
                <a:spcBef>
                  <a:spcPct val="0"/>
                </a:spcBef>
                <a:spcAft>
                  <a:spcPct val="0"/>
                </a:spcAft>
              </a:pPr>
              <a:t>5</a:t>
            </a:fld>
            <a:endParaRPr lang="en-US" sz="1600">
              <a:solidFill>
                <a:schemeClr val="bg1"/>
              </a:solidFill>
            </a:endParaRPr>
          </a:p>
        </p:txBody>
      </p:sp>
      <p:sp>
        <p:nvSpPr>
          <p:cNvPr id="9" name="Rectangle 8">
            <a:extLst>
              <a:ext uri="{FF2B5EF4-FFF2-40B4-BE49-F238E27FC236}">
                <a16:creationId xmlns:a16="http://schemas.microsoft.com/office/drawing/2014/main" id="{99034174-C771-E1EB-BBAB-C96D96C5FEA5}"/>
              </a:ext>
            </a:extLst>
          </p:cNvPr>
          <p:cNvSpPr/>
          <p:nvPr>
            <p:custDataLst>
              <p:tags r:id="rId6"/>
            </p:custDataLst>
          </p:nvPr>
        </p:nvSpPr>
        <p:spPr bwMode="auto">
          <a:xfrm>
            <a:off x="957263" y="5676900"/>
            <a:ext cx="444500" cy="244475"/>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9F23EC79-04E2-47F3-AC63-624546160339}" type="datetime'''''2''''''''''0''22'''''''''">
              <a:rPr lang="en-US" altLang="en-US" sz="1600" smtClean="0">
                <a:solidFill>
                  <a:schemeClr val="tx1"/>
                </a:solidFill>
              </a:rPr>
              <a:pPr algn="ctr">
                <a:spcBef>
                  <a:spcPct val="0"/>
                </a:spcBef>
                <a:spcAft>
                  <a:spcPct val="0"/>
                </a:spcAft>
              </a:pPr>
              <a:t>2022</a:t>
            </a:fld>
            <a:endParaRPr lang="en-US" sz="1600">
              <a:solidFill>
                <a:schemeClr val="tx1"/>
              </a:solidFill>
            </a:endParaRPr>
          </a:p>
        </p:txBody>
      </p:sp>
      <p:sp>
        <p:nvSpPr>
          <p:cNvPr id="10" name="Rectangle 9">
            <a:extLst>
              <a:ext uri="{FF2B5EF4-FFF2-40B4-BE49-F238E27FC236}">
                <a16:creationId xmlns:a16="http://schemas.microsoft.com/office/drawing/2014/main" id="{6640C4AC-3AF6-FF5E-9366-4920A2D89313}"/>
              </a:ext>
            </a:extLst>
          </p:cNvPr>
          <p:cNvSpPr/>
          <p:nvPr>
            <p:custDataLst>
              <p:tags r:id="rId7"/>
            </p:custDataLst>
          </p:nvPr>
        </p:nvSpPr>
        <p:spPr bwMode="gray">
          <a:xfrm>
            <a:off x="2925763" y="3286125"/>
            <a:ext cx="165100" cy="219075"/>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8575" tIns="0" rIns="28575" bIns="0" rtlCol="0" anchor="ctr"/>
          <a:lstStyle/>
          <a:p>
            <a:pPr algn="ctr">
              <a:lnSpc>
                <a:spcPct val="90000"/>
              </a:lnSpc>
              <a:spcBef>
                <a:spcPct val="0"/>
              </a:spcBef>
              <a:spcAft>
                <a:spcPct val="0"/>
              </a:spcAft>
            </a:pPr>
            <a:fld id="{E9BD6AC4-CB73-4A07-8DA1-91B90B70A41B}" type="datetime'''''''''''''''''''''''5'''">
              <a:rPr lang="en-US" altLang="en-US" sz="1600" smtClean="0">
                <a:solidFill>
                  <a:schemeClr val="bg1"/>
                </a:solidFill>
                <a:effectLst/>
              </a:rPr>
              <a:pPr algn="ctr">
                <a:lnSpc>
                  <a:spcPct val="90000"/>
                </a:lnSpc>
                <a:spcBef>
                  <a:spcPct val="0"/>
                </a:spcBef>
                <a:spcAft>
                  <a:spcPct val="0"/>
                </a:spcAft>
              </a:pPr>
              <a:t>5</a:t>
            </a:fld>
            <a:endParaRPr lang="en-US" sz="1600">
              <a:solidFill>
                <a:schemeClr val="bg1"/>
              </a:solidFill>
            </a:endParaRPr>
          </a:p>
        </p:txBody>
      </p:sp>
      <p:sp>
        <p:nvSpPr>
          <p:cNvPr id="11" name="Rectangle 10">
            <a:extLst>
              <a:ext uri="{FF2B5EF4-FFF2-40B4-BE49-F238E27FC236}">
                <a16:creationId xmlns:a16="http://schemas.microsoft.com/office/drawing/2014/main" id="{8E237BCB-2FE2-30CD-3F7E-B5DAF8876E10}"/>
              </a:ext>
            </a:extLst>
          </p:cNvPr>
          <p:cNvSpPr/>
          <p:nvPr>
            <p:custDataLst>
              <p:tags r:id="rId8"/>
            </p:custDataLst>
          </p:nvPr>
        </p:nvSpPr>
        <p:spPr bwMode="gray">
          <a:xfrm>
            <a:off x="2479675" y="3400425"/>
            <a:ext cx="165100" cy="219075"/>
          </a:xfrm>
          <a:prstGeom prst="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8575" tIns="0" rIns="28575" bIns="0" rtlCol="0" anchor="ctr"/>
          <a:lstStyle/>
          <a:p>
            <a:pPr algn="ctr">
              <a:lnSpc>
                <a:spcPct val="90000"/>
              </a:lnSpc>
              <a:spcBef>
                <a:spcPct val="0"/>
              </a:spcBef>
              <a:spcAft>
                <a:spcPct val="0"/>
              </a:spcAft>
            </a:pPr>
            <a:fld id="{12759B9B-AC62-4FB7-BCE5-70417F22F3B8}" type="datetime'''''''''''''''''''''''''4'''''''''''''''''''">
              <a:rPr lang="en-US" altLang="en-US" sz="1600" smtClean="0">
                <a:solidFill>
                  <a:schemeClr val="bg1"/>
                </a:solidFill>
                <a:effectLst/>
              </a:rPr>
              <a:pPr algn="ctr">
                <a:lnSpc>
                  <a:spcPct val="90000"/>
                </a:lnSpc>
                <a:spcBef>
                  <a:spcPct val="0"/>
                </a:spcBef>
                <a:spcAft>
                  <a:spcPct val="0"/>
                </a:spcAft>
              </a:pPr>
              <a:t>4</a:t>
            </a:fld>
            <a:endParaRPr lang="en-US" sz="1600">
              <a:solidFill>
                <a:schemeClr val="bg1"/>
              </a:solidFill>
            </a:endParaRPr>
          </a:p>
        </p:txBody>
      </p:sp>
      <p:sp>
        <p:nvSpPr>
          <p:cNvPr id="12" name="Rectangle 11">
            <a:extLst>
              <a:ext uri="{FF2B5EF4-FFF2-40B4-BE49-F238E27FC236}">
                <a16:creationId xmlns:a16="http://schemas.microsoft.com/office/drawing/2014/main" id="{1B6D744F-A341-1089-21F1-E4F75046D61A}"/>
              </a:ext>
            </a:extLst>
          </p:cNvPr>
          <p:cNvSpPr/>
          <p:nvPr>
            <p:custDataLst>
              <p:tags r:id="rId9"/>
            </p:custDataLst>
          </p:nvPr>
        </p:nvSpPr>
        <p:spPr bwMode="auto">
          <a:xfrm>
            <a:off x="2562225" y="5676900"/>
            <a:ext cx="444500" cy="244475"/>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A23EAA35-E321-4762-BFD9-D4EF87840B4E}" type="datetime'''''''''2''''''''''''''''''''''''''0''''2''''3'">
              <a:rPr lang="en-US" altLang="en-US" sz="1600" smtClean="0">
                <a:solidFill>
                  <a:schemeClr val="tx1"/>
                </a:solidFill>
              </a:rPr>
              <a:pPr algn="ctr">
                <a:spcBef>
                  <a:spcPct val="0"/>
                </a:spcBef>
                <a:spcAft>
                  <a:spcPct val="0"/>
                </a:spcAft>
              </a:pPr>
              <a:t>2023</a:t>
            </a:fld>
            <a:endParaRPr lang="en-US" sz="1600">
              <a:solidFill>
                <a:schemeClr val="tx1"/>
              </a:solidFill>
            </a:endParaRPr>
          </a:p>
        </p:txBody>
      </p:sp>
      <p:sp>
        <p:nvSpPr>
          <p:cNvPr id="13" name="Rectangle 12">
            <a:extLst>
              <a:ext uri="{FF2B5EF4-FFF2-40B4-BE49-F238E27FC236}">
                <a16:creationId xmlns:a16="http://schemas.microsoft.com/office/drawing/2014/main" id="{9DD11CDA-3308-70A9-1781-CF0D0E6C95DB}"/>
              </a:ext>
            </a:extLst>
          </p:cNvPr>
          <p:cNvSpPr/>
          <p:nvPr>
            <p:custDataLst>
              <p:tags r:id="rId10"/>
            </p:custDataLst>
          </p:nvPr>
        </p:nvSpPr>
        <p:spPr bwMode="gray">
          <a:xfrm>
            <a:off x="4530725" y="2033588"/>
            <a:ext cx="165100" cy="219075"/>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8575" tIns="0" rIns="28575" bIns="0" rtlCol="0" anchor="ctr"/>
          <a:lstStyle/>
          <a:p>
            <a:pPr algn="ctr">
              <a:lnSpc>
                <a:spcPct val="90000"/>
              </a:lnSpc>
              <a:spcBef>
                <a:spcPct val="0"/>
              </a:spcBef>
              <a:spcAft>
                <a:spcPct val="0"/>
              </a:spcAft>
            </a:pPr>
            <a:fld id="{4EC5E31E-C232-465A-9590-7477691197E7}" type="datetime'''4'''''''''''''''''">
              <a:rPr lang="en-US" altLang="en-US" sz="1600" smtClean="0">
                <a:solidFill>
                  <a:schemeClr val="bg1"/>
                </a:solidFill>
                <a:effectLst/>
              </a:rPr>
              <a:pPr algn="ctr">
                <a:lnSpc>
                  <a:spcPct val="90000"/>
                </a:lnSpc>
                <a:spcBef>
                  <a:spcPct val="0"/>
                </a:spcBef>
                <a:spcAft>
                  <a:spcPct val="0"/>
                </a:spcAft>
              </a:pPr>
              <a:t>4</a:t>
            </a:fld>
            <a:endParaRPr lang="en-US" sz="1600">
              <a:solidFill>
                <a:schemeClr val="bg1"/>
              </a:solidFill>
            </a:endParaRPr>
          </a:p>
        </p:txBody>
      </p:sp>
      <p:sp>
        <p:nvSpPr>
          <p:cNvPr id="14" name="Rectangle 13">
            <a:extLst>
              <a:ext uri="{FF2B5EF4-FFF2-40B4-BE49-F238E27FC236}">
                <a16:creationId xmlns:a16="http://schemas.microsoft.com/office/drawing/2014/main" id="{2D4D2CE4-9235-17CA-0F3B-FA2C95C41A5E}"/>
              </a:ext>
            </a:extLst>
          </p:cNvPr>
          <p:cNvSpPr/>
          <p:nvPr>
            <p:custDataLst>
              <p:tags r:id="rId11"/>
            </p:custDataLst>
          </p:nvPr>
        </p:nvSpPr>
        <p:spPr bwMode="auto">
          <a:xfrm>
            <a:off x="4167188" y="5676900"/>
            <a:ext cx="444500" cy="244475"/>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D56D764A-201C-415B-9870-05A145AD9D34}" type="datetime'''''2''0''24'''''''''''''''''''''">
              <a:rPr lang="en-US" altLang="en-US" sz="1600" smtClean="0">
                <a:solidFill>
                  <a:schemeClr val="tx1"/>
                </a:solidFill>
              </a:rPr>
              <a:pPr algn="ctr">
                <a:spcBef>
                  <a:spcPct val="0"/>
                </a:spcBef>
                <a:spcAft>
                  <a:spcPct val="0"/>
                </a:spcAft>
              </a:pPr>
              <a:t>2024</a:t>
            </a:fld>
            <a:endParaRPr lang="en-US" sz="1600">
              <a:solidFill>
                <a:schemeClr val="tx1"/>
              </a:solidFill>
            </a:endParaRPr>
          </a:p>
        </p:txBody>
      </p:sp>
      <p:sp>
        <p:nvSpPr>
          <p:cNvPr id="15" name="Rectangle 14">
            <a:extLst>
              <a:ext uri="{FF2B5EF4-FFF2-40B4-BE49-F238E27FC236}">
                <a16:creationId xmlns:a16="http://schemas.microsoft.com/office/drawing/2014/main" id="{9389A47C-5BBB-C315-7CDC-620E8567D4C1}"/>
              </a:ext>
            </a:extLst>
          </p:cNvPr>
          <p:cNvSpPr/>
          <p:nvPr>
            <p:custDataLst>
              <p:tags r:id="rId12"/>
            </p:custDataLst>
          </p:nvPr>
        </p:nvSpPr>
        <p:spPr bwMode="gray">
          <a:xfrm>
            <a:off x="1042988" y="3957638"/>
            <a:ext cx="273050" cy="219075"/>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8575" tIns="0" rIns="28575" bIns="0" rtlCol="0" anchor="b"/>
          <a:lstStyle/>
          <a:p>
            <a:pPr algn="ctr">
              <a:lnSpc>
                <a:spcPct val="90000"/>
              </a:lnSpc>
              <a:spcBef>
                <a:spcPct val="0"/>
              </a:spcBef>
              <a:spcAft>
                <a:spcPct val="0"/>
              </a:spcAft>
            </a:pPr>
            <a:fld id="{F46E7AD8-8675-419B-913C-89A8CAB77930}" type="datetime'''''''''''''5''''''''''''''''''5'''''''''''">
              <a:rPr lang="en-US" altLang="en-US" sz="1600" smtClean="0">
                <a:solidFill>
                  <a:schemeClr val="tx1"/>
                </a:solidFill>
              </a:rPr>
              <a:pPr algn="ctr">
                <a:lnSpc>
                  <a:spcPct val="90000"/>
                </a:lnSpc>
                <a:spcBef>
                  <a:spcPct val="0"/>
                </a:spcBef>
                <a:spcAft>
                  <a:spcPct val="0"/>
                </a:spcAft>
              </a:pPr>
              <a:t>55</a:t>
            </a:fld>
            <a:endParaRPr lang="en-US" sz="1600">
              <a:solidFill>
                <a:schemeClr val="tx1"/>
              </a:solidFill>
            </a:endParaRPr>
          </a:p>
        </p:txBody>
      </p:sp>
      <p:sp>
        <p:nvSpPr>
          <p:cNvPr id="16" name="Rectangle 15">
            <a:extLst>
              <a:ext uri="{FF2B5EF4-FFF2-40B4-BE49-F238E27FC236}">
                <a16:creationId xmlns:a16="http://schemas.microsoft.com/office/drawing/2014/main" id="{AA5FEB49-4838-5B1B-295C-F2999ACAC987}"/>
              </a:ext>
            </a:extLst>
          </p:cNvPr>
          <p:cNvSpPr/>
          <p:nvPr>
            <p:custDataLst>
              <p:tags r:id="rId13"/>
            </p:custDataLst>
          </p:nvPr>
        </p:nvSpPr>
        <p:spPr bwMode="gray">
          <a:xfrm>
            <a:off x="2647950" y="3067050"/>
            <a:ext cx="273050" cy="219075"/>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8575" tIns="0" rIns="28575" bIns="0" rtlCol="0" anchor="b"/>
          <a:lstStyle/>
          <a:p>
            <a:pPr algn="ctr">
              <a:lnSpc>
                <a:spcPct val="90000"/>
              </a:lnSpc>
              <a:spcBef>
                <a:spcPct val="0"/>
              </a:spcBef>
              <a:spcAft>
                <a:spcPct val="0"/>
              </a:spcAft>
            </a:pPr>
            <a:fld id="{2ACE9B77-A2A1-4589-AEFF-407C8E4A16AC}" type="datetime'''9''''''''''''''''''''''''''1'''''''">
              <a:rPr lang="en-US" altLang="en-US" sz="1600" smtClean="0">
                <a:solidFill>
                  <a:schemeClr val="tx1"/>
                </a:solidFill>
              </a:rPr>
              <a:pPr algn="ctr">
                <a:lnSpc>
                  <a:spcPct val="90000"/>
                </a:lnSpc>
                <a:spcBef>
                  <a:spcPct val="0"/>
                </a:spcBef>
                <a:spcAft>
                  <a:spcPct val="0"/>
                </a:spcAft>
              </a:pPr>
              <a:t>91</a:t>
            </a:fld>
            <a:endParaRPr lang="en-US" sz="1600">
              <a:solidFill>
                <a:schemeClr val="tx1"/>
              </a:solidFill>
            </a:endParaRPr>
          </a:p>
        </p:txBody>
      </p:sp>
      <p:sp>
        <p:nvSpPr>
          <p:cNvPr id="17" name="Rectangle 16">
            <a:extLst>
              <a:ext uri="{FF2B5EF4-FFF2-40B4-BE49-F238E27FC236}">
                <a16:creationId xmlns:a16="http://schemas.microsoft.com/office/drawing/2014/main" id="{8BD2896D-B680-1EE1-F09A-72636A526532}"/>
              </a:ext>
            </a:extLst>
          </p:cNvPr>
          <p:cNvSpPr/>
          <p:nvPr>
            <p:custDataLst>
              <p:tags r:id="rId14"/>
            </p:custDataLst>
          </p:nvPr>
        </p:nvSpPr>
        <p:spPr bwMode="gray">
          <a:xfrm>
            <a:off x="4198938" y="1814514"/>
            <a:ext cx="381000" cy="219075"/>
          </a:xfrm>
          <a:prstGeom prst="rect">
            <a:avLst/>
          </a:prstGeom>
          <a:noFill/>
          <a:ln>
            <a:no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8575" tIns="0" rIns="28575" bIns="0" rtlCol="0" anchor="b"/>
          <a:lstStyle/>
          <a:p>
            <a:pPr algn="ctr">
              <a:lnSpc>
                <a:spcPct val="90000"/>
              </a:lnSpc>
              <a:spcBef>
                <a:spcPct val="0"/>
              </a:spcBef>
              <a:spcAft>
                <a:spcPct val="0"/>
              </a:spcAft>
            </a:pPr>
            <a:r>
              <a:rPr lang="en-US" altLang="en-US" sz="1600">
                <a:solidFill>
                  <a:schemeClr val="tx1"/>
                </a:solidFill>
              </a:rPr>
              <a:t>140</a:t>
            </a:r>
          </a:p>
        </p:txBody>
      </p:sp>
      <p:sp>
        <p:nvSpPr>
          <p:cNvPr id="19" name="TextBox 18">
            <a:extLst>
              <a:ext uri="{FF2B5EF4-FFF2-40B4-BE49-F238E27FC236}">
                <a16:creationId xmlns:a16="http://schemas.microsoft.com/office/drawing/2014/main" id="{BF0D3427-31AE-499F-6BCF-5AA3146A26C6}"/>
              </a:ext>
            </a:extLst>
          </p:cNvPr>
          <p:cNvSpPr txBox="1"/>
          <p:nvPr/>
        </p:nvSpPr>
        <p:spPr>
          <a:xfrm>
            <a:off x="388122" y="1208981"/>
            <a:ext cx="4805315" cy="553998"/>
          </a:xfrm>
          <a:prstGeom prst="rect">
            <a:avLst/>
          </a:prstGeom>
          <a:noFill/>
        </p:spPr>
        <p:txBody>
          <a:bodyPr wrap="square">
            <a:spAutoFit/>
          </a:bodyPr>
          <a:lstStyle/>
          <a:p>
            <a:pPr marL="0" indent="0">
              <a:buNone/>
            </a:pPr>
            <a:r>
              <a:rPr lang="en-US" sz="1600" b="1">
                <a:solidFill>
                  <a:schemeClr val="accent2"/>
                </a:solidFill>
              </a:rPr>
              <a:t>H2: APTOS (BODY) BOLD, ALL-CAPS, NEWRY BLUE</a:t>
            </a:r>
          </a:p>
          <a:p>
            <a:pPr marL="0" indent="0">
              <a:buNone/>
            </a:pPr>
            <a:r>
              <a:rPr lang="en-US" sz="1400" i="1"/>
              <a:t>Units</a:t>
            </a:r>
          </a:p>
        </p:txBody>
      </p:sp>
      <p:sp>
        <p:nvSpPr>
          <p:cNvPr id="28" name="TextBox 27">
            <a:extLst>
              <a:ext uri="{FF2B5EF4-FFF2-40B4-BE49-F238E27FC236}">
                <a16:creationId xmlns:a16="http://schemas.microsoft.com/office/drawing/2014/main" id="{04547F6A-E764-A2EB-AAAD-72A1814DAE75}"/>
              </a:ext>
            </a:extLst>
          </p:cNvPr>
          <p:cNvSpPr txBox="1"/>
          <p:nvPr/>
        </p:nvSpPr>
        <p:spPr>
          <a:xfrm>
            <a:off x="5465814" y="4351767"/>
            <a:ext cx="6330950" cy="1227510"/>
          </a:xfrm>
          <a:prstGeom prst="rect">
            <a:avLst/>
          </a:prstGeom>
          <a:solidFill>
            <a:schemeClr val="bg1">
              <a:lumMod val="85000"/>
            </a:schemeClr>
          </a:solidFill>
          <a:ln>
            <a:noFill/>
          </a:ln>
        </p:spPr>
        <p:txBody>
          <a:bodyPr wrap="square" lIns="91440" tIns="91440" rIns="91440" bIns="91440" rtlCol="0" anchor="ctr">
            <a:noAutofit/>
          </a:bodyPr>
          <a:lstStyle/>
          <a:p>
            <a:pPr marL="0" lvl="1">
              <a:spcBef>
                <a:spcPts val="600"/>
              </a:spcBef>
            </a:pPr>
            <a:r>
              <a:rPr lang="en-US" sz="1600">
                <a:cs typeface="Arial" pitchFamily="34" charset="0"/>
              </a:rPr>
              <a:t>“All quotes should use light grey (Grey 2) as the fill. The quote itself should be left-aligned and the attribution should be right-aligned and italicized. Include final punctuation at the end of the last sentence.”</a:t>
            </a:r>
          </a:p>
          <a:p>
            <a:pPr marL="0" lvl="1" algn="r">
              <a:spcBef>
                <a:spcPts val="600"/>
              </a:spcBef>
            </a:pPr>
            <a:r>
              <a:rPr lang="en-US" sz="1600">
                <a:cs typeface="Arial" pitchFamily="34" charset="0"/>
              </a:rPr>
              <a:t>– </a:t>
            </a:r>
            <a:r>
              <a:rPr lang="en-US" sz="1600" i="1">
                <a:cs typeface="Arial" pitchFamily="34" charset="0"/>
              </a:rPr>
              <a:t>Name, Title, Company</a:t>
            </a:r>
            <a:r>
              <a:rPr lang="en-US" sz="1600">
                <a:cs typeface="Arial" pitchFamily="34" charset="0"/>
              </a:rPr>
              <a:t> </a:t>
            </a:r>
          </a:p>
        </p:txBody>
      </p:sp>
    </p:spTree>
    <p:extLst>
      <p:ext uri="{BB962C8B-B14F-4D97-AF65-F5344CB8AC3E}">
        <p14:creationId xmlns:p14="http://schemas.microsoft.com/office/powerpoint/2010/main" val="2164329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5717B1C2-530E-CB49-6003-40BC66E123A0}"/>
              </a:ext>
            </a:extLst>
          </p:cNvPr>
          <p:cNvGraphicFramePr>
            <a:graphicFrameLocks noChangeAspect="1"/>
          </p:cNvGraphicFramePr>
          <p:nvPr>
            <p:custDataLst>
              <p:tags r:id="rId1"/>
            </p:custDataLst>
            <p:extLst>
              <p:ext uri="{D42A27DB-BD31-4B8C-83A1-F6EECF244321}">
                <p14:modId xmlns:p14="http://schemas.microsoft.com/office/powerpoint/2010/main" val="41962749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7" name="think-cell data - do not delete" hidden="1">
                        <a:extLst>
                          <a:ext uri="{FF2B5EF4-FFF2-40B4-BE49-F238E27FC236}">
                            <a16:creationId xmlns:a16="http://schemas.microsoft.com/office/drawing/2014/main" id="{5717B1C2-530E-CB49-6003-40BC66E123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F0849A0-9324-848E-87E0-A7777D9560F9}"/>
              </a:ext>
            </a:extLst>
          </p:cNvPr>
          <p:cNvSpPr>
            <a:spLocks noGrp="1"/>
          </p:cNvSpPr>
          <p:nvPr>
            <p:ph type="title"/>
          </p:nvPr>
        </p:nvSpPr>
        <p:spPr>
          <a:xfrm>
            <a:off x="380999" y="85038"/>
            <a:ext cx="11415765" cy="849910"/>
          </a:xfrm>
        </p:spPr>
        <p:txBody>
          <a:bodyPr vert="horz"/>
          <a:lstStyle/>
          <a:p>
            <a:r>
              <a:rPr lang="en-US"/>
              <a:t>Shapes and Other Visual Elements</a:t>
            </a:r>
          </a:p>
        </p:txBody>
      </p:sp>
      <p:sp>
        <p:nvSpPr>
          <p:cNvPr id="4" name="Slide Number Placeholder 3">
            <a:extLst>
              <a:ext uri="{FF2B5EF4-FFF2-40B4-BE49-F238E27FC236}">
                <a16:creationId xmlns:a16="http://schemas.microsoft.com/office/drawing/2014/main" id="{8B162D68-DB3B-66A2-853A-EFDD73959007}"/>
              </a:ext>
            </a:extLst>
          </p:cNvPr>
          <p:cNvSpPr>
            <a:spLocks noGrp="1"/>
          </p:cNvSpPr>
          <p:nvPr>
            <p:ph type="sldNum" sz="quarter" idx="12"/>
          </p:nvPr>
        </p:nvSpPr>
        <p:spPr/>
        <p:txBody>
          <a:bodyPr/>
          <a:lstStyle/>
          <a:p>
            <a:fld id="{84D58D1B-E4CD-4092-A64A-067BEFC75A17}" type="slidenum">
              <a:rPr lang="en-US" smtClean="0"/>
              <a:pPr/>
              <a:t>20</a:t>
            </a:fld>
            <a:endParaRPr lang="en-US"/>
          </a:p>
        </p:txBody>
      </p:sp>
      <p:sp>
        <p:nvSpPr>
          <p:cNvPr id="6" name="Rectangle 5">
            <a:extLst>
              <a:ext uri="{FF2B5EF4-FFF2-40B4-BE49-F238E27FC236}">
                <a16:creationId xmlns:a16="http://schemas.microsoft.com/office/drawing/2014/main" id="{EAFEB2B2-BD73-B956-268E-062272632033}"/>
              </a:ext>
            </a:extLst>
          </p:cNvPr>
          <p:cNvSpPr/>
          <p:nvPr/>
        </p:nvSpPr>
        <p:spPr>
          <a:xfrm>
            <a:off x="380999" y="1193316"/>
            <a:ext cx="3915578" cy="136795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Using shapes to add visual interest and set important information apart is encouraged – just make sure to use either light fill (preferably the second lightest blue) / black text…</a:t>
            </a:r>
          </a:p>
        </p:txBody>
      </p:sp>
      <p:sp>
        <p:nvSpPr>
          <p:cNvPr id="7" name="Rectangle 6">
            <a:extLst>
              <a:ext uri="{FF2B5EF4-FFF2-40B4-BE49-F238E27FC236}">
                <a16:creationId xmlns:a16="http://schemas.microsoft.com/office/drawing/2014/main" id="{7012CED4-BCCE-F8DE-C015-6E3461F23226}"/>
              </a:ext>
            </a:extLst>
          </p:cNvPr>
          <p:cNvSpPr/>
          <p:nvPr/>
        </p:nvSpPr>
        <p:spPr>
          <a:xfrm>
            <a:off x="4395046" y="1193315"/>
            <a:ext cx="2072324" cy="136795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rPr>
              <a:t>…or dark fill (Newry Blue) / white text for optimal contrast</a:t>
            </a:r>
          </a:p>
        </p:txBody>
      </p:sp>
      <p:sp>
        <p:nvSpPr>
          <p:cNvPr id="8" name="Rectangle 7">
            <a:extLst>
              <a:ext uri="{FF2B5EF4-FFF2-40B4-BE49-F238E27FC236}">
                <a16:creationId xmlns:a16="http://schemas.microsoft.com/office/drawing/2014/main" id="{8CFF6B53-37B4-0E45-2B6D-B0173E6F6779}"/>
              </a:ext>
            </a:extLst>
          </p:cNvPr>
          <p:cNvSpPr/>
          <p:nvPr/>
        </p:nvSpPr>
        <p:spPr>
          <a:xfrm>
            <a:off x="381000" y="3835101"/>
            <a:ext cx="6086370" cy="121545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Line up shape edges and text box boundaries with each other and with the margins of the page as much as possible to ensure a cleaner look – use the “align” tool under Drawing </a:t>
            </a:r>
            <a:r>
              <a:rPr lang="en-US" sz="1600">
                <a:solidFill>
                  <a:schemeClr val="tx1"/>
                </a:solidFill>
                <a:sym typeface="Wingdings" panose="05000000000000000000" pitchFamily="2" charset="2"/>
              </a:rPr>
              <a:t> Arrange  Position Objects</a:t>
            </a:r>
            <a:endParaRPr lang="en-US" sz="1600">
              <a:solidFill>
                <a:schemeClr val="tx1"/>
              </a:solidFill>
            </a:endParaRPr>
          </a:p>
        </p:txBody>
      </p:sp>
      <p:sp>
        <p:nvSpPr>
          <p:cNvPr id="9" name="Chevron 6">
            <a:extLst>
              <a:ext uri="{FF2B5EF4-FFF2-40B4-BE49-F238E27FC236}">
                <a16:creationId xmlns:a16="http://schemas.microsoft.com/office/drawing/2014/main" id="{43D76861-2F47-2C48-1401-0ED269609A31}"/>
              </a:ext>
            </a:extLst>
          </p:cNvPr>
          <p:cNvSpPr/>
          <p:nvPr/>
        </p:nvSpPr>
        <p:spPr>
          <a:xfrm>
            <a:off x="3184451" y="5173003"/>
            <a:ext cx="3282919" cy="81192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rPr>
              <a:t>…and then move to indented shapes</a:t>
            </a:r>
          </a:p>
        </p:txBody>
      </p:sp>
      <p:sp>
        <p:nvSpPr>
          <p:cNvPr id="10" name="Pentagon 8">
            <a:extLst>
              <a:ext uri="{FF2B5EF4-FFF2-40B4-BE49-F238E27FC236}">
                <a16:creationId xmlns:a16="http://schemas.microsoft.com/office/drawing/2014/main" id="{02B743C4-C260-64B2-DFDB-AC22B49B695E}"/>
              </a:ext>
            </a:extLst>
          </p:cNvPr>
          <p:cNvSpPr/>
          <p:nvPr/>
        </p:nvSpPr>
        <p:spPr>
          <a:xfrm>
            <a:off x="381000" y="5179249"/>
            <a:ext cx="3016103" cy="799434"/>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rPr>
              <a:t>When using chevrons, start with a square edge…</a:t>
            </a:r>
          </a:p>
        </p:txBody>
      </p:sp>
      <p:sp>
        <p:nvSpPr>
          <p:cNvPr id="11" name="TextBox 10">
            <a:extLst>
              <a:ext uri="{FF2B5EF4-FFF2-40B4-BE49-F238E27FC236}">
                <a16:creationId xmlns:a16="http://schemas.microsoft.com/office/drawing/2014/main" id="{048CE53D-CE40-850F-8239-7CF8E7751C45}"/>
              </a:ext>
            </a:extLst>
          </p:cNvPr>
          <p:cNvSpPr txBox="1"/>
          <p:nvPr/>
        </p:nvSpPr>
        <p:spPr>
          <a:xfrm>
            <a:off x="6841475" y="3250326"/>
            <a:ext cx="4759286" cy="584775"/>
          </a:xfrm>
          <a:prstGeom prst="rect">
            <a:avLst/>
          </a:prstGeom>
        </p:spPr>
        <p:txBody>
          <a:bodyPr wrap="square" rtlCol="0">
            <a:spAutoFit/>
          </a:bodyPr>
          <a:lstStyle/>
          <a:p>
            <a:pPr algn="ctr"/>
            <a:r>
              <a:rPr lang="en-US" sz="1600">
                <a:solidFill>
                  <a:srgbClr val="000000"/>
                </a:solidFill>
              </a:rPr>
              <a:t>Use clear and easily readable iconography to make slides more visual:</a:t>
            </a:r>
          </a:p>
        </p:txBody>
      </p:sp>
      <p:pic>
        <p:nvPicPr>
          <p:cNvPr id="12" name="Picture 11" descr="http://www.enmast.com/wp-content/themes/enmast/images/2013/06/find.png">
            <a:extLst>
              <a:ext uri="{FF2B5EF4-FFF2-40B4-BE49-F238E27FC236}">
                <a16:creationId xmlns:a16="http://schemas.microsoft.com/office/drawing/2014/main" id="{B7FCCB81-2381-B471-F2DC-B74003DB461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78730" y="4040886"/>
            <a:ext cx="706342" cy="70634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2" descr="http://simpleicon.com/wp-content/uploads/bar-chart-7.png">
            <a:extLst>
              <a:ext uri="{FF2B5EF4-FFF2-40B4-BE49-F238E27FC236}">
                <a16:creationId xmlns:a16="http://schemas.microsoft.com/office/drawing/2014/main" id="{5394FC5A-C1ED-295C-C3F5-FE2D093AA83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457333" y="4094861"/>
            <a:ext cx="626948" cy="62694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4" descr="https://cdn3.iconfinder.com/data/icons/ico-nic-lists/128/Checklist_Check_Checkmark_Checked_Unchecked_Checkbox_Properties_Property_Options_Preferences_Choose_Choice_Select_Selected_Mark_Marked_Todo_To_Do_To-do-512.png">
            <a:extLst>
              <a:ext uri="{FF2B5EF4-FFF2-40B4-BE49-F238E27FC236}">
                <a16:creationId xmlns:a16="http://schemas.microsoft.com/office/drawing/2014/main" id="{C5034317-F690-C1BD-4029-2335790D455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274451" y="4101211"/>
            <a:ext cx="586275" cy="58627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http://www.ejprescott.com/media/icons/tools-equipment.png">
            <a:extLst>
              <a:ext uri="{FF2B5EF4-FFF2-40B4-BE49-F238E27FC236}">
                <a16:creationId xmlns:a16="http://schemas.microsoft.com/office/drawing/2014/main" id="{F1634317-4946-B552-C1B1-2145F3D5D1C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537541" y="4042473"/>
            <a:ext cx="704820" cy="704818"/>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Straight Connector 17">
            <a:extLst>
              <a:ext uri="{FF2B5EF4-FFF2-40B4-BE49-F238E27FC236}">
                <a16:creationId xmlns:a16="http://schemas.microsoft.com/office/drawing/2014/main" id="{49ECF256-3C7A-9C5B-C5E4-E2A3F8346D66}"/>
              </a:ext>
            </a:extLst>
          </p:cNvPr>
          <p:cNvCxnSpPr>
            <a:cxnSpLocks/>
          </p:cNvCxnSpPr>
          <p:nvPr/>
        </p:nvCxnSpPr>
        <p:spPr>
          <a:xfrm>
            <a:off x="6583882" y="1197672"/>
            <a:ext cx="0" cy="4741886"/>
          </a:xfrm>
          <a:prstGeom prst="line">
            <a:avLst/>
          </a:prstGeom>
          <a:ln w="12700">
            <a:solidFill>
              <a:schemeClr val="bg1">
                <a:lumMod val="50000"/>
              </a:schemeClr>
            </a:solidFill>
            <a:prstDash val="lgDash"/>
            <a:tailEnd type="none"/>
          </a:ln>
          <a:effectLst/>
        </p:spPr>
        <p:style>
          <a:lnRef idx="2">
            <a:schemeClr val="accent1"/>
          </a:lnRef>
          <a:fillRef idx="0">
            <a:schemeClr val="accent1"/>
          </a:fillRef>
          <a:effectRef idx="1">
            <a:schemeClr val="accent1"/>
          </a:effectRef>
          <a:fontRef idx="minor">
            <a:schemeClr val="tx1"/>
          </a:fontRef>
        </p:style>
      </p:cxnSp>
      <p:sp>
        <p:nvSpPr>
          <p:cNvPr id="21" name="Speech Bubble: Rectangle 20">
            <a:extLst>
              <a:ext uri="{FF2B5EF4-FFF2-40B4-BE49-F238E27FC236}">
                <a16:creationId xmlns:a16="http://schemas.microsoft.com/office/drawing/2014/main" id="{B01FA0F7-F29B-58EE-D7F3-90FAC054A910}"/>
              </a:ext>
            </a:extLst>
          </p:cNvPr>
          <p:cNvSpPr/>
          <p:nvPr/>
        </p:nvSpPr>
        <p:spPr>
          <a:xfrm>
            <a:off x="6978730" y="5145385"/>
            <a:ext cx="4828955" cy="830191"/>
          </a:xfrm>
          <a:prstGeom prst="wedgeRectCallout">
            <a:avLst>
              <a:gd name="adj1" fmla="val -55994"/>
              <a:gd name="adj2" fmla="val -41511"/>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For slide dividers, use Grey 5, 1pt thickness, and the long-segmented dash type</a:t>
            </a:r>
          </a:p>
        </p:txBody>
      </p:sp>
      <p:cxnSp>
        <p:nvCxnSpPr>
          <p:cNvPr id="26" name="Straight Connector 25">
            <a:extLst>
              <a:ext uri="{FF2B5EF4-FFF2-40B4-BE49-F238E27FC236}">
                <a16:creationId xmlns:a16="http://schemas.microsoft.com/office/drawing/2014/main" id="{3C81B704-DED4-A8D5-252A-07E3991349B8}"/>
              </a:ext>
            </a:extLst>
          </p:cNvPr>
          <p:cNvCxnSpPr>
            <a:cxnSpLocks/>
          </p:cNvCxnSpPr>
          <p:nvPr/>
        </p:nvCxnSpPr>
        <p:spPr>
          <a:xfrm flipH="1">
            <a:off x="6583882" y="4925153"/>
            <a:ext cx="5212883" cy="0"/>
          </a:xfrm>
          <a:prstGeom prst="line">
            <a:avLst/>
          </a:prstGeom>
          <a:ln w="12700">
            <a:solidFill>
              <a:schemeClr val="bg1">
                <a:lumMod val="50000"/>
              </a:schemeClr>
            </a:solidFill>
            <a:prstDash val="lgDash"/>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39674119-9EB5-BC54-262A-FB06CD7EA95D}"/>
              </a:ext>
            </a:extLst>
          </p:cNvPr>
          <p:cNvCxnSpPr>
            <a:cxnSpLocks/>
          </p:cNvCxnSpPr>
          <p:nvPr/>
        </p:nvCxnSpPr>
        <p:spPr>
          <a:xfrm flipH="1">
            <a:off x="6583882" y="3185406"/>
            <a:ext cx="5227118" cy="0"/>
          </a:xfrm>
          <a:prstGeom prst="line">
            <a:avLst/>
          </a:prstGeom>
          <a:ln w="12700">
            <a:solidFill>
              <a:schemeClr val="bg1">
                <a:lumMod val="50000"/>
              </a:schemeClr>
            </a:solidFill>
            <a:prstDash val="lgDash"/>
            <a:tailEnd type="none"/>
          </a:ln>
          <a:effectLst/>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BAD1A68D-406F-81A8-D2CB-BF9A9FB4C79B}"/>
              </a:ext>
            </a:extLst>
          </p:cNvPr>
          <p:cNvSpPr/>
          <p:nvPr/>
        </p:nvSpPr>
        <p:spPr>
          <a:xfrm>
            <a:off x="380999" y="2691444"/>
            <a:ext cx="3502976" cy="1013485"/>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Shapes should have square corners (not rounded); outlines should be used sparingly</a:t>
            </a:r>
          </a:p>
        </p:txBody>
      </p:sp>
      <p:sp>
        <p:nvSpPr>
          <p:cNvPr id="31" name="Rectangle 30">
            <a:extLst>
              <a:ext uri="{FF2B5EF4-FFF2-40B4-BE49-F238E27FC236}">
                <a16:creationId xmlns:a16="http://schemas.microsoft.com/office/drawing/2014/main" id="{E483D0EF-D673-46EE-753E-7A12B241F23C}"/>
              </a:ext>
            </a:extLst>
          </p:cNvPr>
          <p:cNvSpPr/>
          <p:nvPr/>
        </p:nvSpPr>
        <p:spPr>
          <a:xfrm>
            <a:off x="4017527" y="2692919"/>
            <a:ext cx="2449847" cy="1013485"/>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600">
                <a:solidFill>
                  <a:schemeClr val="tx1"/>
                </a:solidFill>
              </a:rPr>
              <a:t>Avoid 3D gradients or drop shadows</a:t>
            </a:r>
          </a:p>
        </p:txBody>
      </p:sp>
      <p:sp>
        <p:nvSpPr>
          <p:cNvPr id="34" name="TextBox 33">
            <a:extLst>
              <a:ext uri="{FF2B5EF4-FFF2-40B4-BE49-F238E27FC236}">
                <a16:creationId xmlns:a16="http://schemas.microsoft.com/office/drawing/2014/main" id="{1D368296-D2C8-35EE-AC85-081C5727741D}"/>
              </a:ext>
            </a:extLst>
          </p:cNvPr>
          <p:cNvSpPr txBox="1"/>
          <p:nvPr/>
        </p:nvSpPr>
        <p:spPr>
          <a:xfrm>
            <a:off x="9770661" y="1200566"/>
            <a:ext cx="2023295" cy="1569660"/>
          </a:xfrm>
          <a:prstGeom prst="rect">
            <a:avLst/>
          </a:prstGeom>
        </p:spPr>
        <p:txBody>
          <a:bodyPr wrap="square" rtlCol="0">
            <a:spAutoFit/>
          </a:bodyPr>
          <a:lstStyle/>
          <a:p>
            <a:pPr algn="r"/>
            <a:r>
              <a:rPr lang="en-US" sz="1600">
                <a:solidFill>
                  <a:srgbClr val="000000"/>
                </a:solidFill>
              </a:rPr>
              <a:t>Only use photographic imagery if you can make the image large enough to interpret</a:t>
            </a:r>
          </a:p>
        </p:txBody>
      </p:sp>
      <p:pic>
        <p:nvPicPr>
          <p:cNvPr id="35" name="Picture 4" descr="Reverse Osmosis H3500">
            <a:extLst>
              <a:ext uri="{FF2B5EF4-FFF2-40B4-BE49-F238E27FC236}">
                <a16:creationId xmlns:a16="http://schemas.microsoft.com/office/drawing/2014/main" id="{A50D0B8D-2959-7CF9-2C53-25DE3FA20D4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037723" y="1165707"/>
            <a:ext cx="2442569" cy="1886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522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A586DC5-C4B3-5BAC-E771-68CFE07B47F0}"/>
              </a:ext>
            </a:extLst>
          </p:cNvPr>
          <p:cNvGraphicFramePr>
            <a:graphicFrameLocks noChangeAspect="1"/>
          </p:cNvGraphicFramePr>
          <p:nvPr>
            <p:custDataLst>
              <p:tags r:id="rId1"/>
            </p:custDataLst>
            <p:extLst>
              <p:ext uri="{D42A27DB-BD31-4B8C-83A1-F6EECF244321}">
                <p14:modId xmlns:p14="http://schemas.microsoft.com/office/powerpoint/2010/main" val="3090788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5" imgH="416" progId="TCLayout.ActiveDocument.1">
                  <p:embed/>
                </p:oleObj>
              </mc:Choice>
              <mc:Fallback>
                <p:oleObj name="think-cell Slide" r:id="rId15" imgW="415" imgH="416" progId="TCLayout.ActiveDocument.1">
                  <p:embed/>
                  <p:pic>
                    <p:nvPicPr>
                      <p:cNvPr id="7" name="think-cell data - do not delete" hidden="1">
                        <a:extLst>
                          <a:ext uri="{FF2B5EF4-FFF2-40B4-BE49-F238E27FC236}">
                            <a16:creationId xmlns:a16="http://schemas.microsoft.com/office/drawing/2014/main" id="{DA586DC5-C4B3-5BAC-E771-68CFE07B47F0}"/>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graphicFrame>
        <p:nvGraphicFramePr>
          <p:cNvPr id="29" name="Table 28">
            <a:extLst>
              <a:ext uri="{FF2B5EF4-FFF2-40B4-BE49-F238E27FC236}">
                <a16:creationId xmlns:a16="http://schemas.microsoft.com/office/drawing/2014/main" id="{DF464D7F-326D-A330-B542-57CAB0ADB0BC}"/>
              </a:ext>
            </a:extLst>
          </p:cNvPr>
          <p:cNvGraphicFramePr>
            <a:graphicFrameLocks noGrp="1"/>
          </p:cNvGraphicFramePr>
          <p:nvPr>
            <p:extLst>
              <p:ext uri="{D42A27DB-BD31-4B8C-83A1-F6EECF244321}">
                <p14:modId xmlns:p14="http://schemas.microsoft.com/office/powerpoint/2010/main" val="1975289973"/>
              </p:ext>
            </p:extLst>
          </p:nvPr>
        </p:nvGraphicFramePr>
        <p:xfrm>
          <a:off x="381000" y="4147613"/>
          <a:ext cx="6096000" cy="134112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3952963267"/>
                    </a:ext>
                  </a:extLst>
                </a:gridCol>
                <a:gridCol w="2032000">
                  <a:extLst>
                    <a:ext uri="{9D8B030D-6E8A-4147-A177-3AD203B41FA5}">
                      <a16:colId xmlns:a16="http://schemas.microsoft.com/office/drawing/2014/main" val="1079729043"/>
                    </a:ext>
                  </a:extLst>
                </a:gridCol>
                <a:gridCol w="2032000">
                  <a:extLst>
                    <a:ext uri="{9D8B030D-6E8A-4147-A177-3AD203B41FA5}">
                      <a16:colId xmlns:a16="http://schemas.microsoft.com/office/drawing/2014/main" val="111648277"/>
                    </a:ext>
                  </a:extLst>
                </a:gridCol>
              </a:tblGrid>
              <a:tr h="157145">
                <a:tc>
                  <a:txBody>
                    <a:bodyPr/>
                    <a:lstStyle/>
                    <a:p>
                      <a:endParaRPr lang="en-US" sz="1600">
                        <a:solidFill>
                          <a:schemeClr val="bg1"/>
                        </a:solidFill>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solidFill>
                  </a:tcPr>
                </a:tc>
                <a:tc>
                  <a:txBody>
                    <a:bodyPr/>
                    <a:lstStyle/>
                    <a:p>
                      <a:r>
                        <a:rPr lang="en-US" sz="1600" b="1">
                          <a:solidFill>
                            <a:schemeClr val="bg1"/>
                          </a:solidFill>
                        </a:rPr>
                        <a:t>Column Head</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solidFill>
                  </a:tcPr>
                </a:tc>
                <a:tc>
                  <a:txBody>
                    <a:bodyPr/>
                    <a:lstStyle/>
                    <a:p>
                      <a:r>
                        <a:rPr lang="en-US" sz="1600" b="1">
                          <a:solidFill>
                            <a:schemeClr val="bg1"/>
                          </a:solidFill>
                        </a:rPr>
                        <a:t>Column Head</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solidFill>
                  </a:tcPr>
                </a:tc>
                <a:extLst>
                  <a:ext uri="{0D108BD9-81ED-4DB2-BD59-A6C34878D82A}">
                    <a16:rowId xmlns:a16="http://schemas.microsoft.com/office/drawing/2014/main" val="2573386572"/>
                  </a:ext>
                </a:extLst>
              </a:tr>
              <a:tr h="157145">
                <a:tc>
                  <a:txBody>
                    <a:bodyPr/>
                    <a:lstStyle/>
                    <a:p>
                      <a:r>
                        <a:rPr lang="en-US" sz="1600"/>
                        <a:t>Row Title</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endParaRPr lang="en-US" sz="160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endParaRPr lang="en-US" sz="160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967024617"/>
                  </a:ext>
                </a:extLst>
              </a:tr>
              <a:tr h="157145">
                <a:tc>
                  <a:txBody>
                    <a:bodyPr/>
                    <a:lstStyle/>
                    <a:p>
                      <a:r>
                        <a:rPr lang="en-US" sz="1600"/>
                        <a:t>Row Title</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endParaRPr lang="en-US" sz="160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endParaRPr lang="en-US" sz="160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431054200"/>
                  </a:ext>
                </a:extLst>
              </a:tr>
              <a:tr h="157145">
                <a:tc>
                  <a:txBody>
                    <a:bodyPr/>
                    <a:lstStyle/>
                    <a:p>
                      <a:r>
                        <a:rPr lang="en-US" sz="1600"/>
                        <a:t>Row Title</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endParaRPr lang="en-US" sz="160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endParaRPr lang="en-US" sz="160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523278727"/>
                  </a:ext>
                </a:extLst>
              </a:tr>
            </a:tbl>
          </a:graphicData>
        </a:graphic>
      </p:graphicFrame>
      <p:sp>
        <p:nvSpPr>
          <p:cNvPr id="2" name="Title 1">
            <a:extLst>
              <a:ext uri="{FF2B5EF4-FFF2-40B4-BE49-F238E27FC236}">
                <a16:creationId xmlns:a16="http://schemas.microsoft.com/office/drawing/2014/main" id="{CF85838C-989D-8FEC-060D-E896FF2AAC99}"/>
              </a:ext>
            </a:extLst>
          </p:cNvPr>
          <p:cNvSpPr>
            <a:spLocks noGrp="1"/>
          </p:cNvSpPr>
          <p:nvPr>
            <p:ph type="title"/>
          </p:nvPr>
        </p:nvSpPr>
        <p:spPr/>
        <p:txBody>
          <a:bodyPr vert="horz"/>
          <a:lstStyle/>
          <a:p>
            <a:r>
              <a:rPr lang="en-US"/>
              <a:t>Table Formatting</a:t>
            </a:r>
          </a:p>
        </p:txBody>
      </p:sp>
      <p:sp>
        <p:nvSpPr>
          <p:cNvPr id="4" name="Slide Number Placeholder 3">
            <a:extLst>
              <a:ext uri="{FF2B5EF4-FFF2-40B4-BE49-F238E27FC236}">
                <a16:creationId xmlns:a16="http://schemas.microsoft.com/office/drawing/2014/main" id="{94EC9BFC-D9CE-2AC7-978C-8B73273AA402}"/>
              </a:ext>
            </a:extLst>
          </p:cNvPr>
          <p:cNvSpPr>
            <a:spLocks noGrp="1"/>
          </p:cNvSpPr>
          <p:nvPr>
            <p:ph type="sldNum" sz="quarter" idx="12"/>
          </p:nvPr>
        </p:nvSpPr>
        <p:spPr/>
        <p:txBody>
          <a:bodyPr/>
          <a:lstStyle/>
          <a:p>
            <a:fld id="{84D58D1B-E4CD-4092-A64A-067BEFC75A17}" type="slidenum">
              <a:rPr lang="en-US" smtClean="0"/>
              <a:pPr/>
              <a:t>21</a:t>
            </a:fld>
            <a:endParaRPr lang="en-US"/>
          </a:p>
        </p:txBody>
      </p:sp>
      <p:sp>
        <p:nvSpPr>
          <p:cNvPr id="5" name="Text Placeholder 4">
            <a:extLst>
              <a:ext uri="{FF2B5EF4-FFF2-40B4-BE49-F238E27FC236}">
                <a16:creationId xmlns:a16="http://schemas.microsoft.com/office/drawing/2014/main" id="{C4526CC7-BE2A-871A-D474-C8D81A403995}"/>
              </a:ext>
            </a:extLst>
          </p:cNvPr>
          <p:cNvSpPr>
            <a:spLocks noGrp="1"/>
          </p:cNvSpPr>
          <p:nvPr>
            <p:ph type="body" sz="quarter" idx="15"/>
          </p:nvPr>
        </p:nvSpPr>
        <p:spPr>
          <a:xfrm>
            <a:off x="377687" y="6334679"/>
            <a:ext cx="10914090" cy="438284"/>
          </a:xfrm>
        </p:spPr>
        <p:txBody>
          <a:bodyPr/>
          <a:lstStyle/>
          <a:p>
            <a:r>
              <a:rPr lang="en-US"/>
              <a:t>1 – Evergreen Data has a guide on how to </a:t>
            </a:r>
            <a:r>
              <a:rPr lang="en-US">
                <a:hlinkClick r:id="rId17"/>
              </a:rPr>
              <a:t>build interactive heat maps</a:t>
            </a:r>
            <a:r>
              <a:rPr lang="en-US"/>
              <a:t> in Excel; 2 – </a:t>
            </a:r>
            <a:r>
              <a:rPr lang="en-US">
                <a:hlinkClick r:id="rId18"/>
              </a:rPr>
              <a:t>Harvey Balls</a:t>
            </a:r>
            <a:r>
              <a:rPr lang="en-US"/>
              <a:t> can be an effective way to visualize qualitative comparison</a:t>
            </a:r>
          </a:p>
          <a:p>
            <a:r>
              <a:rPr lang="en-US"/>
              <a:t>Source: Newry Analysis</a:t>
            </a:r>
          </a:p>
        </p:txBody>
      </p:sp>
      <p:graphicFrame>
        <p:nvGraphicFramePr>
          <p:cNvPr id="10" name="Table 9">
            <a:extLst>
              <a:ext uri="{FF2B5EF4-FFF2-40B4-BE49-F238E27FC236}">
                <a16:creationId xmlns:a16="http://schemas.microsoft.com/office/drawing/2014/main" id="{7A7536FA-9CA1-0EEF-DA56-A2DAEDADA957}"/>
              </a:ext>
            </a:extLst>
          </p:cNvPr>
          <p:cNvGraphicFramePr>
            <a:graphicFrameLocks noGrp="1"/>
          </p:cNvGraphicFramePr>
          <p:nvPr>
            <p:extLst>
              <p:ext uri="{D42A27DB-BD31-4B8C-83A1-F6EECF244321}">
                <p14:modId xmlns:p14="http://schemas.microsoft.com/office/powerpoint/2010/main" val="2737595550"/>
              </p:ext>
            </p:extLst>
          </p:nvPr>
        </p:nvGraphicFramePr>
        <p:xfrm>
          <a:off x="377687" y="2642827"/>
          <a:ext cx="6096000" cy="1341120"/>
        </p:xfrm>
        <a:graphic>
          <a:graphicData uri="http://schemas.openxmlformats.org/drawingml/2006/table">
            <a:tbl>
              <a:tblPr firstRow="1" bandRow="1">
                <a:tableStyleId>{5DA37D80-6434-44D0-A028-1B22A696006F}</a:tableStyleId>
              </a:tblPr>
              <a:tblGrid>
                <a:gridCol w="2032000">
                  <a:extLst>
                    <a:ext uri="{9D8B030D-6E8A-4147-A177-3AD203B41FA5}">
                      <a16:colId xmlns:a16="http://schemas.microsoft.com/office/drawing/2014/main" val="3952963267"/>
                    </a:ext>
                  </a:extLst>
                </a:gridCol>
                <a:gridCol w="2032000">
                  <a:extLst>
                    <a:ext uri="{9D8B030D-6E8A-4147-A177-3AD203B41FA5}">
                      <a16:colId xmlns:a16="http://schemas.microsoft.com/office/drawing/2014/main" val="1079729043"/>
                    </a:ext>
                  </a:extLst>
                </a:gridCol>
                <a:gridCol w="2032000">
                  <a:extLst>
                    <a:ext uri="{9D8B030D-6E8A-4147-A177-3AD203B41FA5}">
                      <a16:colId xmlns:a16="http://schemas.microsoft.com/office/drawing/2014/main" val="111648277"/>
                    </a:ext>
                  </a:extLst>
                </a:gridCol>
              </a:tblGrid>
              <a:tr h="157145">
                <a:tc>
                  <a:txBody>
                    <a:bodyPr/>
                    <a:lstStyle/>
                    <a:p>
                      <a:endParaRPr lang="en-US" sz="1600">
                        <a:solidFill>
                          <a:schemeClr val="bg1"/>
                        </a:solidFill>
                      </a:endParaRPr>
                    </a:p>
                  </a:txBody>
                  <a:tcPr/>
                </a:tc>
                <a:tc>
                  <a:txBody>
                    <a:bodyPr/>
                    <a:lstStyle/>
                    <a:p>
                      <a:r>
                        <a:rPr lang="en-US" sz="1600" b="1">
                          <a:solidFill>
                            <a:schemeClr val="tx1"/>
                          </a:solidFill>
                        </a:rPr>
                        <a:t>Column Head</a:t>
                      </a:r>
                    </a:p>
                  </a:txBody>
                  <a:tcPr/>
                </a:tc>
                <a:tc>
                  <a:txBody>
                    <a:bodyPr/>
                    <a:lstStyle/>
                    <a:p>
                      <a:r>
                        <a:rPr lang="en-US" sz="1600" b="1">
                          <a:solidFill>
                            <a:schemeClr val="tx1"/>
                          </a:solidFill>
                        </a:rPr>
                        <a:t>Column Head</a:t>
                      </a:r>
                    </a:p>
                  </a:txBody>
                  <a:tcPr/>
                </a:tc>
                <a:extLst>
                  <a:ext uri="{0D108BD9-81ED-4DB2-BD59-A6C34878D82A}">
                    <a16:rowId xmlns:a16="http://schemas.microsoft.com/office/drawing/2014/main" val="2573386572"/>
                  </a:ext>
                </a:extLst>
              </a:tr>
              <a:tr h="157145">
                <a:tc>
                  <a:txBody>
                    <a:bodyPr/>
                    <a:lstStyle/>
                    <a:p>
                      <a:r>
                        <a:rPr lang="en-US" sz="1600"/>
                        <a:t>Row Title</a:t>
                      </a:r>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967024617"/>
                  </a:ext>
                </a:extLst>
              </a:tr>
              <a:tr h="157145">
                <a:tc>
                  <a:txBody>
                    <a:bodyPr/>
                    <a:lstStyle/>
                    <a:p>
                      <a:r>
                        <a:rPr lang="en-US" sz="1600"/>
                        <a:t>Row Title</a:t>
                      </a:r>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1431054200"/>
                  </a:ext>
                </a:extLst>
              </a:tr>
              <a:tr h="157145">
                <a:tc>
                  <a:txBody>
                    <a:bodyPr/>
                    <a:lstStyle/>
                    <a:p>
                      <a:r>
                        <a:rPr lang="en-US" sz="1600"/>
                        <a:t>Row Title</a:t>
                      </a:r>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3523278727"/>
                  </a:ext>
                </a:extLst>
              </a:tr>
            </a:tbl>
          </a:graphicData>
        </a:graphic>
      </p:graphicFrame>
      <p:graphicFrame>
        <p:nvGraphicFramePr>
          <p:cNvPr id="11" name="Table 10">
            <a:extLst>
              <a:ext uri="{FF2B5EF4-FFF2-40B4-BE49-F238E27FC236}">
                <a16:creationId xmlns:a16="http://schemas.microsoft.com/office/drawing/2014/main" id="{813246F6-9019-C677-30B0-6B8C93FFE6D6}"/>
              </a:ext>
            </a:extLst>
          </p:cNvPr>
          <p:cNvGraphicFramePr>
            <a:graphicFrameLocks noGrp="1"/>
          </p:cNvGraphicFramePr>
          <p:nvPr>
            <p:extLst>
              <p:ext uri="{D42A27DB-BD31-4B8C-83A1-F6EECF244321}">
                <p14:modId xmlns:p14="http://schemas.microsoft.com/office/powerpoint/2010/main" val="511633035"/>
              </p:ext>
            </p:extLst>
          </p:nvPr>
        </p:nvGraphicFramePr>
        <p:xfrm>
          <a:off x="377687" y="1170799"/>
          <a:ext cx="6096000" cy="134112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3952963267"/>
                    </a:ext>
                  </a:extLst>
                </a:gridCol>
                <a:gridCol w="2032000">
                  <a:extLst>
                    <a:ext uri="{9D8B030D-6E8A-4147-A177-3AD203B41FA5}">
                      <a16:colId xmlns:a16="http://schemas.microsoft.com/office/drawing/2014/main" val="1079729043"/>
                    </a:ext>
                  </a:extLst>
                </a:gridCol>
                <a:gridCol w="2032000">
                  <a:extLst>
                    <a:ext uri="{9D8B030D-6E8A-4147-A177-3AD203B41FA5}">
                      <a16:colId xmlns:a16="http://schemas.microsoft.com/office/drawing/2014/main" val="111648277"/>
                    </a:ext>
                  </a:extLst>
                </a:gridCol>
              </a:tblGrid>
              <a:tr h="157145">
                <a:tc>
                  <a:txBody>
                    <a:bodyPr/>
                    <a:lstStyle/>
                    <a:p>
                      <a:endParaRPr lang="en-US" sz="1600">
                        <a:solidFill>
                          <a:schemeClr val="tx1"/>
                        </a:solidFill>
                      </a:endParaRPr>
                    </a:p>
                  </a:txBody>
                  <a:tcPr>
                    <a:solidFill>
                      <a:schemeClr val="bg1">
                        <a:lumMod val="85000"/>
                      </a:schemeClr>
                    </a:solidFill>
                  </a:tcPr>
                </a:tc>
                <a:tc>
                  <a:txBody>
                    <a:bodyPr/>
                    <a:lstStyle/>
                    <a:p>
                      <a:r>
                        <a:rPr lang="en-US" sz="1600" b="1">
                          <a:solidFill>
                            <a:schemeClr val="tx1"/>
                          </a:solidFill>
                        </a:rPr>
                        <a:t>Column Head</a:t>
                      </a:r>
                    </a:p>
                  </a:txBody>
                  <a:tcPr>
                    <a:solidFill>
                      <a:schemeClr val="bg1">
                        <a:lumMod val="85000"/>
                      </a:schemeClr>
                    </a:solidFill>
                  </a:tcPr>
                </a:tc>
                <a:tc>
                  <a:txBody>
                    <a:bodyPr/>
                    <a:lstStyle/>
                    <a:p>
                      <a:r>
                        <a:rPr lang="en-US" sz="1600" b="1">
                          <a:solidFill>
                            <a:schemeClr val="tx1"/>
                          </a:solidFill>
                        </a:rPr>
                        <a:t>Column Head</a:t>
                      </a:r>
                    </a:p>
                  </a:txBody>
                  <a:tcPr>
                    <a:solidFill>
                      <a:schemeClr val="bg1">
                        <a:lumMod val="85000"/>
                      </a:schemeClr>
                    </a:solidFill>
                  </a:tcPr>
                </a:tc>
                <a:extLst>
                  <a:ext uri="{0D108BD9-81ED-4DB2-BD59-A6C34878D82A}">
                    <a16:rowId xmlns:a16="http://schemas.microsoft.com/office/drawing/2014/main" val="2573386572"/>
                  </a:ext>
                </a:extLst>
              </a:tr>
              <a:tr h="157145">
                <a:tc>
                  <a:txBody>
                    <a:bodyPr/>
                    <a:lstStyle/>
                    <a:p>
                      <a:r>
                        <a:rPr lang="en-US" sz="1600"/>
                        <a:t>Row Title</a:t>
                      </a:r>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967024617"/>
                  </a:ext>
                </a:extLst>
              </a:tr>
              <a:tr h="157145">
                <a:tc>
                  <a:txBody>
                    <a:bodyPr/>
                    <a:lstStyle/>
                    <a:p>
                      <a:r>
                        <a:rPr lang="en-US" sz="1600"/>
                        <a:t>Row Title</a:t>
                      </a:r>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1431054200"/>
                  </a:ext>
                </a:extLst>
              </a:tr>
              <a:tr h="157145">
                <a:tc>
                  <a:txBody>
                    <a:bodyPr/>
                    <a:lstStyle/>
                    <a:p>
                      <a:r>
                        <a:rPr lang="en-US" sz="1600"/>
                        <a:t>Row Title</a:t>
                      </a:r>
                    </a:p>
                  </a:txBody>
                  <a:tcPr/>
                </a:tc>
                <a:tc>
                  <a:txBody>
                    <a:bodyPr/>
                    <a:lstStyle/>
                    <a:p>
                      <a:endParaRPr lang="en-US" sz="1600"/>
                    </a:p>
                  </a:txBody>
                  <a:tcPr/>
                </a:tc>
                <a:tc>
                  <a:txBody>
                    <a:bodyPr/>
                    <a:lstStyle/>
                    <a:p>
                      <a:endParaRPr lang="en-US" sz="1600"/>
                    </a:p>
                  </a:txBody>
                  <a:tcPr/>
                </a:tc>
                <a:extLst>
                  <a:ext uri="{0D108BD9-81ED-4DB2-BD59-A6C34878D82A}">
                    <a16:rowId xmlns:a16="http://schemas.microsoft.com/office/drawing/2014/main" val="3523278727"/>
                  </a:ext>
                </a:extLst>
              </a:tr>
            </a:tbl>
          </a:graphicData>
        </a:graphic>
      </p:graphicFrame>
      <p:sp>
        <p:nvSpPr>
          <p:cNvPr id="13" name="Rectangle 12">
            <a:extLst>
              <a:ext uri="{FF2B5EF4-FFF2-40B4-BE49-F238E27FC236}">
                <a16:creationId xmlns:a16="http://schemas.microsoft.com/office/drawing/2014/main" id="{4B64CAE6-17B3-3194-0369-3291201CFCCD}"/>
              </a:ext>
            </a:extLst>
          </p:cNvPr>
          <p:cNvSpPr/>
          <p:nvPr/>
        </p:nvSpPr>
        <p:spPr>
          <a:xfrm>
            <a:off x="1531965" y="3025193"/>
            <a:ext cx="1400238" cy="882090"/>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Alternate table design</a:t>
            </a:r>
          </a:p>
        </p:txBody>
      </p:sp>
      <p:sp>
        <p:nvSpPr>
          <p:cNvPr id="14" name="Rectangle 13">
            <a:extLst>
              <a:ext uri="{FF2B5EF4-FFF2-40B4-BE49-F238E27FC236}">
                <a16:creationId xmlns:a16="http://schemas.microsoft.com/office/drawing/2014/main" id="{C1E87A6B-3004-436B-3DC1-55F89E391E5E}"/>
              </a:ext>
            </a:extLst>
          </p:cNvPr>
          <p:cNvSpPr/>
          <p:nvPr/>
        </p:nvSpPr>
        <p:spPr>
          <a:xfrm>
            <a:off x="1531964" y="1558862"/>
            <a:ext cx="1990698" cy="882090"/>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Default table design (make header row light grey)</a:t>
            </a:r>
          </a:p>
        </p:txBody>
      </p:sp>
      <p:sp>
        <p:nvSpPr>
          <p:cNvPr id="17" name="TextBox 16">
            <a:extLst>
              <a:ext uri="{FF2B5EF4-FFF2-40B4-BE49-F238E27FC236}">
                <a16:creationId xmlns:a16="http://schemas.microsoft.com/office/drawing/2014/main" id="{366DA8EF-AADE-BAD7-9645-057B12F77309}"/>
              </a:ext>
            </a:extLst>
          </p:cNvPr>
          <p:cNvSpPr txBox="1"/>
          <p:nvPr/>
        </p:nvSpPr>
        <p:spPr>
          <a:xfrm>
            <a:off x="6920754" y="1171705"/>
            <a:ext cx="4890248" cy="584775"/>
          </a:xfrm>
          <a:prstGeom prst="rect">
            <a:avLst/>
          </a:prstGeom>
          <a:noFill/>
        </p:spPr>
        <p:txBody>
          <a:bodyPr wrap="square">
            <a:spAutoFit/>
          </a:bodyPr>
          <a:lstStyle/>
          <a:p>
            <a:pPr marL="0" indent="0">
              <a:buNone/>
            </a:pPr>
            <a:r>
              <a:rPr lang="en-US" sz="1600" b="1">
                <a:solidFill>
                  <a:schemeClr val="accent2"/>
                </a:solidFill>
              </a:rPr>
              <a:t>GRADIENT CHART</a:t>
            </a:r>
            <a:r>
              <a:rPr lang="en-US" sz="1600" b="1" baseline="30000">
                <a:solidFill>
                  <a:schemeClr val="accent2"/>
                </a:solidFill>
              </a:rPr>
              <a:t>1</a:t>
            </a:r>
          </a:p>
          <a:p>
            <a:pPr marL="0" indent="0">
              <a:buNone/>
            </a:pPr>
            <a:r>
              <a:rPr lang="en-US" sz="1600" i="1"/>
              <a:t>Preferred for accessibility reasons</a:t>
            </a:r>
            <a:endParaRPr lang="en-US" sz="1600" i="1" baseline="30000"/>
          </a:p>
        </p:txBody>
      </p:sp>
      <p:graphicFrame>
        <p:nvGraphicFramePr>
          <p:cNvPr id="19" name="Table 18">
            <a:extLst>
              <a:ext uri="{FF2B5EF4-FFF2-40B4-BE49-F238E27FC236}">
                <a16:creationId xmlns:a16="http://schemas.microsoft.com/office/drawing/2014/main" id="{93673517-FE95-2F80-17EB-3174B16CAE77}"/>
              </a:ext>
            </a:extLst>
          </p:cNvPr>
          <p:cNvGraphicFramePr>
            <a:graphicFrameLocks noGrp="1"/>
          </p:cNvGraphicFramePr>
          <p:nvPr>
            <p:extLst>
              <p:ext uri="{D42A27DB-BD31-4B8C-83A1-F6EECF244321}">
                <p14:modId xmlns:p14="http://schemas.microsoft.com/office/powerpoint/2010/main" val="1310632037"/>
              </p:ext>
            </p:extLst>
          </p:nvPr>
        </p:nvGraphicFramePr>
        <p:xfrm>
          <a:off x="6920754" y="3991569"/>
          <a:ext cx="4890246" cy="1483360"/>
        </p:xfrm>
        <a:graphic>
          <a:graphicData uri="http://schemas.openxmlformats.org/drawingml/2006/table">
            <a:tbl>
              <a:tblPr firstRow="1" bandRow="1">
                <a:tableStyleId>{5940675A-B579-460E-94D1-54222C63F5DA}</a:tableStyleId>
              </a:tblPr>
              <a:tblGrid>
                <a:gridCol w="1630082">
                  <a:extLst>
                    <a:ext uri="{9D8B030D-6E8A-4147-A177-3AD203B41FA5}">
                      <a16:colId xmlns:a16="http://schemas.microsoft.com/office/drawing/2014/main" val="3952963267"/>
                    </a:ext>
                  </a:extLst>
                </a:gridCol>
                <a:gridCol w="1630082">
                  <a:extLst>
                    <a:ext uri="{9D8B030D-6E8A-4147-A177-3AD203B41FA5}">
                      <a16:colId xmlns:a16="http://schemas.microsoft.com/office/drawing/2014/main" val="1079729043"/>
                    </a:ext>
                  </a:extLst>
                </a:gridCol>
                <a:gridCol w="1630082">
                  <a:extLst>
                    <a:ext uri="{9D8B030D-6E8A-4147-A177-3AD203B41FA5}">
                      <a16:colId xmlns:a16="http://schemas.microsoft.com/office/drawing/2014/main" val="111648277"/>
                    </a:ext>
                  </a:extLst>
                </a:gridCol>
              </a:tblGrid>
              <a:tr h="370840">
                <a:tc>
                  <a:txBody>
                    <a:bodyPr/>
                    <a:lstStyle/>
                    <a:p>
                      <a:endParaRPr lang="en-US" sz="1600">
                        <a:solidFill>
                          <a:schemeClr val="tx1"/>
                        </a:solidFill>
                      </a:endParaRPr>
                    </a:p>
                  </a:txBody>
                  <a:tcPr>
                    <a:solidFill>
                      <a:schemeClr val="bg1">
                        <a:lumMod val="85000"/>
                      </a:schemeClr>
                    </a:solidFill>
                  </a:tcPr>
                </a:tc>
                <a:tc>
                  <a:txBody>
                    <a:bodyPr/>
                    <a:lstStyle/>
                    <a:p>
                      <a:r>
                        <a:rPr lang="en-US" sz="1600" b="1">
                          <a:solidFill>
                            <a:schemeClr val="tx1"/>
                          </a:solidFill>
                        </a:rPr>
                        <a:t>Column Head</a:t>
                      </a:r>
                    </a:p>
                  </a:txBody>
                  <a:tcPr>
                    <a:solidFill>
                      <a:schemeClr val="bg1">
                        <a:lumMod val="85000"/>
                      </a:schemeClr>
                    </a:solidFill>
                  </a:tcPr>
                </a:tc>
                <a:tc>
                  <a:txBody>
                    <a:bodyPr/>
                    <a:lstStyle/>
                    <a:p>
                      <a:r>
                        <a:rPr lang="en-US" sz="1600" b="1">
                          <a:solidFill>
                            <a:schemeClr val="tx1"/>
                          </a:solidFill>
                        </a:rPr>
                        <a:t>Column Head</a:t>
                      </a:r>
                    </a:p>
                  </a:txBody>
                  <a:tcPr>
                    <a:solidFill>
                      <a:schemeClr val="bg1">
                        <a:lumMod val="85000"/>
                      </a:schemeClr>
                    </a:solidFill>
                  </a:tcPr>
                </a:tc>
                <a:extLst>
                  <a:ext uri="{0D108BD9-81ED-4DB2-BD59-A6C34878D82A}">
                    <a16:rowId xmlns:a16="http://schemas.microsoft.com/office/drawing/2014/main" val="2573386572"/>
                  </a:ext>
                </a:extLst>
              </a:tr>
              <a:tr h="370840">
                <a:tc>
                  <a:txBody>
                    <a:bodyPr/>
                    <a:lstStyle/>
                    <a:p>
                      <a:r>
                        <a:rPr lang="en-US" sz="1600"/>
                        <a:t>Row Title</a:t>
                      </a:r>
                    </a:p>
                  </a:txBody>
                  <a:tcPr/>
                </a:tc>
                <a:tc>
                  <a:txBody>
                    <a:bodyPr/>
                    <a:lstStyle/>
                    <a:p>
                      <a:r>
                        <a:rPr lang="en-US" sz="1600" i="1">
                          <a:solidFill>
                            <a:schemeClr val="tx1"/>
                          </a:solidFill>
                        </a:rPr>
                        <a:t>Notes</a:t>
                      </a:r>
                    </a:p>
                  </a:txBody>
                  <a:tcPr>
                    <a:solidFill>
                      <a:schemeClr val="bg2">
                        <a:lumMod val="60000"/>
                        <a:lumOff val="40000"/>
                      </a:schemeClr>
                    </a:solidFill>
                  </a:tcPr>
                </a:tc>
                <a:tc>
                  <a:txBody>
                    <a:bodyPr/>
                    <a:lstStyle/>
                    <a:p>
                      <a:r>
                        <a:rPr lang="en-US" sz="1600" i="1">
                          <a:solidFill>
                            <a:schemeClr val="tx1"/>
                          </a:solidFill>
                        </a:rPr>
                        <a:t>Notes</a:t>
                      </a:r>
                    </a:p>
                  </a:txBody>
                  <a:tcPr>
                    <a:solidFill>
                      <a:schemeClr val="tx2">
                        <a:lumMod val="40000"/>
                        <a:lumOff val="60000"/>
                      </a:schemeClr>
                    </a:solidFill>
                  </a:tcPr>
                </a:tc>
                <a:extLst>
                  <a:ext uri="{0D108BD9-81ED-4DB2-BD59-A6C34878D82A}">
                    <a16:rowId xmlns:a16="http://schemas.microsoft.com/office/drawing/2014/main" val="967024617"/>
                  </a:ext>
                </a:extLst>
              </a:tr>
              <a:tr h="370840">
                <a:tc>
                  <a:txBody>
                    <a:bodyPr/>
                    <a:lstStyle/>
                    <a:p>
                      <a:r>
                        <a:rPr lang="en-US" sz="1600"/>
                        <a:t>Row Title</a:t>
                      </a:r>
                    </a:p>
                  </a:txBody>
                  <a:tcPr/>
                </a:tc>
                <a:tc>
                  <a:txBody>
                    <a:bodyPr/>
                    <a:lstStyle/>
                    <a:p>
                      <a:r>
                        <a:rPr lang="en-US" sz="1600" i="1">
                          <a:solidFill>
                            <a:schemeClr val="tx1"/>
                          </a:solidFill>
                        </a:rPr>
                        <a:t>Notes</a:t>
                      </a:r>
                    </a:p>
                  </a:txBody>
                  <a:tcPr>
                    <a:solidFill>
                      <a:srgbClr val="92D050"/>
                    </a:solidFill>
                  </a:tcPr>
                </a:tc>
                <a:tc>
                  <a:txBody>
                    <a:bodyPr/>
                    <a:lstStyle/>
                    <a:p>
                      <a:r>
                        <a:rPr lang="en-US" sz="1600" i="1">
                          <a:solidFill>
                            <a:schemeClr val="tx1"/>
                          </a:solidFill>
                        </a:rPr>
                        <a:t>Notes</a:t>
                      </a:r>
                    </a:p>
                  </a:txBody>
                  <a:tcPr>
                    <a:solidFill>
                      <a:schemeClr val="tx2">
                        <a:lumMod val="40000"/>
                        <a:lumOff val="60000"/>
                      </a:schemeClr>
                    </a:solidFill>
                  </a:tcPr>
                </a:tc>
                <a:extLst>
                  <a:ext uri="{0D108BD9-81ED-4DB2-BD59-A6C34878D82A}">
                    <a16:rowId xmlns:a16="http://schemas.microsoft.com/office/drawing/2014/main" val="1431054200"/>
                  </a:ext>
                </a:extLst>
              </a:tr>
              <a:tr h="370840">
                <a:tc>
                  <a:txBody>
                    <a:bodyPr/>
                    <a:lstStyle/>
                    <a:p>
                      <a:r>
                        <a:rPr lang="en-US" sz="1600"/>
                        <a:t>Row Title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a:solidFill>
                            <a:schemeClr val="tx1"/>
                          </a:solidFill>
                        </a:rPr>
                        <a:t>Notes</a:t>
                      </a:r>
                    </a:p>
                  </a:txBody>
                  <a:tcPr>
                    <a:solidFill>
                      <a:srgbClr val="92D050"/>
                    </a:solidFill>
                  </a:tcPr>
                </a:tc>
                <a:tc>
                  <a:txBody>
                    <a:bodyPr/>
                    <a:lstStyle/>
                    <a:p>
                      <a:r>
                        <a:rPr lang="en-US" sz="1600" i="1">
                          <a:solidFill>
                            <a:schemeClr val="tx1"/>
                          </a:solidFill>
                        </a:rPr>
                        <a:t>Notes</a:t>
                      </a:r>
                    </a:p>
                  </a:txBody>
                  <a:tcPr>
                    <a:solidFill>
                      <a:schemeClr val="bg2">
                        <a:lumMod val="60000"/>
                        <a:lumOff val="40000"/>
                      </a:schemeClr>
                    </a:solidFill>
                  </a:tcPr>
                </a:tc>
                <a:extLst>
                  <a:ext uri="{0D108BD9-81ED-4DB2-BD59-A6C34878D82A}">
                    <a16:rowId xmlns:a16="http://schemas.microsoft.com/office/drawing/2014/main" val="3523278727"/>
                  </a:ext>
                </a:extLst>
              </a:tr>
            </a:tbl>
          </a:graphicData>
        </a:graphic>
      </p:graphicFrame>
      <p:sp>
        <p:nvSpPr>
          <p:cNvPr id="20" name="TextBox 19">
            <a:extLst>
              <a:ext uri="{FF2B5EF4-FFF2-40B4-BE49-F238E27FC236}">
                <a16:creationId xmlns:a16="http://schemas.microsoft.com/office/drawing/2014/main" id="{2ACE53C0-1BA2-C05B-D9B9-3EED9456CD57}"/>
              </a:ext>
            </a:extLst>
          </p:cNvPr>
          <p:cNvSpPr txBox="1"/>
          <p:nvPr/>
        </p:nvSpPr>
        <p:spPr>
          <a:xfrm>
            <a:off x="6920754" y="3406794"/>
            <a:ext cx="4890248" cy="584775"/>
          </a:xfrm>
          <a:prstGeom prst="rect">
            <a:avLst/>
          </a:prstGeom>
          <a:noFill/>
        </p:spPr>
        <p:txBody>
          <a:bodyPr wrap="square">
            <a:spAutoFit/>
          </a:bodyPr>
          <a:lstStyle/>
          <a:p>
            <a:pPr marL="0" indent="0">
              <a:buNone/>
            </a:pPr>
            <a:r>
              <a:rPr lang="en-US" sz="1600" b="1">
                <a:solidFill>
                  <a:schemeClr val="accent2"/>
                </a:solidFill>
              </a:rPr>
              <a:t>TRADITIONAL STOPLIGHT CHART</a:t>
            </a:r>
          </a:p>
          <a:p>
            <a:r>
              <a:rPr lang="en-US" sz="1600" i="1"/>
              <a:t>Use if specifically requested by the client</a:t>
            </a:r>
          </a:p>
        </p:txBody>
      </p:sp>
      <p:sp>
        <p:nvSpPr>
          <p:cNvPr id="16" name="TextBox 15">
            <a:extLst>
              <a:ext uri="{FF2B5EF4-FFF2-40B4-BE49-F238E27FC236}">
                <a16:creationId xmlns:a16="http://schemas.microsoft.com/office/drawing/2014/main" id="{098CFAB1-A329-1730-D3AF-0A7F94F89B3E}"/>
              </a:ext>
            </a:extLst>
          </p:cNvPr>
          <p:cNvSpPr txBox="1"/>
          <p:nvPr/>
        </p:nvSpPr>
        <p:spPr>
          <a:xfrm>
            <a:off x="377687" y="5587561"/>
            <a:ext cx="11443658" cy="673933"/>
          </a:xfrm>
          <a:prstGeom prst="rect">
            <a:avLst/>
          </a:prstGeom>
          <a:solidFill>
            <a:schemeClr val="accent5"/>
          </a:solidFill>
          <a:ln>
            <a:noFill/>
          </a:ln>
        </p:spPr>
        <p:txBody>
          <a:bodyPr wrap="square" lIns="91440" tIns="91440" rIns="91440" bIns="91440" rtlCol="0" anchor="ctr">
            <a:noAutofit/>
          </a:bodyPr>
          <a:lstStyle/>
          <a:p>
            <a:pPr marL="0" lvl="1" algn="ctr"/>
            <a:r>
              <a:rPr lang="en-US">
                <a:cs typeface="Arial" pitchFamily="34" charset="0"/>
              </a:rPr>
              <a:t>Use the second lightest blue fill for tombstones (critical takeaways highlighted at the bottom of the slide) and non-quote text blocks. Text blocks (not bullets) written in full sentences should use final punctuation.</a:t>
            </a:r>
            <a:endParaRPr lang="en-US" sz="1400">
              <a:cs typeface="Arial" pitchFamily="34" charset="0"/>
            </a:endParaRPr>
          </a:p>
        </p:txBody>
      </p:sp>
      <p:graphicFrame>
        <p:nvGraphicFramePr>
          <p:cNvPr id="26" name="Table 25">
            <a:extLst>
              <a:ext uri="{FF2B5EF4-FFF2-40B4-BE49-F238E27FC236}">
                <a16:creationId xmlns:a16="http://schemas.microsoft.com/office/drawing/2014/main" id="{97F0EFD5-3C19-372B-5FB6-A9F1BD2D5887}"/>
              </a:ext>
            </a:extLst>
          </p:cNvPr>
          <p:cNvGraphicFramePr>
            <a:graphicFrameLocks noGrp="1"/>
          </p:cNvGraphicFramePr>
          <p:nvPr>
            <p:extLst>
              <p:ext uri="{D42A27DB-BD31-4B8C-83A1-F6EECF244321}">
                <p14:modId xmlns:p14="http://schemas.microsoft.com/office/powerpoint/2010/main" val="1633350299"/>
              </p:ext>
            </p:extLst>
          </p:nvPr>
        </p:nvGraphicFramePr>
        <p:xfrm>
          <a:off x="6920754" y="1787742"/>
          <a:ext cx="4900590" cy="1527452"/>
        </p:xfrm>
        <a:graphic>
          <a:graphicData uri="http://schemas.openxmlformats.org/drawingml/2006/table">
            <a:tbl>
              <a:tblPr firstRow="1" bandRow="1">
                <a:tableStyleId>{5940675A-B579-460E-94D1-54222C63F5DA}</a:tableStyleId>
              </a:tblPr>
              <a:tblGrid>
                <a:gridCol w="1633530">
                  <a:extLst>
                    <a:ext uri="{9D8B030D-6E8A-4147-A177-3AD203B41FA5}">
                      <a16:colId xmlns:a16="http://schemas.microsoft.com/office/drawing/2014/main" val="3952963267"/>
                    </a:ext>
                  </a:extLst>
                </a:gridCol>
                <a:gridCol w="1633530">
                  <a:extLst>
                    <a:ext uri="{9D8B030D-6E8A-4147-A177-3AD203B41FA5}">
                      <a16:colId xmlns:a16="http://schemas.microsoft.com/office/drawing/2014/main" val="1079729043"/>
                    </a:ext>
                  </a:extLst>
                </a:gridCol>
                <a:gridCol w="1633530">
                  <a:extLst>
                    <a:ext uri="{9D8B030D-6E8A-4147-A177-3AD203B41FA5}">
                      <a16:colId xmlns:a16="http://schemas.microsoft.com/office/drawing/2014/main" val="111648277"/>
                    </a:ext>
                  </a:extLst>
                </a:gridCol>
              </a:tblGrid>
              <a:tr h="381863">
                <a:tc>
                  <a:txBody>
                    <a:bodyPr/>
                    <a:lstStyle/>
                    <a:p>
                      <a:endParaRPr lang="en-US" sz="1600">
                        <a:solidFill>
                          <a:schemeClr val="tx1"/>
                        </a:solidFill>
                      </a:endParaRPr>
                    </a:p>
                  </a:txBody>
                  <a:tcPr>
                    <a:solidFill>
                      <a:schemeClr val="bg1">
                        <a:lumMod val="85000"/>
                      </a:schemeClr>
                    </a:solidFill>
                  </a:tcPr>
                </a:tc>
                <a:tc>
                  <a:txBody>
                    <a:bodyPr/>
                    <a:lstStyle/>
                    <a:p>
                      <a:r>
                        <a:rPr lang="en-US" sz="1600" b="1">
                          <a:solidFill>
                            <a:schemeClr val="tx1"/>
                          </a:solidFill>
                        </a:rPr>
                        <a:t>Column Head</a:t>
                      </a:r>
                    </a:p>
                  </a:txBody>
                  <a:tcPr>
                    <a:solidFill>
                      <a:schemeClr val="bg1">
                        <a:lumMod val="85000"/>
                      </a:schemeClr>
                    </a:solidFill>
                  </a:tcPr>
                </a:tc>
                <a:tc>
                  <a:txBody>
                    <a:bodyPr/>
                    <a:lstStyle/>
                    <a:p>
                      <a:r>
                        <a:rPr lang="en-US" sz="1600" b="1">
                          <a:solidFill>
                            <a:schemeClr val="tx1"/>
                          </a:solidFill>
                        </a:rPr>
                        <a:t>Column Head</a:t>
                      </a:r>
                    </a:p>
                  </a:txBody>
                  <a:tcPr>
                    <a:solidFill>
                      <a:schemeClr val="bg1">
                        <a:lumMod val="85000"/>
                      </a:schemeClr>
                    </a:solidFill>
                  </a:tcPr>
                </a:tc>
                <a:extLst>
                  <a:ext uri="{0D108BD9-81ED-4DB2-BD59-A6C34878D82A}">
                    <a16:rowId xmlns:a16="http://schemas.microsoft.com/office/drawing/2014/main" val="2573386572"/>
                  </a:ext>
                </a:extLst>
              </a:tr>
              <a:tr h="381863">
                <a:tc>
                  <a:txBody>
                    <a:bodyPr/>
                    <a:lstStyle/>
                    <a:p>
                      <a:r>
                        <a:rPr lang="en-US" sz="1600"/>
                        <a:t>Row Title</a:t>
                      </a:r>
                    </a:p>
                  </a:txBody>
                  <a:tcPr/>
                </a:tc>
                <a:tc>
                  <a:txBody>
                    <a:bodyPr/>
                    <a:lstStyle/>
                    <a:p>
                      <a:r>
                        <a:rPr lang="en-US" sz="1600" i="1">
                          <a:solidFill>
                            <a:schemeClr val="tx1"/>
                          </a:solidFill>
                        </a:rPr>
                        <a:t>Notes</a:t>
                      </a:r>
                    </a:p>
                  </a:txBody>
                  <a:tcPr>
                    <a:solidFill>
                      <a:schemeClr val="accent4"/>
                    </a:solidFill>
                  </a:tcPr>
                </a:tc>
                <a:tc>
                  <a:txBody>
                    <a:bodyPr/>
                    <a:lstStyle/>
                    <a:p>
                      <a:r>
                        <a:rPr lang="en-US" sz="1600" i="1">
                          <a:solidFill>
                            <a:schemeClr val="tx1"/>
                          </a:solidFill>
                        </a:rPr>
                        <a:t>Notes</a:t>
                      </a:r>
                    </a:p>
                  </a:txBody>
                  <a:tcPr>
                    <a:solidFill>
                      <a:schemeClr val="accent6"/>
                    </a:solidFill>
                  </a:tcPr>
                </a:tc>
                <a:extLst>
                  <a:ext uri="{0D108BD9-81ED-4DB2-BD59-A6C34878D82A}">
                    <a16:rowId xmlns:a16="http://schemas.microsoft.com/office/drawing/2014/main" val="967024617"/>
                  </a:ext>
                </a:extLst>
              </a:tr>
              <a:tr h="381863">
                <a:tc>
                  <a:txBody>
                    <a:bodyPr/>
                    <a:lstStyle/>
                    <a:p>
                      <a:r>
                        <a:rPr lang="en-US" sz="1600"/>
                        <a:t>Row Title</a:t>
                      </a:r>
                    </a:p>
                  </a:txBody>
                  <a:tcPr/>
                </a:tc>
                <a:tc>
                  <a:txBody>
                    <a:bodyPr/>
                    <a:lstStyle/>
                    <a:p>
                      <a:r>
                        <a:rPr lang="en-US" sz="1600" i="1">
                          <a:solidFill>
                            <a:schemeClr val="tx1"/>
                          </a:solidFill>
                        </a:rPr>
                        <a:t>Notes</a:t>
                      </a:r>
                    </a:p>
                  </a:txBody>
                  <a:tcPr>
                    <a:solidFill>
                      <a:schemeClr val="accent6"/>
                    </a:solidFill>
                  </a:tcPr>
                </a:tc>
                <a:tc>
                  <a:txBody>
                    <a:bodyPr/>
                    <a:lstStyle/>
                    <a:p>
                      <a:r>
                        <a:rPr lang="en-US" sz="1600" i="1">
                          <a:solidFill>
                            <a:schemeClr val="tx1"/>
                          </a:solidFill>
                        </a:rPr>
                        <a:t>Notes</a:t>
                      </a:r>
                    </a:p>
                  </a:txBody>
                  <a:tcPr>
                    <a:solidFill>
                      <a:schemeClr val="accent5"/>
                    </a:solidFill>
                  </a:tcPr>
                </a:tc>
                <a:extLst>
                  <a:ext uri="{0D108BD9-81ED-4DB2-BD59-A6C34878D82A}">
                    <a16:rowId xmlns:a16="http://schemas.microsoft.com/office/drawing/2014/main" val="1431054200"/>
                  </a:ext>
                </a:extLst>
              </a:tr>
              <a:tr h="381863">
                <a:tc>
                  <a:txBody>
                    <a:bodyPr/>
                    <a:lstStyle/>
                    <a:p>
                      <a:r>
                        <a:rPr lang="en-US" sz="1600"/>
                        <a:t>Row Title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1">
                          <a:solidFill>
                            <a:schemeClr val="tx1"/>
                          </a:solidFill>
                        </a:rPr>
                        <a:t>Notes</a:t>
                      </a:r>
                    </a:p>
                  </a:txBody>
                  <a:tcPr>
                    <a:solidFill>
                      <a:schemeClr val="accent5"/>
                    </a:solidFill>
                  </a:tcPr>
                </a:tc>
                <a:tc>
                  <a:txBody>
                    <a:bodyPr/>
                    <a:lstStyle/>
                    <a:p>
                      <a:r>
                        <a:rPr lang="en-US" sz="1600" i="1">
                          <a:solidFill>
                            <a:schemeClr val="tx1"/>
                          </a:solidFill>
                        </a:rPr>
                        <a:t>Notes</a:t>
                      </a:r>
                    </a:p>
                  </a:txBody>
                  <a:tcPr>
                    <a:solidFill>
                      <a:schemeClr val="accent4"/>
                    </a:solidFill>
                  </a:tcPr>
                </a:tc>
                <a:extLst>
                  <a:ext uri="{0D108BD9-81ED-4DB2-BD59-A6C34878D82A}">
                    <a16:rowId xmlns:a16="http://schemas.microsoft.com/office/drawing/2014/main" val="3523278727"/>
                  </a:ext>
                </a:extLst>
              </a:tr>
            </a:tbl>
          </a:graphicData>
        </a:graphic>
      </p:graphicFrame>
      <p:sp>
        <p:nvSpPr>
          <p:cNvPr id="27" name="Oval 26">
            <a:extLst>
              <a:ext uri="{FF2B5EF4-FFF2-40B4-BE49-F238E27FC236}">
                <a16:creationId xmlns:a16="http://schemas.microsoft.com/office/drawing/2014/main" id="{C4243A9C-F0C9-A36B-14D3-E3D57AF01E03}"/>
              </a:ext>
            </a:extLst>
          </p:cNvPr>
          <p:cNvSpPr/>
          <p:nvPr>
            <p:custDataLst>
              <p:tags r:id="rId2"/>
            </p:custDataLst>
          </p:nvPr>
        </p:nvSpPr>
        <p:spPr bwMode="auto">
          <a:xfrm>
            <a:off x="3335338" y="4551363"/>
            <a:ext cx="187325" cy="187325"/>
          </a:xfrm>
          <a:prstGeom prst="ellipse">
            <a:avLst/>
          </a:prstGeom>
          <a:noFill/>
          <a:ln w="9525" cmpd="sng" algn="ctr">
            <a:solidFill>
              <a:schemeClr val="accent2"/>
            </a:solid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Arc 27">
            <a:extLst>
              <a:ext uri="{FF2B5EF4-FFF2-40B4-BE49-F238E27FC236}">
                <a16:creationId xmlns:a16="http://schemas.microsoft.com/office/drawing/2014/main" id="{6E5E8DC5-4E62-666F-1D31-CCDB70FDD846}"/>
              </a:ext>
            </a:extLst>
          </p:cNvPr>
          <p:cNvSpPr/>
          <p:nvPr>
            <p:custDataLst>
              <p:tags r:id="rId3"/>
            </p:custDataLst>
          </p:nvPr>
        </p:nvSpPr>
        <p:spPr bwMode="gray">
          <a:xfrm>
            <a:off x="3335338" y="4551363"/>
            <a:ext cx="187324" cy="187325"/>
          </a:xfrm>
          <a:prstGeom prst="arc">
            <a:avLst>
              <a:gd name="adj1" fmla="val 16200000"/>
              <a:gd name="adj2" fmla="val 0"/>
            </a:avLst>
          </a:prstGeom>
          <a:solidFill>
            <a:schemeClr val="accent2"/>
          </a:solidFill>
          <a:ln w="9525" cap="flat" cmpd="sng" algn="ctr">
            <a:solidFill>
              <a:schemeClr val="accent2"/>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0" name="Oval 29">
            <a:extLst>
              <a:ext uri="{FF2B5EF4-FFF2-40B4-BE49-F238E27FC236}">
                <a16:creationId xmlns:a16="http://schemas.microsoft.com/office/drawing/2014/main" id="{55BB73E2-6CB9-E073-6384-0A6B21078116}"/>
              </a:ext>
            </a:extLst>
          </p:cNvPr>
          <p:cNvSpPr/>
          <p:nvPr>
            <p:custDataLst>
              <p:tags r:id="rId4"/>
            </p:custDataLst>
          </p:nvPr>
        </p:nvSpPr>
        <p:spPr bwMode="auto">
          <a:xfrm>
            <a:off x="5351463" y="4551363"/>
            <a:ext cx="187325" cy="187325"/>
          </a:xfrm>
          <a:prstGeom prst="ellipse">
            <a:avLst/>
          </a:prstGeom>
          <a:noFill/>
          <a:ln w="9525" cmpd="sng" algn="ctr">
            <a:solidFill>
              <a:schemeClr val="accent2"/>
            </a:solid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Arc 30">
            <a:extLst>
              <a:ext uri="{FF2B5EF4-FFF2-40B4-BE49-F238E27FC236}">
                <a16:creationId xmlns:a16="http://schemas.microsoft.com/office/drawing/2014/main" id="{64177C81-A81B-B056-825E-0774ABB9C2C7}"/>
              </a:ext>
            </a:extLst>
          </p:cNvPr>
          <p:cNvSpPr/>
          <p:nvPr>
            <p:custDataLst>
              <p:tags r:id="rId5"/>
            </p:custDataLst>
          </p:nvPr>
        </p:nvSpPr>
        <p:spPr bwMode="gray">
          <a:xfrm>
            <a:off x="5351463" y="4551363"/>
            <a:ext cx="187325" cy="187324"/>
          </a:xfrm>
          <a:prstGeom prst="arc">
            <a:avLst>
              <a:gd name="adj1" fmla="val 16200000"/>
              <a:gd name="adj2" fmla="val 5400000"/>
            </a:avLst>
          </a:prstGeom>
          <a:solidFill>
            <a:schemeClr val="accent2"/>
          </a:solidFill>
          <a:ln w="9525" cap="flat" cmpd="sng" algn="ctr">
            <a:solidFill>
              <a:schemeClr val="accent2"/>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71A9388C-6066-5469-90F0-695BA150203F}"/>
              </a:ext>
            </a:extLst>
          </p:cNvPr>
          <p:cNvSpPr/>
          <p:nvPr>
            <p:custDataLst>
              <p:tags r:id="rId6"/>
            </p:custDataLst>
          </p:nvPr>
        </p:nvSpPr>
        <p:spPr bwMode="auto">
          <a:xfrm>
            <a:off x="3335338" y="4873625"/>
            <a:ext cx="187325" cy="187325"/>
          </a:xfrm>
          <a:prstGeom prst="ellipse">
            <a:avLst/>
          </a:prstGeom>
          <a:noFill/>
          <a:ln w="9525" cmpd="sng" algn="ctr">
            <a:solidFill>
              <a:schemeClr val="accent2"/>
            </a:solid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Arc 32">
            <a:extLst>
              <a:ext uri="{FF2B5EF4-FFF2-40B4-BE49-F238E27FC236}">
                <a16:creationId xmlns:a16="http://schemas.microsoft.com/office/drawing/2014/main" id="{B4ED7A52-05A5-C315-4DDB-E241BF932F84}"/>
              </a:ext>
            </a:extLst>
          </p:cNvPr>
          <p:cNvSpPr/>
          <p:nvPr>
            <p:custDataLst>
              <p:tags r:id="rId7"/>
            </p:custDataLst>
          </p:nvPr>
        </p:nvSpPr>
        <p:spPr bwMode="gray">
          <a:xfrm>
            <a:off x="3335339" y="4873625"/>
            <a:ext cx="187324" cy="187324"/>
          </a:xfrm>
          <a:prstGeom prst="arc">
            <a:avLst>
              <a:gd name="adj1" fmla="val 16200000"/>
              <a:gd name="adj2" fmla="val 0"/>
            </a:avLst>
          </a:prstGeom>
          <a:solidFill>
            <a:schemeClr val="accent2"/>
          </a:solidFill>
          <a:ln w="9525" cap="flat" cmpd="sng" algn="ctr">
            <a:solidFill>
              <a:schemeClr val="accent2"/>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4" name="Oval 33">
            <a:extLst>
              <a:ext uri="{FF2B5EF4-FFF2-40B4-BE49-F238E27FC236}">
                <a16:creationId xmlns:a16="http://schemas.microsoft.com/office/drawing/2014/main" id="{1AA512E5-3493-B30E-7FA3-EFBC46255137}"/>
              </a:ext>
            </a:extLst>
          </p:cNvPr>
          <p:cNvSpPr/>
          <p:nvPr>
            <p:custDataLst>
              <p:tags r:id="rId8"/>
            </p:custDataLst>
          </p:nvPr>
        </p:nvSpPr>
        <p:spPr bwMode="auto">
          <a:xfrm>
            <a:off x="5351463" y="4873625"/>
            <a:ext cx="187325" cy="187325"/>
          </a:xfrm>
          <a:prstGeom prst="ellipse">
            <a:avLst/>
          </a:prstGeom>
          <a:noFill/>
          <a:ln w="9525" cmpd="sng" algn="ctr">
            <a:solidFill>
              <a:schemeClr val="accent2"/>
            </a:solid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Arc 34">
            <a:extLst>
              <a:ext uri="{FF2B5EF4-FFF2-40B4-BE49-F238E27FC236}">
                <a16:creationId xmlns:a16="http://schemas.microsoft.com/office/drawing/2014/main" id="{1189D19D-18D3-9030-4C08-524C243601BE}"/>
              </a:ext>
            </a:extLst>
          </p:cNvPr>
          <p:cNvSpPr/>
          <p:nvPr>
            <p:custDataLst>
              <p:tags r:id="rId9"/>
            </p:custDataLst>
          </p:nvPr>
        </p:nvSpPr>
        <p:spPr bwMode="gray">
          <a:xfrm>
            <a:off x="5351463" y="4873625"/>
            <a:ext cx="187325" cy="187324"/>
          </a:xfrm>
          <a:prstGeom prst="arc">
            <a:avLst>
              <a:gd name="adj1" fmla="val 16200000"/>
              <a:gd name="adj2" fmla="val 5400000"/>
            </a:avLst>
          </a:prstGeom>
          <a:solidFill>
            <a:schemeClr val="accent2"/>
          </a:solidFill>
          <a:ln w="9525" cap="flat" cmpd="sng" algn="ctr">
            <a:solidFill>
              <a:schemeClr val="accent2"/>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6" name="Oval 35">
            <a:extLst>
              <a:ext uri="{FF2B5EF4-FFF2-40B4-BE49-F238E27FC236}">
                <a16:creationId xmlns:a16="http://schemas.microsoft.com/office/drawing/2014/main" id="{B6006945-C345-CD6C-63C6-1BDBFC170E1E}"/>
              </a:ext>
            </a:extLst>
          </p:cNvPr>
          <p:cNvSpPr/>
          <p:nvPr>
            <p:custDataLst>
              <p:tags r:id="rId10"/>
            </p:custDataLst>
          </p:nvPr>
        </p:nvSpPr>
        <p:spPr bwMode="auto">
          <a:xfrm>
            <a:off x="3335338" y="5224463"/>
            <a:ext cx="187325" cy="187325"/>
          </a:xfrm>
          <a:prstGeom prst="ellipse">
            <a:avLst/>
          </a:prstGeom>
          <a:solidFill>
            <a:schemeClr val="accent2"/>
          </a:solidFill>
          <a:ln w="9525" cmpd="sng" algn="ctr">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Oval 37">
            <a:extLst>
              <a:ext uri="{FF2B5EF4-FFF2-40B4-BE49-F238E27FC236}">
                <a16:creationId xmlns:a16="http://schemas.microsoft.com/office/drawing/2014/main" id="{48CA9C1F-D0BB-2B9D-01C5-5A612340363B}"/>
              </a:ext>
            </a:extLst>
          </p:cNvPr>
          <p:cNvSpPr/>
          <p:nvPr>
            <p:custDataLst>
              <p:tags r:id="rId11"/>
            </p:custDataLst>
          </p:nvPr>
        </p:nvSpPr>
        <p:spPr bwMode="auto">
          <a:xfrm>
            <a:off x="5351463" y="5224463"/>
            <a:ext cx="187325" cy="187325"/>
          </a:xfrm>
          <a:prstGeom prst="ellipse">
            <a:avLst/>
          </a:prstGeom>
          <a:noFill/>
          <a:ln w="9525" cmpd="sng" algn="ctr">
            <a:solidFill>
              <a:schemeClr val="accent2"/>
            </a:solidFill>
          </a:ln>
          <a:effectLst/>
          <a:extLst>
            <a:ext uri="{909E8E84-426E-40DD-AFC4-6F175D3DCCD1}">
              <a14:hiddenFill xmlns:a14="http://schemas.microsoft.com/office/drawing/2010/main">
                <a:solidFill>
                  <a:schemeClr val="accent6"/>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Arc 38">
            <a:extLst>
              <a:ext uri="{FF2B5EF4-FFF2-40B4-BE49-F238E27FC236}">
                <a16:creationId xmlns:a16="http://schemas.microsoft.com/office/drawing/2014/main" id="{342CD1FF-87AD-BBA3-9B52-C32B4BDF2BE7}"/>
              </a:ext>
            </a:extLst>
          </p:cNvPr>
          <p:cNvSpPr/>
          <p:nvPr>
            <p:custDataLst>
              <p:tags r:id="rId12"/>
            </p:custDataLst>
          </p:nvPr>
        </p:nvSpPr>
        <p:spPr bwMode="gray">
          <a:xfrm>
            <a:off x="5351463" y="5224463"/>
            <a:ext cx="187324" cy="187325"/>
          </a:xfrm>
          <a:prstGeom prst="arc">
            <a:avLst>
              <a:gd name="adj1" fmla="val 16200000"/>
              <a:gd name="adj2" fmla="val 0"/>
            </a:avLst>
          </a:prstGeom>
          <a:solidFill>
            <a:schemeClr val="accent2"/>
          </a:solidFill>
          <a:ln w="9525" cap="flat" cmpd="sng" algn="ctr">
            <a:solidFill>
              <a:schemeClr val="accent2"/>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7" name="Rectangle 46">
            <a:extLst>
              <a:ext uri="{FF2B5EF4-FFF2-40B4-BE49-F238E27FC236}">
                <a16:creationId xmlns:a16="http://schemas.microsoft.com/office/drawing/2014/main" id="{6C22535D-6DDE-3D24-42F6-07F1241420D1}"/>
              </a:ext>
            </a:extLst>
          </p:cNvPr>
          <p:cNvSpPr/>
          <p:nvPr/>
        </p:nvSpPr>
        <p:spPr>
          <a:xfrm>
            <a:off x="1532815" y="4539032"/>
            <a:ext cx="1399387" cy="882090"/>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Harvey Ball table design</a:t>
            </a:r>
            <a:r>
              <a:rPr lang="en-US" sz="1600" baseline="30000">
                <a:solidFill>
                  <a:schemeClr val="tx1"/>
                </a:solidFill>
              </a:rPr>
              <a:t>2</a:t>
            </a:r>
          </a:p>
        </p:txBody>
      </p:sp>
    </p:spTree>
    <p:extLst>
      <p:ext uri="{BB962C8B-B14F-4D97-AF65-F5344CB8AC3E}">
        <p14:creationId xmlns:p14="http://schemas.microsoft.com/office/powerpoint/2010/main" val="2396076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AD6DF27-934B-5E25-FA12-18E70D4D42C4}"/>
              </a:ext>
            </a:extLst>
          </p:cNvPr>
          <p:cNvGraphicFramePr>
            <a:graphicFrameLocks noChangeAspect="1"/>
          </p:cNvGraphicFramePr>
          <p:nvPr>
            <p:custDataLst>
              <p:tags r:id="rId1"/>
            </p:custDataLst>
            <p:extLst>
              <p:ext uri="{D42A27DB-BD31-4B8C-83A1-F6EECF244321}">
                <p14:modId xmlns:p14="http://schemas.microsoft.com/office/powerpoint/2010/main" val="33925686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7" name="think-cell data - do not delete" hidden="1">
                        <a:extLst>
                          <a:ext uri="{FF2B5EF4-FFF2-40B4-BE49-F238E27FC236}">
                            <a16:creationId xmlns:a16="http://schemas.microsoft.com/office/drawing/2014/main" id="{7AD6DF27-934B-5E25-FA12-18E70D4D42C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6A13C15-CD15-4836-38CB-BDD5C622940B}"/>
              </a:ext>
            </a:extLst>
          </p:cNvPr>
          <p:cNvSpPr>
            <a:spLocks noGrp="1"/>
          </p:cNvSpPr>
          <p:nvPr>
            <p:ph type="title"/>
          </p:nvPr>
        </p:nvSpPr>
        <p:spPr/>
        <p:txBody>
          <a:bodyPr vert="horz"/>
          <a:lstStyle/>
          <a:p>
            <a:r>
              <a:rPr lang="en-US"/>
              <a:t>Usage Rules</a:t>
            </a:r>
          </a:p>
        </p:txBody>
      </p:sp>
      <p:sp>
        <p:nvSpPr>
          <p:cNvPr id="3" name="Slide Number Placeholder 2">
            <a:extLst>
              <a:ext uri="{FF2B5EF4-FFF2-40B4-BE49-F238E27FC236}">
                <a16:creationId xmlns:a16="http://schemas.microsoft.com/office/drawing/2014/main" id="{0C57B6FB-E3EA-31CD-03E4-6D74DADA97BB}"/>
              </a:ext>
            </a:extLst>
          </p:cNvPr>
          <p:cNvSpPr>
            <a:spLocks noGrp="1"/>
          </p:cNvSpPr>
          <p:nvPr>
            <p:ph type="sldNum" sz="quarter" idx="12"/>
          </p:nvPr>
        </p:nvSpPr>
        <p:spPr/>
        <p:txBody>
          <a:bodyPr/>
          <a:lstStyle/>
          <a:p>
            <a:fld id="{84D58D1B-E4CD-4092-A64A-067BEFC75A17}" type="slidenum">
              <a:rPr lang="en-US" smtClean="0"/>
              <a:pPr/>
              <a:t>22</a:t>
            </a:fld>
            <a:endParaRPr lang="en-US"/>
          </a:p>
        </p:txBody>
      </p:sp>
      <p:sp>
        <p:nvSpPr>
          <p:cNvPr id="10" name="Text Placeholder 3">
            <a:extLst>
              <a:ext uri="{FF2B5EF4-FFF2-40B4-BE49-F238E27FC236}">
                <a16:creationId xmlns:a16="http://schemas.microsoft.com/office/drawing/2014/main" id="{079545BF-1133-8850-C1B8-B6D55D907FB0}"/>
              </a:ext>
            </a:extLst>
          </p:cNvPr>
          <p:cNvSpPr txBox="1">
            <a:spLocks/>
          </p:cNvSpPr>
          <p:nvPr/>
        </p:nvSpPr>
        <p:spPr>
          <a:xfrm>
            <a:off x="381000" y="1337159"/>
            <a:ext cx="4648200" cy="1991615"/>
          </a:xfrm>
          <a:prstGeom prst="rect">
            <a:avLst/>
          </a:prstGeom>
          <a:noFill/>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sz="1600" b="1">
                <a:solidFill>
                  <a:schemeClr val="accent2"/>
                </a:solidFill>
              </a:rPr>
              <a:t>UNIT ABBREVIATIONS</a:t>
            </a:r>
          </a:p>
          <a:p>
            <a:pPr>
              <a:spcBef>
                <a:spcPts val="600"/>
              </a:spcBef>
            </a:pPr>
            <a:r>
              <a:rPr lang="en-US" sz="1400"/>
              <a:t>Billion = B, Million = M, Thousand = k (e.g., $100B, 200M units)</a:t>
            </a:r>
          </a:p>
          <a:p>
            <a:pPr>
              <a:spcBef>
                <a:spcPts val="600"/>
              </a:spcBef>
            </a:pPr>
            <a:r>
              <a:rPr lang="en-US" sz="1400"/>
              <a:t>In unit lines beneath chart titles, use </a:t>
            </a:r>
            <a:r>
              <a:rPr lang="en-US" sz="1400" i="1"/>
              <a:t>Thousands of USD </a:t>
            </a:r>
            <a:r>
              <a:rPr lang="en-US" sz="1400"/>
              <a:t>and</a:t>
            </a:r>
            <a:r>
              <a:rPr lang="en-US" sz="1400" i="1"/>
              <a:t> Millions of USD</a:t>
            </a:r>
            <a:endParaRPr lang="en-US" sz="1400"/>
          </a:p>
          <a:p>
            <a:pPr>
              <a:spcBef>
                <a:spcPts val="600"/>
              </a:spcBef>
            </a:pPr>
            <a:r>
              <a:rPr lang="en-US" sz="1400"/>
              <a:t>45 kg, 47 </a:t>
            </a:r>
            <a:r>
              <a:rPr lang="en-US" sz="1400" err="1"/>
              <a:t>lb</a:t>
            </a:r>
            <a:r>
              <a:rPr lang="en-US" sz="1400"/>
              <a:t>  </a:t>
            </a:r>
          </a:p>
          <a:p>
            <a:pPr>
              <a:spcBef>
                <a:spcPts val="600"/>
              </a:spcBef>
            </a:pPr>
            <a:r>
              <a:rPr lang="en-US" sz="1400"/>
              <a:t>7 cm, 58 mm</a:t>
            </a:r>
          </a:p>
          <a:p>
            <a:pPr>
              <a:spcBef>
                <a:spcPts val="600"/>
              </a:spcBef>
            </a:pPr>
            <a:r>
              <a:rPr lang="en-US" sz="1400"/>
              <a:t>5 ft</a:t>
            </a:r>
            <a:r>
              <a:rPr lang="en-US" sz="1400" baseline="30000"/>
              <a:t>3</a:t>
            </a:r>
            <a:r>
              <a:rPr lang="en-US" sz="1400"/>
              <a:t>, 112 in</a:t>
            </a:r>
            <a:r>
              <a:rPr lang="en-US" sz="1400" baseline="30000"/>
              <a:t>3</a:t>
            </a:r>
            <a:r>
              <a:rPr lang="en-US" sz="1400"/>
              <a:t> </a:t>
            </a:r>
            <a:r>
              <a:rPr lang="en-US" sz="1400" i="1"/>
              <a:t>(not cu ft or cu in)</a:t>
            </a:r>
          </a:p>
          <a:p>
            <a:pPr>
              <a:spcBef>
                <a:spcPts val="600"/>
              </a:spcBef>
            </a:pPr>
            <a:r>
              <a:rPr lang="en-US" sz="1400"/>
              <a:t>27 ft</a:t>
            </a:r>
            <a:r>
              <a:rPr lang="en-US" sz="1400" baseline="30000"/>
              <a:t>2</a:t>
            </a:r>
            <a:r>
              <a:rPr lang="en-US" sz="1400"/>
              <a:t>, 50 m</a:t>
            </a:r>
            <a:r>
              <a:rPr lang="en-US" sz="1400" baseline="30000"/>
              <a:t>2</a:t>
            </a:r>
            <a:r>
              <a:rPr lang="en-US" sz="1400" i="1"/>
              <a:t> (not sq ft or sq m)</a:t>
            </a:r>
          </a:p>
          <a:p>
            <a:pPr>
              <a:spcBef>
                <a:spcPts val="600"/>
              </a:spcBef>
            </a:pPr>
            <a:endParaRPr lang="en-US" sz="1400"/>
          </a:p>
        </p:txBody>
      </p:sp>
      <p:sp>
        <p:nvSpPr>
          <p:cNvPr id="11" name="Text Placeholder 3">
            <a:extLst>
              <a:ext uri="{FF2B5EF4-FFF2-40B4-BE49-F238E27FC236}">
                <a16:creationId xmlns:a16="http://schemas.microsoft.com/office/drawing/2014/main" id="{9DF81624-6105-A81A-AD64-4E1199206B93}"/>
              </a:ext>
            </a:extLst>
          </p:cNvPr>
          <p:cNvSpPr txBox="1">
            <a:spLocks/>
          </p:cNvSpPr>
          <p:nvPr/>
        </p:nvSpPr>
        <p:spPr>
          <a:xfrm>
            <a:off x="381000" y="3741618"/>
            <a:ext cx="4648200" cy="1258549"/>
          </a:xfrm>
          <a:prstGeom prst="rect">
            <a:avLst/>
          </a:prstGeom>
          <a:ln>
            <a:noFill/>
          </a:ln>
        </p:spPr>
        <p:txBody>
          <a:bodyPr/>
          <a:lstStyle>
            <a:lvl1pPr marL="455613" indent="-227013" algn="l" defTabSz="609585" rtl="0" eaLnBrk="1" latinLnBrk="0" hangingPunct="1">
              <a:spcBef>
                <a:spcPct val="20000"/>
              </a:spcBef>
              <a:buFont typeface="Arial"/>
              <a:buChar char="•"/>
              <a:defRPr sz="2200" kern="1200">
                <a:solidFill>
                  <a:schemeClr val="tx1">
                    <a:lumMod val="50000"/>
                  </a:schemeClr>
                </a:solidFill>
                <a:latin typeface="+mn-lt"/>
                <a:ea typeface="+mn-ea"/>
                <a:cs typeface="+mn-cs"/>
              </a:defRPr>
            </a:lvl1pPr>
            <a:lvl2pPr marL="803275" indent="-228600" algn="l" defTabSz="609585" rtl="0" eaLnBrk="1" latinLnBrk="0" hangingPunct="1">
              <a:spcBef>
                <a:spcPct val="20000"/>
              </a:spcBef>
              <a:buFont typeface="Arial"/>
              <a:buChar char="–"/>
              <a:defRPr sz="2200" kern="1200">
                <a:solidFill>
                  <a:schemeClr val="tx1">
                    <a:lumMod val="50000"/>
                  </a:schemeClr>
                </a:solidFill>
                <a:latin typeface="+mn-lt"/>
                <a:ea typeface="+mn-ea"/>
                <a:cs typeface="+mn-cs"/>
              </a:defRPr>
            </a:lvl2pPr>
            <a:lvl3pPr marL="1143000" indent="-228600" algn="l" defTabSz="609585" rtl="0" eaLnBrk="1" latinLnBrk="0" hangingPunct="1">
              <a:spcBef>
                <a:spcPct val="20000"/>
              </a:spcBef>
              <a:buFont typeface="Wingdings" panose="05000000000000000000" pitchFamily="2" charset="2"/>
              <a:buChar char="§"/>
              <a:defRPr sz="2200" kern="1200">
                <a:solidFill>
                  <a:schemeClr val="tx1">
                    <a:lumMod val="50000"/>
                  </a:schemeClr>
                </a:solidFill>
                <a:latin typeface="+mn-lt"/>
                <a:ea typeface="+mn-ea"/>
                <a:cs typeface="+mn-cs"/>
              </a:defRPr>
            </a:lvl3pPr>
            <a:lvl4pPr marL="1489075" indent="-228600" algn="l" defTabSz="609585" rtl="0" eaLnBrk="1" latinLnBrk="0" hangingPunct="1">
              <a:spcBef>
                <a:spcPct val="20000"/>
              </a:spcBef>
              <a:buFont typeface="Courier New" panose="02070309020205020404" pitchFamily="49" charset="0"/>
              <a:buChar char="o"/>
              <a:defRPr sz="2200" kern="1200">
                <a:solidFill>
                  <a:schemeClr val="tx1">
                    <a:lumMod val="50000"/>
                  </a:schemeClr>
                </a:solidFill>
                <a:latin typeface="+mn-lt"/>
                <a:ea typeface="+mn-ea"/>
                <a:cs typeface="+mn-cs"/>
              </a:defRPr>
            </a:lvl4pPr>
            <a:lvl5pPr marL="1828800" indent="-228600" algn="l" defTabSz="609585" rtl="0" eaLnBrk="1" latinLnBrk="0" hangingPunct="1">
              <a:spcBef>
                <a:spcPct val="20000"/>
              </a:spcBef>
              <a:buFont typeface="Arial"/>
              <a:buChar char="»"/>
              <a:defRPr sz="2200" kern="1200">
                <a:solidFill>
                  <a:schemeClr val="tx1">
                    <a:lumMod val="50000"/>
                  </a:schemeClr>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228600" indent="-228600">
              <a:buFont typeface="Arial"/>
              <a:buNone/>
            </a:pPr>
            <a:r>
              <a:rPr lang="en-US" sz="1600" b="1">
                <a:solidFill>
                  <a:schemeClr val="accent2"/>
                </a:solidFill>
              </a:rPr>
              <a:t>NUMBERS</a:t>
            </a:r>
          </a:p>
          <a:p>
            <a:pPr marL="228600" indent="-228600">
              <a:spcBef>
                <a:spcPts val="600"/>
              </a:spcBef>
            </a:pPr>
            <a:r>
              <a:rPr lang="en-US" sz="1400">
                <a:solidFill>
                  <a:schemeClr val="tx1"/>
                </a:solidFill>
              </a:rPr>
              <a:t>Write out numbers under 10 unless:</a:t>
            </a:r>
          </a:p>
          <a:p>
            <a:pPr marL="457200" indent="-228600">
              <a:spcBef>
                <a:spcPts val="600"/>
              </a:spcBef>
              <a:buFont typeface="Calibri" panose="020F0502020204030204" pitchFamily="34" charset="0"/>
              <a:buChar char="–"/>
            </a:pPr>
            <a:r>
              <a:rPr lang="en-US" sz="1400"/>
              <a:t>The number is used with a unit of measure</a:t>
            </a:r>
          </a:p>
          <a:p>
            <a:pPr marL="457200" indent="-228600">
              <a:spcBef>
                <a:spcPts val="600"/>
              </a:spcBef>
              <a:buFont typeface="Calibri" panose="020F0502020204030204" pitchFamily="34" charset="0"/>
              <a:buChar char="–"/>
            </a:pPr>
            <a:r>
              <a:rPr lang="en-US" sz="1400"/>
              <a:t>The sentence contains a comparable number greater than 10, e.g.: </a:t>
            </a:r>
            <a:r>
              <a:rPr lang="en-US" sz="1400" i="1"/>
              <a:t>Teams have 5 to 15 members (</a:t>
            </a:r>
            <a:r>
              <a:rPr lang="en-US" sz="1400"/>
              <a:t>but</a:t>
            </a:r>
            <a:r>
              <a:rPr lang="en-US" sz="1400" i="1"/>
              <a:t>: The five teams have a total of 15 members)</a:t>
            </a:r>
          </a:p>
          <a:p>
            <a:pPr marL="457200" indent="-228600">
              <a:spcBef>
                <a:spcPts val="600"/>
              </a:spcBef>
              <a:buFont typeface="Calibri" panose="020F0502020204030204" pitchFamily="34" charset="0"/>
              <a:buChar char="–"/>
            </a:pPr>
            <a:r>
              <a:rPr lang="en-US" sz="1400"/>
              <a:t>You don’t have room; a numeral on a slide is OK</a:t>
            </a:r>
          </a:p>
          <a:p>
            <a:pPr marL="228600" indent="-228600">
              <a:spcBef>
                <a:spcPts val="600"/>
              </a:spcBef>
            </a:pPr>
            <a:r>
              <a:rPr lang="en-US" sz="1400"/>
              <a:t>Indicate uncertain accuracy by using a tilde (</a:t>
            </a:r>
            <a:r>
              <a:rPr lang="en-US" sz="1400" i="1"/>
              <a:t>~</a:t>
            </a:r>
            <a:r>
              <a:rPr lang="en-US" sz="1400"/>
              <a:t>) unless uncertainty is not significant (e.g., not </a:t>
            </a:r>
            <a:r>
              <a:rPr lang="en-US" sz="1400" i="1"/>
              <a:t>~1,937,025 units</a:t>
            </a:r>
            <a:r>
              <a:rPr lang="en-US" sz="1400"/>
              <a:t>)</a:t>
            </a:r>
          </a:p>
        </p:txBody>
      </p:sp>
      <p:sp>
        <p:nvSpPr>
          <p:cNvPr id="12" name="Text Placeholder 3">
            <a:extLst>
              <a:ext uri="{FF2B5EF4-FFF2-40B4-BE49-F238E27FC236}">
                <a16:creationId xmlns:a16="http://schemas.microsoft.com/office/drawing/2014/main" id="{344A94CB-F82A-C554-7BCC-C400E4455806}"/>
              </a:ext>
            </a:extLst>
          </p:cNvPr>
          <p:cNvSpPr txBox="1">
            <a:spLocks/>
          </p:cNvSpPr>
          <p:nvPr/>
        </p:nvSpPr>
        <p:spPr>
          <a:xfrm>
            <a:off x="5257801" y="1337159"/>
            <a:ext cx="6556514" cy="4969148"/>
          </a:xfrm>
          <a:prstGeom prst="rect">
            <a:avLst/>
          </a:prstGeom>
          <a:ln>
            <a:noFill/>
          </a:ln>
        </p:spPr>
        <p:txBody>
          <a:bodyPr/>
          <a:lstStyle>
            <a:lvl1pPr marL="455613" indent="-227013" algn="l" defTabSz="609585" rtl="0" eaLnBrk="1" latinLnBrk="0" hangingPunct="1">
              <a:spcBef>
                <a:spcPct val="20000"/>
              </a:spcBef>
              <a:buFont typeface="Arial"/>
              <a:buChar char="•"/>
              <a:defRPr sz="2200" kern="1200">
                <a:solidFill>
                  <a:schemeClr val="tx1">
                    <a:lumMod val="50000"/>
                  </a:schemeClr>
                </a:solidFill>
                <a:latin typeface="+mn-lt"/>
                <a:ea typeface="+mn-ea"/>
                <a:cs typeface="+mn-cs"/>
              </a:defRPr>
            </a:lvl1pPr>
            <a:lvl2pPr marL="803275" indent="-228600" algn="l" defTabSz="609585" rtl="0" eaLnBrk="1" latinLnBrk="0" hangingPunct="1">
              <a:spcBef>
                <a:spcPct val="20000"/>
              </a:spcBef>
              <a:buFont typeface="Arial"/>
              <a:buChar char="–"/>
              <a:defRPr sz="2200" kern="1200">
                <a:solidFill>
                  <a:schemeClr val="tx1">
                    <a:lumMod val="50000"/>
                  </a:schemeClr>
                </a:solidFill>
                <a:latin typeface="+mn-lt"/>
                <a:ea typeface="+mn-ea"/>
                <a:cs typeface="+mn-cs"/>
              </a:defRPr>
            </a:lvl2pPr>
            <a:lvl3pPr marL="1143000" indent="-228600" algn="l" defTabSz="609585" rtl="0" eaLnBrk="1" latinLnBrk="0" hangingPunct="1">
              <a:spcBef>
                <a:spcPct val="20000"/>
              </a:spcBef>
              <a:buFont typeface="Wingdings" panose="05000000000000000000" pitchFamily="2" charset="2"/>
              <a:buChar char="§"/>
              <a:defRPr sz="2200" kern="1200">
                <a:solidFill>
                  <a:schemeClr val="tx1">
                    <a:lumMod val="50000"/>
                  </a:schemeClr>
                </a:solidFill>
                <a:latin typeface="+mn-lt"/>
                <a:ea typeface="+mn-ea"/>
                <a:cs typeface="+mn-cs"/>
              </a:defRPr>
            </a:lvl3pPr>
            <a:lvl4pPr marL="1489075" indent="-228600" algn="l" defTabSz="609585" rtl="0" eaLnBrk="1" latinLnBrk="0" hangingPunct="1">
              <a:spcBef>
                <a:spcPct val="20000"/>
              </a:spcBef>
              <a:buFont typeface="Courier New" panose="02070309020205020404" pitchFamily="49" charset="0"/>
              <a:buChar char="o"/>
              <a:defRPr sz="2200" kern="1200">
                <a:solidFill>
                  <a:schemeClr val="tx1">
                    <a:lumMod val="50000"/>
                  </a:schemeClr>
                </a:solidFill>
                <a:latin typeface="+mn-lt"/>
                <a:ea typeface="+mn-ea"/>
                <a:cs typeface="+mn-cs"/>
              </a:defRPr>
            </a:lvl4pPr>
            <a:lvl5pPr marL="1828800" indent="-228600" algn="l" defTabSz="609585" rtl="0" eaLnBrk="1" latinLnBrk="0" hangingPunct="1">
              <a:spcBef>
                <a:spcPct val="20000"/>
              </a:spcBef>
              <a:buFont typeface="Arial"/>
              <a:buChar char="»"/>
              <a:defRPr sz="2200" kern="1200">
                <a:solidFill>
                  <a:schemeClr val="tx1">
                    <a:lumMod val="50000"/>
                  </a:schemeClr>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228600" indent="-168275">
              <a:buFont typeface="Arial"/>
              <a:buNone/>
            </a:pPr>
            <a:r>
              <a:rPr lang="en-US" sz="1600" b="1">
                <a:solidFill>
                  <a:schemeClr val="accent2"/>
                </a:solidFill>
              </a:rPr>
              <a:t>PUNCTUATION</a:t>
            </a:r>
          </a:p>
          <a:p>
            <a:pPr marL="288925" indent="-228600">
              <a:spcBef>
                <a:spcPts val="600"/>
              </a:spcBef>
            </a:pPr>
            <a:r>
              <a:rPr lang="en-US" sz="1400"/>
              <a:t>Use periods after non-unit abbreviations (e.g., mfg.) and in quotes and text blocks written with full sentences; </a:t>
            </a:r>
            <a:r>
              <a:rPr lang="en-US" sz="1400" b="1"/>
              <a:t>do not </a:t>
            </a:r>
            <a:r>
              <a:rPr lang="en-US" sz="1400"/>
              <a:t>use periods in bulleted text </a:t>
            </a:r>
          </a:p>
          <a:p>
            <a:pPr marL="288925" indent="-228600">
              <a:spcBef>
                <a:spcPts val="600"/>
              </a:spcBef>
            </a:pPr>
            <a:r>
              <a:rPr lang="en-US" sz="1400"/>
              <a:t>Periods and commas go inside quote marks; all other marks go outside </a:t>
            </a:r>
          </a:p>
          <a:p>
            <a:pPr marL="288925" indent="-228600">
              <a:spcBef>
                <a:spcPts val="600"/>
              </a:spcBef>
            </a:pPr>
            <a:r>
              <a:rPr lang="en-US" sz="1400"/>
              <a:t>Use the Oxford (serial) comma, e.g.: </a:t>
            </a:r>
            <a:r>
              <a:rPr lang="en-US" sz="1400" i="1"/>
              <a:t>The client’s principal products are polymers, fiber, and glass </a:t>
            </a:r>
          </a:p>
          <a:p>
            <a:pPr marL="288925" indent="-228600">
              <a:spcBef>
                <a:spcPts val="600"/>
              </a:spcBef>
            </a:pPr>
            <a:r>
              <a:rPr lang="en-US" sz="1400"/>
              <a:t>Put commas before and after </a:t>
            </a:r>
            <a:r>
              <a:rPr lang="en-US" sz="1400" i="1"/>
              <a:t>e.g., </a:t>
            </a:r>
            <a:r>
              <a:rPr lang="en-US" sz="1400"/>
              <a:t>which means </a:t>
            </a:r>
            <a:r>
              <a:rPr lang="en-US" sz="1400" i="1"/>
              <a:t>for example,</a:t>
            </a:r>
            <a:r>
              <a:rPr lang="en-US" sz="1400"/>
              <a:t> and </a:t>
            </a:r>
            <a:r>
              <a:rPr lang="en-US" sz="1400" i="1"/>
              <a:t>i.e.</a:t>
            </a:r>
            <a:r>
              <a:rPr lang="en-US" sz="1400"/>
              <a:t>, which means </a:t>
            </a:r>
            <a:r>
              <a:rPr lang="en-US" sz="1400" i="1"/>
              <a:t>that is</a:t>
            </a:r>
          </a:p>
          <a:p>
            <a:pPr marL="288925" indent="-228600">
              <a:spcBef>
                <a:spcPts val="600"/>
              </a:spcBef>
            </a:pPr>
            <a:r>
              <a:rPr lang="en-US" sz="1400"/>
              <a:t>Use a colon to introduce bulleted items in a text box if they complete a sentence</a:t>
            </a:r>
          </a:p>
          <a:p>
            <a:pPr marL="288925" indent="-228600">
              <a:spcBef>
                <a:spcPts val="600"/>
              </a:spcBef>
            </a:pPr>
            <a:r>
              <a:rPr lang="en-US" sz="1400"/>
              <a:t>Dashes and slashes</a:t>
            </a:r>
          </a:p>
          <a:p>
            <a:pPr marL="636587" lvl="1">
              <a:spcBef>
                <a:spcPts val="600"/>
              </a:spcBef>
            </a:pPr>
            <a:r>
              <a:rPr lang="en-US" sz="1400"/>
              <a:t>Use hyphens ( - ) to split words (e.g., long-term) and </a:t>
            </a:r>
            <a:r>
              <a:rPr lang="en-US" sz="1400" err="1"/>
              <a:t>en</a:t>
            </a:r>
            <a:r>
              <a:rPr lang="en-US" sz="1400"/>
              <a:t> dashes ( – ) for parentheticals, ranges, quote attributions, etc.; do not use </a:t>
            </a:r>
            <a:r>
              <a:rPr lang="en-US" sz="1400" err="1"/>
              <a:t>em</a:t>
            </a:r>
            <a:r>
              <a:rPr lang="en-US" sz="1400"/>
              <a:t> dashes ( — ) </a:t>
            </a:r>
          </a:p>
          <a:p>
            <a:pPr marL="636587" lvl="1">
              <a:spcBef>
                <a:spcPts val="600"/>
              </a:spcBef>
            </a:pPr>
            <a:r>
              <a:rPr lang="en-US" sz="1400"/>
              <a:t>Include spaces on either side of slashes and </a:t>
            </a:r>
            <a:r>
              <a:rPr lang="en-US" sz="1400" err="1"/>
              <a:t>en</a:t>
            </a:r>
            <a:r>
              <a:rPr lang="en-US" sz="1400"/>
              <a:t> dashes (this / that)</a:t>
            </a:r>
          </a:p>
          <a:p>
            <a:pPr marL="636587" lvl="1">
              <a:spcBef>
                <a:spcPts val="600"/>
              </a:spcBef>
            </a:pPr>
            <a:r>
              <a:rPr lang="en-US" sz="1400"/>
              <a:t>Do not include spaces around slashes in units (e.g., w/m</a:t>
            </a:r>
            <a:r>
              <a:rPr lang="en-US" sz="1400" baseline="30000"/>
              <a:t>2</a:t>
            </a:r>
            <a:r>
              <a:rPr lang="en-US" sz="1400"/>
              <a:t>)</a:t>
            </a:r>
          </a:p>
          <a:p>
            <a:pPr marL="284163" indent="-223838">
              <a:spcBef>
                <a:spcPts val="600"/>
              </a:spcBef>
              <a:buFont typeface="Arial" panose="020B0604020202020204" pitchFamily="34" charset="0"/>
              <a:buChar char="•"/>
            </a:pPr>
            <a:r>
              <a:rPr lang="en-US" sz="1400">
                <a:solidFill>
                  <a:srgbClr val="000000"/>
                </a:solidFill>
              </a:rPr>
              <a:t>Hyphenate compound modifiers as needed to make your meaning clear</a:t>
            </a:r>
          </a:p>
          <a:p>
            <a:pPr marL="628650" indent="-285750">
              <a:spcBef>
                <a:spcPts val="600"/>
              </a:spcBef>
              <a:buFont typeface="Wingdings" panose="05000000000000000000" pitchFamily="2" charset="2"/>
              <a:buChar char="ü"/>
            </a:pPr>
            <a:r>
              <a:rPr lang="en-US" sz="1400" b="1">
                <a:solidFill>
                  <a:srgbClr val="00B050"/>
                </a:solidFill>
              </a:rPr>
              <a:t>Correct: </a:t>
            </a:r>
            <a:r>
              <a:rPr lang="en-US" sz="1400" i="1">
                <a:solidFill>
                  <a:srgbClr val="000000"/>
                </a:solidFill>
              </a:rPr>
              <a:t>The committee has started long-term planning</a:t>
            </a:r>
          </a:p>
          <a:p>
            <a:pPr marL="628650" indent="-285750">
              <a:spcBef>
                <a:spcPts val="600"/>
              </a:spcBef>
              <a:buFont typeface="Calibri" panose="020F0502020204030204" pitchFamily="34" charset="0"/>
              <a:buChar char="ᴓ"/>
            </a:pPr>
            <a:r>
              <a:rPr lang="en-US" sz="1400" b="1">
                <a:solidFill>
                  <a:schemeClr val="accent1"/>
                </a:solidFill>
              </a:rPr>
              <a:t>Incorrect: </a:t>
            </a:r>
            <a:r>
              <a:rPr lang="en-US" sz="1400" i="1">
                <a:solidFill>
                  <a:srgbClr val="000000"/>
                </a:solidFill>
              </a:rPr>
              <a:t>The committee will create long term strategy</a:t>
            </a:r>
          </a:p>
        </p:txBody>
      </p:sp>
    </p:spTree>
    <p:extLst>
      <p:ext uri="{BB962C8B-B14F-4D97-AF65-F5344CB8AC3E}">
        <p14:creationId xmlns:p14="http://schemas.microsoft.com/office/powerpoint/2010/main" val="2587300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AD6DF27-934B-5E25-FA12-18E70D4D42C4}"/>
              </a:ext>
            </a:extLst>
          </p:cNvPr>
          <p:cNvGraphicFramePr>
            <a:graphicFrameLocks noChangeAspect="1"/>
          </p:cNvGraphicFramePr>
          <p:nvPr>
            <p:custDataLst>
              <p:tags r:id="rId1"/>
            </p:custDataLst>
            <p:extLst>
              <p:ext uri="{D42A27DB-BD31-4B8C-83A1-F6EECF244321}">
                <p14:modId xmlns:p14="http://schemas.microsoft.com/office/powerpoint/2010/main" val="8710115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7" name="think-cell data - do not delete" hidden="1">
                        <a:extLst>
                          <a:ext uri="{FF2B5EF4-FFF2-40B4-BE49-F238E27FC236}">
                            <a16:creationId xmlns:a16="http://schemas.microsoft.com/office/drawing/2014/main" id="{7AD6DF27-934B-5E25-FA12-18E70D4D42C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6A13C15-CD15-4836-38CB-BDD5C622940B}"/>
              </a:ext>
            </a:extLst>
          </p:cNvPr>
          <p:cNvSpPr>
            <a:spLocks noGrp="1"/>
          </p:cNvSpPr>
          <p:nvPr>
            <p:ph type="title"/>
          </p:nvPr>
        </p:nvSpPr>
        <p:spPr/>
        <p:txBody>
          <a:bodyPr vert="horz"/>
          <a:lstStyle/>
          <a:p>
            <a:r>
              <a:rPr lang="en-US"/>
              <a:t>Usage Rules</a:t>
            </a:r>
          </a:p>
        </p:txBody>
      </p:sp>
      <p:sp>
        <p:nvSpPr>
          <p:cNvPr id="3" name="Slide Number Placeholder 2">
            <a:extLst>
              <a:ext uri="{FF2B5EF4-FFF2-40B4-BE49-F238E27FC236}">
                <a16:creationId xmlns:a16="http://schemas.microsoft.com/office/drawing/2014/main" id="{0C57B6FB-E3EA-31CD-03E4-6D74DADA97BB}"/>
              </a:ext>
            </a:extLst>
          </p:cNvPr>
          <p:cNvSpPr>
            <a:spLocks noGrp="1"/>
          </p:cNvSpPr>
          <p:nvPr>
            <p:ph type="sldNum" sz="quarter" idx="12"/>
          </p:nvPr>
        </p:nvSpPr>
        <p:spPr/>
        <p:txBody>
          <a:bodyPr/>
          <a:lstStyle/>
          <a:p>
            <a:fld id="{84D58D1B-E4CD-4092-A64A-067BEFC75A17}" type="slidenum">
              <a:rPr lang="en-US" smtClean="0"/>
              <a:pPr/>
              <a:t>23</a:t>
            </a:fld>
            <a:endParaRPr lang="en-US"/>
          </a:p>
        </p:txBody>
      </p:sp>
      <p:sp>
        <p:nvSpPr>
          <p:cNvPr id="4" name="Text Placeholder 3">
            <a:extLst>
              <a:ext uri="{FF2B5EF4-FFF2-40B4-BE49-F238E27FC236}">
                <a16:creationId xmlns:a16="http://schemas.microsoft.com/office/drawing/2014/main" id="{6A682B87-7C1D-5DD5-8756-D5E6FE2D73CB}"/>
              </a:ext>
            </a:extLst>
          </p:cNvPr>
          <p:cNvSpPr>
            <a:spLocks noGrp="1"/>
          </p:cNvSpPr>
          <p:nvPr>
            <p:ph type="body" sz="quarter" idx="15"/>
          </p:nvPr>
        </p:nvSpPr>
        <p:spPr/>
        <p:txBody>
          <a:bodyPr/>
          <a:lstStyle/>
          <a:p>
            <a:endParaRPr lang="en-US"/>
          </a:p>
        </p:txBody>
      </p:sp>
      <p:sp>
        <p:nvSpPr>
          <p:cNvPr id="5" name="Rounded Rectangle 3">
            <a:extLst>
              <a:ext uri="{FF2B5EF4-FFF2-40B4-BE49-F238E27FC236}">
                <a16:creationId xmlns:a16="http://schemas.microsoft.com/office/drawing/2014/main" id="{608675A2-35BF-CE6C-9B7D-2A2F602DA593}"/>
              </a:ext>
            </a:extLst>
          </p:cNvPr>
          <p:cNvSpPr/>
          <p:nvPr/>
        </p:nvSpPr>
        <p:spPr>
          <a:xfrm>
            <a:off x="5644666" y="2753880"/>
            <a:ext cx="6152098" cy="3079870"/>
          </a:xfrm>
          <a:prstGeom prst="roundRect">
            <a:avLst>
              <a:gd name="adj" fmla="val 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228600" marR="0" lvl="0" indent="-228600" algn="l" defTabSz="914400" rtl="0" eaLnBrk="1" fontAlgn="auto" latinLnBrk="0" hangingPunct="1">
              <a:lnSpc>
                <a:spcPct val="100000"/>
              </a:lnSpc>
              <a:spcBef>
                <a:spcPts val="1200"/>
              </a:spcBef>
              <a:spcAft>
                <a:spcPts val="0"/>
              </a:spcAft>
              <a:buClrTx/>
              <a:buSzTx/>
              <a:buFont typeface="Arial"/>
              <a:buNone/>
              <a:tabLst/>
              <a:defRPr/>
            </a:pPr>
            <a:r>
              <a:rPr kumimoji="0" lang="en-US" sz="1600" b="1" i="0" u="none" strike="noStrike" kern="1200" cap="none" spc="0" normalizeH="0" baseline="0" noProof="0">
                <a:ln>
                  <a:noFill/>
                </a:ln>
                <a:solidFill>
                  <a:schemeClr val="accent2"/>
                </a:solidFill>
                <a:effectLst/>
                <a:uLnTx/>
                <a:uFillTx/>
                <a:latin typeface="Aptos" panose="02110004020202020204"/>
                <a:ea typeface="+mn-ea"/>
                <a:cs typeface="+mn-cs"/>
              </a:rPr>
              <a:t>OTHER COMMON ERRORS TO AVOID</a:t>
            </a:r>
            <a:endParaRPr kumimoji="0" lang="en-US" sz="1600" b="0" i="0" u="sng"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600" b="0" i="0" u="sng" strike="noStrike" kern="1200" cap="none" spc="0" normalizeH="0" baseline="0" noProof="0">
                <a:ln>
                  <a:noFill/>
                </a:ln>
                <a:solidFill>
                  <a:prstClr val="black"/>
                </a:solidFill>
                <a:effectLst/>
                <a:uLnTx/>
                <a:uFillTx/>
                <a:latin typeface="Aptos" panose="02110004020202020204"/>
                <a:ea typeface="+mn-ea"/>
                <a:cs typeface="+mn-cs"/>
              </a:rPr>
              <a:t>Effect vs. affect</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en-US" sz="1600" b="1" i="1" u="none" strike="noStrike" kern="1200" cap="none" spc="0" normalizeH="0" baseline="0" noProof="0">
                <a:ln>
                  <a:noFill/>
                </a:ln>
                <a:solidFill>
                  <a:prstClr val="black"/>
                </a:solidFill>
                <a:effectLst/>
                <a:uLnTx/>
                <a:uFillTx/>
                <a:latin typeface="Aptos" panose="02110004020202020204"/>
                <a:ea typeface="+mn-ea"/>
                <a:cs typeface="+mn-cs"/>
              </a:rPr>
              <a:t>Affect </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is usually a verb, and </a:t>
            </a:r>
            <a:r>
              <a:rPr kumimoji="0" lang="en-US" sz="1600" b="1" i="1" u="none" strike="noStrike" kern="1200" cap="none" spc="0" normalizeH="0" baseline="0" noProof="0">
                <a:ln>
                  <a:noFill/>
                </a:ln>
                <a:solidFill>
                  <a:prstClr val="black"/>
                </a:solidFill>
                <a:effectLst/>
                <a:uLnTx/>
                <a:uFillTx/>
                <a:latin typeface="Aptos" panose="02110004020202020204"/>
                <a:ea typeface="+mn-ea"/>
                <a:cs typeface="+mn-cs"/>
              </a:rPr>
              <a:t>effect </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is usually a noun. To affect something is to change or influence it, and an effect is something that happens due to a cause. </a:t>
            </a:r>
            <a:r>
              <a:rPr kumimoji="0" lang="en-US" sz="1600" b="0" i="1" u="none" strike="noStrike" kern="1200" cap="none" spc="0" normalizeH="0" baseline="0" noProof="0">
                <a:ln>
                  <a:noFill/>
                </a:ln>
                <a:solidFill>
                  <a:prstClr val="black"/>
                </a:solidFill>
                <a:effectLst/>
                <a:uLnTx/>
                <a:uFillTx/>
                <a:latin typeface="Aptos" panose="02110004020202020204"/>
                <a:ea typeface="+mn-ea"/>
                <a:cs typeface="+mn-cs"/>
              </a:rPr>
              <a:t>NB: Effect can also be used as a verb meaning “to bring about” (e.g., to effect change).</a:t>
            </a:r>
            <a:endParaRPr kumimoji="0" lang="en-US" sz="16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600" b="0" i="0" u="sng" strike="noStrike" kern="1200" cap="none" spc="0" normalizeH="0" baseline="0" noProof="0">
                <a:ln>
                  <a:noFill/>
                </a:ln>
                <a:solidFill>
                  <a:prstClr val="black"/>
                </a:solidFill>
                <a:effectLst/>
                <a:uLnTx/>
                <a:uFillTx/>
                <a:latin typeface="Aptos" panose="02110004020202020204"/>
                <a:ea typeface="+mn-ea"/>
                <a:cs typeface="+mn-cs"/>
              </a:rPr>
              <a:t>Then vs. than</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 </a:t>
            </a:r>
            <a:r>
              <a:rPr kumimoji="0" lang="en-US" sz="1600" b="1" i="1" u="none" strike="noStrike" kern="1200" cap="none" spc="0" normalizeH="0" baseline="0" noProof="0">
                <a:ln>
                  <a:noFill/>
                </a:ln>
                <a:solidFill>
                  <a:prstClr val="black"/>
                </a:solidFill>
                <a:effectLst/>
                <a:uLnTx/>
                <a:uFillTx/>
                <a:latin typeface="Aptos" panose="02110004020202020204"/>
                <a:ea typeface="+mn-ea"/>
                <a:cs typeface="+mn-cs"/>
              </a:rPr>
              <a:t>Then</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 is mainly an adverb, often used to situate actions in time. </a:t>
            </a:r>
            <a:r>
              <a:rPr kumimoji="0" lang="en-US" sz="1600" b="1" i="1" u="none" strike="noStrike" kern="1200" cap="none" spc="0" normalizeH="0" baseline="0" noProof="0">
                <a:ln>
                  <a:noFill/>
                </a:ln>
                <a:solidFill>
                  <a:prstClr val="black"/>
                </a:solidFill>
                <a:effectLst/>
                <a:uLnTx/>
                <a:uFillTx/>
                <a:latin typeface="Aptos" panose="02110004020202020204"/>
                <a:ea typeface="+mn-ea"/>
                <a:cs typeface="+mn-cs"/>
              </a:rPr>
              <a:t>Than</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 is a conjunction used mainly in making comparisons—e.g., “My breakfast is better than yours.”</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600" b="0" i="0" u="sng" strike="noStrike" kern="1200" cap="none" spc="0" normalizeH="0" baseline="0" noProof="0">
                <a:ln>
                  <a:noFill/>
                </a:ln>
                <a:solidFill>
                  <a:prstClr val="black"/>
                </a:solidFill>
                <a:effectLst/>
                <a:uLnTx/>
                <a:uFillTx/>
                <a:latin typeface="Aptos" panose="02110004020202020204"/>
                <a:ea typeface="+mn-ea"/>
                <a:cs typeface="+mn-cs"/>
              </a:rPr>
              <a:t>Split infinitives</a:t>
            </a: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 Adverbs should not be inserted into infinitives—instead of saying, “To rapidly search,” try, “To search rapidly.”</a:t>
            </a:r>
            <a:endParaRPr kumimoji="0" lang="en-US" sz="1600" b="0" i="0" u="sng"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 name="Text Placeholder 3">
            <a:extLst>
              <a:ext uri="{FF2B5EF4-FFF2-40B4-BE49-F238E27FC236}">
                <a16:creationId xmlns:a16="http://schemas.microsoft.com/office/drawing/2014/main" id="{C80D34BE-4D50-2022-B1DF-99ADDC594E8C}"/>
              </a:ext>
            </a:extLst>
          </p:cNvPr>
          <p:cNvSpPr txBox="1">
            <a:spLocks/>
          </p:cNvSpPr>
          <p:nvPr/>
        </p:nvSpPr>
        <p:spPr>
          <a:xfrm>
            <a:off x="377686" y="1324303"/>
            <a:ext cx="4924781" cy="2630448"/>
          </a:xfrm>
          <a:prstGeom prst="rect">
            <a:avLst/>
          </a:prstGeom>
          <a:ln>
            <a:noFill/>
          </a:ln>
        </p:spPr>
        <p:txBody>
          <a:bodyPr/>
          <a:lstStyle>
            <a:lvl1pPr marL="455613" indent="-227013" algn="l" defTabSz="609585" rtl="0" eaLnBrk="1" latinLnBrk="0" hangingPunct="1">
              <a:spcBef>
                <a:spcPct val="20000"/>
              </a:spcBef>
              <a:buFont typeface="Arial"/>
              <a:buChar char="•"/>
              <a:defRPr sz="2200" kern="1200">
                <a:solidFill>
                  <a:schemeClr val="tx1">
                    <a:lumMod val="50000"/>
                  </a:schemeClr>
                </a:solidFill>
                <a:latin typeface="+mn-lt"/>
                <a:ea typeface="+mn-ea"/>
                <a:cs typeface="+mn-cs"/>
              </a:defRPr>
            </a:lvl1pPr>
            <a:lvl2pPr marL="803275" indent="-228600" algn="l" defTabSz="609585" rtl="0" eaLnBrk="1" latinLnBrk="0" hangingPunct="1">
              <a:spcBef>
                <a:spcPct val="20000"/>
              </a:spcBef>
              <a:buFont typeface="Arial"/>
              <a:buChar char="–"/>
              <a:defRPr sz="2200" kern="1200">
                <a:solidFill>
                  <a:schemeClr val="tx1">
                    <a:lumMod val="50000"/>
                  </a:schemeClr>
                </a:solidFill>
                <a:latin typeface="+mn-lt"/>
                <a:ea typeface="+mn-ea"/>
                <a:cs typeface="+mn-cs"/>
              </a:defRPr>
            </a:lvl2pPr>
            <a:lvl3pPr marL="1143000" indent="-228600" algn="l" defTabSz="609585" rtl="0" eaLnBrk="1" latinLnBrk="0" hangingPunct="1">
              <a:spcBef>
                <a:spcPct val="20000"/>
              </a:spcBef>
              <a:buFont typeface="Wingdings" panose="05000000000000000000" pitchFamily="2" charset="2"/>
              <a:buChar char="§"/>
              <a:defRPr sz="2200" kern="1200">
                <a:solidFill>
                  <a:schemeClr val="tx1">
                    <a:lumMod val="50000"/>
                  </a:schemeClr>
                </a:solidFill>
                <a:latin typeface="+mn-lt"/>
                <a:ea typeface="+mn-ea"/>
                <a:cs typeface="+mn-cs"/>
              </a:defRPr>
            </a:lvl3pPr>
            <a:lvl4pPr marL="1489075" indent="-228600" algn="l" defTabSz="609585" rtl="0" eaLnBrk="1" latinLnBrk="0" hangingPunct="1">
              <a:spcBef>
                <a:spcPct val="20000"/>
              </a:spcBef>
              <a:buFont typeface="Courier New" panose="02070309020205020404" pitchFamily="49" charset="0"/>
              <a:buChar char="o"/>
              <a:defRPr sz="2200" kern="1200">
                <a:solidFill>
                  <a:schemeClr val="tx1">
                    <a:lumMod val="50000"/>
                  </a:schemeClr>
                </a:solidFill>
                <a:latin typeface="+mn-lt"/>
                <a:ea typeface="+mn-ea"/>
                <a:cs typeface="+mn-cs"/>
              </a:defRPr>
            </a:lvl4pPr>
            <a:lvl5pPr marL="1828800" indent="-228600" algn="l" defTabSz="609585" rtl="0" eaLnBrk="1" latinLnBrk="0" hangingPunct="1">
              <a:spcBef>
                <a:spcPct val="20000"/>
              </a:spcBef>
              <a:buFont typeface="Arial"/>
              <a:buChar char="»"/>
              <a:defRPr sz="2200" kern="1200">
                <a:solidFill>
                  <a:schemeClr val="tx1">
                    <a:lumMod val="50000"/>
                  </a:schemeClr>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228600" indent="-228600">
              <a:buFont typeface="Arial"/>
              <a:buNone/>
            </a:pPr>
            <a:r>
              <a:rPr lang="en-US" sz="1600" b="1">
                <a:solidFill>
                  <a:schemeClr val="accent2"/>
                </a:solidFill>
              </a:rPr>
              <a:t>CAPITALIZATION</a:t>
            </a:r>
          </a:p>
          <a:p>
            <a:pPr marL="228600" indent="-228600">
              <a:spcBef>
                <a:spcPts val="600"/>
              </a:spcBef>
            </a:pPr>
            <a:r>
              <a:rPr lang="en-US" sz="1600"/>
              <a:t>Major words in: axis, row, and column labels;  unit lines; and document titles</a:t>
            </a:r>
          </a:p>
          <a:p>
            <a:pPr marL="228600" indent="-228600">
              <a:spcBef>
                <a:spcPts val="600"/>
              </a:spcBef>
            </a:pPr>
            <a:r>
              <a:rPr lang="en-US" sz="1600"/>
              <a:t>Proper nouns: people, places, and organizations</a:t>
            </a:r>
          </a:p>
          <a:p>
            <a:pPr marL="228600" indent="-228600">
              <a:spcBef>
                <a:spcPts val="600"/>
              </a:spcBef>
            </a:pPr>
            <a:r>
              <a:rPr lang="en-US" sz="1600"/>
              <a:t>Capitalize job titles of specific people </a:t>
            </a:r>
            <a:r>
              <a:rPr lang="en-US" sz="1600" i="1"/>
              <a:t>(Senior Manager Irving Scott</a:t>
            </a:r>
            <a:r>
              <a:rPr lang="en-US" sz="1600"/>
              <a:t>) but not position titles (</a:t>
            </a:r>
            <a:r>
              <a:rPr lang="en-US" sz="1600" i="1"/>
              <a:t>He’s the new regional manager</a:t>
            </a:r>
            <a:r>
              <a:rPr lang="en-US" sz="1600"/>
              <a:t>) </a:t>
            </a:r>
          </a:p>
          <a:p>
            <a:pPr marL="228600" indent="-228600">
              <a:spcBef>
                <a:spcPts val="600"/>
              </a:spcBef>
            </a:pPr>
            <a:r>
              <a:rPr lang="en-US" sz="1600"/>
              <a:t> </a:t>
            </a:r>
            <a:r>
              <a:rPr lang="en-US" sz="1600">
                <a:solidFill>
                  <a:srgbClr val="000000"/>
                </a:solidFill>
              </a:rPr>
              <a:t>Spell out acronyms upon first use (not in a headline)</a:t>
            </a:r>
          </a:p>
          <a:p>
            <a:pPr marL="401638" indent="-173038">
              <a:spcBef>
                <a:spcPts val="600"/>
              </a:spcBef>
              <a:buFont typeface="Wingdings" panose="05000000000000000000" pitchFamily="2" charset="2"/>
              <a:buChar char="ü"/>
            </a:pPr>
            <a:r>
              <a:rPr lang="en-US" sz="1600" b="1">
                <a:solidFill>
                  <a:srgbClr val="00B050"/>
                </a:solidFill>
              </a:rPr>
              <a:t>Correct: </a:t>
            </a:r>
            <a:r>
              <a:rPr lang="en-US" sz="1600" i="1">
                <a:solidFill>
                  <a:srgbClr val="000000"/>
                </a:solidFill>
              </a:rPr>
              <a:t>The market for value-added assemblies (VAAs) is large</a:t>
            </a:r>
          </a:p>
          <a:p>
            <a:pPr marL="401638" indent="-173038">
              <a:spcBef>
                <a:spcPts val="600"/>
              </a:spcBef>
              <a:buFont typeface="Calibri" panose="020F0502020204030204" pitchFamily="34" charset="0"/>
              <a:buChar char="ᴓ"/>
            </a:pPr>
            <a:r>
              <a:rPr lang="en-US" sz="1600" b="1">
                <a:solidFill>
                  <a:schemeClr val="accent1"/>
                </a:solidFill>
              </a:rPr>
              <a:t> Incorrect: </a:t>
            </a:r>
            <a:r>
              <a:rPr lang="en-US" sz="1600" i="1">
                <a:solidFill>
                  <a:srgbClr val="000000"/>
                </a:solidFill>
              </a:rPr>
              <a:t>VAAs are a good opportunity</a:t>
            </a:r>
          </a:p>
          <a:p>
            <a:pPr marL="228600" indent="-228600">
              <a:spcBef>
                <a:spcPts val="600"/>
              </a:spcBef>
            </a:pPr>
            <a:r>
              <a:rPr lang="en-US" sz="1600">
                <a:solidFill>
                  <a:srgbClr val="000000"/>
                </a:solidFill>
              </a:rPr>
              <a:t>But: Don’t spell out common acronyms —FDA, USA, IBM</a:t>
            </a:r>
          </a:p>
          <a:p>
            <a:pPr marL="228600" indent="-168275">
              <a:spcBef>
                <a:spcPts val="0"/>
              </a:spcBef>
            </a:pPr>
            <a:endParaRPr lang="en-US" sz="1600"/>
          </a:p>
        </p:txBody>
      </p:sp>
      <p:sp>
        <p:nvSpPr>
          <p:cNvPr id="8" name="Text Placeholder 3">
            <a:extLst>
              <a:ext uri="{FF2B5EF4-FFF2-40B4-BE49-F238E27FC236}">
                <a16:creationId xmlns:a16="http://schemas.microsoft.com/office/drawing/2014/main" id="{70F60B01-5FB5-DCDA-788D-527A977301F0}"/>
              </a:ext>
            </a:extLst>
          </p:cNvPr>
          <p:cNvSpPr txBox="1">
            <a:spLocks/>
          </p:cNvSpPr>
          <p:nvPr/>
        </p:nvSpPr>
        <p:spPr>
          <a:xfrm>
            <a:off x="5644666" y="1324303"/>
            <a:ext cx="6152098" cy="1012065"/>
          </a:xfrm>
          <a:prstGeom prst="rect">
            <a:avLst/>
          </a:prstGeom>
          <a:ln>
            <a:noFill/>
          </a:ln>
        </p:spPr>
        <p:txBody>
          <a:bodyPr/>
          <a:lstStyle>
            <a:lvl1pPr marL="455613" indent="-227013" algn="l" defTabSz="609585" rtl="0" eaLnBrk="1" latinLnBrk="0" hangingPunct="1">
              <a:spcBef>
                <a:spcPct val="20000"/>
              </a:spcBef>
              <a:buFont typeface="Arial"/>
              <a:buChar char="•"/>
              <a:defRPr sz="2200" kern="1200">
                <a:solidFill>
                  <a:schemeClr val="tx1">
                    <a:lumMod val="50000"/>
                  </a:schemeClr>
                </a:solidFill>
                <a:latin typeface="+mn-lt"/>
                <a:ea typeface="+mn-ea"/>
                <a:cs typeface="+mn-cs"/>
              </a:defRPr>
            </a:lvl1pPr>
            <a:lvl2pPr marL="803275" indent="-228600" algn="l" defTabSz="609585" rtl="0" eaLnBrk="1" latinLnBrk="0" hangingPunct="1">
              <a:spcBef>
                <a:spcPct val="20000"/>
              </a:spcBef>
              <a:buFont typeface="Arial"/>
              <a:buChar char="–"/>
              <a:defRPr sz="2200" kern="1200">
                <a:solidFill>
                  <a:schemeClr val="tx1">
                    <a:lumMod val="50000"/>
                  </a:schemeClr>
                </a:solidFill>
                <a:latin typeface="+mn-lt"/>
                <a:ea typeface="+mn-ea"/>
                <a:cs typeface="+mn-cs"/>
              </a:defRPr>
            </a:lvl2pPr>
            <a:lvl3pPr marL="1143000" indent="-228600" algn="l" defTabSz="609585" rtl="0" eaLnBrk="1" latinLnBrk="0" hangingPunct="1">
              <a:spcBef>
                <a:spcPct val="20000"/>
              </a:spcBef>
              <a:buFont typeface="Wingdings" panose="05000000000000000000" pitchFamily="2" charset="2"/>
              <a:buChar char="§"/>
              <a:defRPr sz="2200" kern="1200">
                <a:solidFill>
                  <a:schemeClr val="tx1">
                    <a:lumMod val="50000"/>
                  </a:schemeClr>
                </a:solidFill>
                <a:latin typeface="+mn-lt"/>
                <a:ea typeface="+mn-ea"/>
                <a:cs typeface="+mn-cs"/>
              </a:defRPr>
            </a:lvl3pPr>
            <a:lvl4pPr marL="1489075" indent="-228600" algn="l" defTabSz="609585" rtl="0" eaLnBrk="1" latinLnBrk="0" hangingPunct="1">
              <a:spcBef>
                <a:spcPct val="20000"/>
              </a:spcBef>
              <a:buFont typeface="Courier New" panose="02070309020205020404" pitchFamily="49" charset="0"/>
              <a:buChar char="o"/>
              <a:defRPr sz="2200" kern="1200">
                <a:solidFill>
                  <a:schemeClr val="tx1">
                    <a:lumMod val="50000"/>
                  </a:schemeClr>
                </a:solidFill>
                <a:latin typeface="+mn-lt"/>
                <a:ea typeface="+mn-ea"/>
                <a:cs typeface="+mn-cs"/>
              </a:defRPr>
            </a:lvl4pPr>
            <a:lvl5pPr marL="1828800" indent="-228600" algn="l" defTabSz="609585" rtl="0" eaLnBrk="1" latinLnBrk="0" hangingPunct="1">
              <a:spcBef>
                <a:spcPct val="20000"/>
              </a:spcBef>
              <a:buFont typeface="Arial"/>
              <a:buChar char="»"/>
              <a:defRPr sz="2200" kern="1200">
                <a:solidFill>
                  <a:schemeClr val="tx1">
                    <a:lumMod val="50000"/>
                  </a:schemeClr>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228600" indent="-228600">
              <a:buFont typeface="Arial"/>
              <a:buNone/>
            </a:pPr>
            <a:r>
              <a:rPr lang="en-US" sz="1600" b="1">
                <a:solidFill>
                  <a:schemeClr val="accent2"/>
                </a:solidFill>
              </a:rPr>
              <a:t>SUBSCRIPTS AND SUPERSCRIPTS</a:t>
            </a:r>
          </a:p>
          <a:p>
            <a:pPr marL="228600" indent="-228600"/>
            <a:r>
              <a:rPr lang="en-US" sz="1600"/>
              <a:t>O</a:t>
            </a:r>
            <a:r>
              <a:rPr lang="en-US" sz="1600" baseline="-25000"/>
              <a:t>2</a:t>
            </a:r>
            <a:r>
              <a:rPr lang="en-US" sz="1600"/>
              <a:t>, CO</a:t>
            </a:r>
            <a:r>
              <a:rPr lang="en-US" sz="1600" baseline="-25000"/>
              <a:t>2</a:t>
            </a:r>
            <a:r>
              <a:rPr lang="en-US" sz="1600"/>
              <a:t>, H</a:t>
            </a:r>
            <a:r>
              <a:rPr lang="en-US" sz="1600" baseline="-25000"/>
              <a:t>2</a:t>
            </a:r>
            <a:r>
              <a:rPr lang="en-US" sz="1600"/>
              <a:t>0 </a:t>
            </a:r>
            <a:r>
              <a:rPr lang="en-US" sz="1600" i="1"/>
              <a:t>not </a:t>
            </a:r>
            <a:r>
              <a:rPr lang="en-US" sz="1600"/>
              <a:t>CO2</a:t>
            </a:r>
          </a:p>
          <a:p>
            <a:pPr marL="228600" indent="-228600"/>
            <a:r>
              <a:rPr lang="en-US" sz="1600"/>
              <a:t>General note* or source</a:t>
            </a:r>
            <a:r>
              <a:rPr lang="en-US" sz="1600" baseline="30000"/>
              <a:t>1</a:t>
            </a:r>
            <a:endParaRPr lang="en-US" sz="1600"/>
          </a:p>
        </p:txBody>
      </p:sp>
    </p:spTree>
    <p:extLst>
      <p:ext uri="{BB962C8B-B14F-4D97-AF65-F5344CB8AC3E}">
        <p14:creationId xmlns:p14="http://schemas.microsoft.com/office/powerpoint/2010/main" val="3910650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68DDA7D-C331-B3B4-5E91-992893D8EAAE}"/>
              </a:ext>
            </a:extLst>
          </p:cNvPr>
          <p:cNvGraphicFramePr>
            <a:graphicFrameLocks noChangeAspect="1"/>
          </p:cNvGraphicFramePr>
          <p:nvPr>
            <p:custDataLst>
              <p:tags r:id="rId1"/>
            </p:custDataLst>
            <p:extLst>
              <p:ext uri="{D42A27DB-BD31-4B8C-83A1-F6EECF244321}">
                <p14:modId xmlns:p14="http://schemas.microsoft.com/office/powerpoint/2010/main" val="31421816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8" name="think-cell data - do not delete" hidden="1">
                        <a:extLst>
                          <a:ext uri="{FF2B5EF4-FFF2-40B4-BE49-F238E27FC236}">
                            <a16:creationId xmlns:a16="http://schemas.microsoft.com/office/drawing/2014/main" id="{F68DDA7D-C331-B3B4-5E91-992893D8EAA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C67F42-B226-61F7-CD9B-EFD359E12E32}"/>
              </a:ext>
            </a:extLst>
          </p:cNvPr>
          <p:cNvSpPr>
            <a:spLocks noGrp="1"/>
          </p:cNvSpPr>
          <p:nvPr>
            <p:ph type="title"/>
          </p:nvPr>
        </p:nvSpPr>
        <p:spPr/>
        <p:txBody>
          <a:bodyPr vert="horz"/>
          <a:lstStyle/>
          <a:p>
            <a:r>
              <a:rPr lang="en-US"/>
              <a:t>Sourcing and Citations</a:t>
            </a:r>
          </a:p>
        </p:txBody>
      </p:sp>
      <p:sp>
        <p:nvSpPr>
          <p:cNvPr id="3" name="Slide Number Placeholder 2">
            <a:extLst>
              <a:ext uri="{FF2B5EF4-FFF2-40B4-BE49-F238E27FC236}">
                <a16:creationId xmlns:a16="http://schemas.microsoft.com/office/drawing/2014/main" id="{036DAFEA-E5B1-836A-23EA-46F21D501843}"/>
              </a:ext>
            </a:extLst>
          </p:cNvPr>
          <p:cNvSpPr>
            <a:spLocks noGrp="1"/>
          </p:cNvSpPr>
          <p:nvPr>
            <p:ph type="sldNum" sz="quarter" idx="12"/>
          </p:nvPr>
        </p:nvSpPr>
        <p:spPr/>
        <p:txBody>
          <a:bodyPr/>
          <a:lstStyle/>
          <a:p>
            <a:fld id="{84D58D1B-E4CD-4092-A64A-067BEFC75A17}" type="slidenum">
              <a:rPr lang="en-US" smtClean="0"/>
              <a:pPr/>
              <a:t>24</a:t>
            </a:fld>
            <a:endParaRPr lang="en-US"/>
          </a:p>
        </p:txBody>
      </p:sp>
      <p:sp>
        <p:nvSpPr>
          <p:cNvPr id="7" name="Text Placeholder 6">
            <a:extLst>
              <a:ext uri="{FF2B5EF4-FFF2-40B4-BE49-F238E27FC236}">
                <a16:creationId xmlns:a16="http://schemas.microsoft.com/office/drawing/2014/main" id="{3CDC133B-7515-379B-B5E0-3E3AEF7570EF}"/>
              </a:ext>
            </a:extLst>
          </p:cNvPr>
          <p:cNvSpPr>
            <a:spLocks noGrp="1"/>
          </p:cNvSpPr>
          <p:nvPr>
            <p:ph type="body" sz="quarter" idx="15"/>
          </p:nvPr>
        </p:nvSpPr>
        <p:spPr>
          <a:xfrm>
            <a:off x="342900" y="6266330"/>
            <a:ext cx="10980773" cy="517266"/>
          </a:xfrm>
        </p:spPr>
        <p:txBody>
          <a:bodyPr/>
          <a:lstStyle/>
          <a:p>
            <a:pPr>
              <a:spcBef>
                <a:spcPts val="600"/>
              </a:spcBef>
            </a:pPr>
            <a:r>
              <a:rPr lang="en-US"/>
              <a:t>1 - The shortcut for superscript numbers is Ctrl / Shift / +</a:t>
            </a:r>
          </a:p>
          <a:p>
            <a:pPr>
              <a:spcBef>
                <a:spcPts val="600"/>
              </a:spcBef>
            </a:pPr>
            <a:r>
              <a:rPr lang="en-US"/>
              <a:t>Source: Newry Style Guide 2024</a:t>
            </a:r>
          </a:p>
        </p:txBody>
      </p:sp>
      <p:sp>
        <p:nvSpPr>
          <p:cNvPr id="5" name="Text Placeholder 4">
            <a:extLst>
              <a:ext uri="{FF2B5EF4-FFF2-40B4-BE49-F238E27FC236}">
                <a16:creationId xmlns:a16="http://schemas.microsoft.com/office/drawing/2014/main" id="{30E6DC29-0948-F427-A334-68AF644FBB16}"/>
              </a:ext>
            </a:extLst>
          </p:cNvPr>
          <p:cNvSpPr>
            <a:spLocks noGrp="1"/>
          </p:cNvSpPr>
          <p:nvPr>
            <p:ph type="body" sz="quarter" idx="16"/>
          </p:nvPr>
        </p:nvSpPr>
        <p:spPr>
          <a:xfrm>
            <a:off x="395236" y="1327638"/>
            <a:ext cx="11415764" cy="4795911"/>
          </a:xfrm>
        </p:spPr>
        <p:txBody>
          <a:bodyPr/>
          <a:lstStyle/>
          <a:p>
            <a:pPr>
              <a:spcBef>
                <a:spcPts val="1200"/>
              </a:spcBef>
            </a:pPr>
            <a:r>
              <a:rPr lang="en-US"/>
              <a:t>Aptos (Body) 12 pt regular; Grey 5 or white text; located in the designated box at the bottom over every body slide (change box size to suit your needs and / or delete if you are not using it)</a:t>
            </a:r>
          </a:p>
          <a:p>
            <a:pPr>
              <a:spcBef>
                <a:spcPts val="1200"/>
              </a:spcBef>
            </a:pPr>
            <a:r>
              <a:rPr lang="en-US"/>
              <a:t>Ordered from top to bottom and left to right on the page</a:t>
            </a:r>
          </a:p>
          <a:p>
            <a:pPr>
              <a:spcBef>
                <a:spcPts val="1200"/>
              </a:spcBef>
            </a:pPr>
            <a:r>
              <a:rPr lang="en-US"/>
              <a:t>Use superscript numbers to footnote specific items (assumptions, points of clarification, sources for key data points, etc.)</a:t>
            </a:r>
            <a:r>
              <a:rPr lang="en-US" baseline="30000"/>
              <a:t>1</a:t>
            </a:r>
            <a:r>
              <a:rPr lang="en-US"/>
              <a:t>; each citation is introduced with the number, followed by a space, a hyphen, and a space, then the source info, followed by a semicolon and space before the next one</a:t>
            </a:r>
          </a:p>
          <a:p>
            <a:pPr>
              <a:spcBef>
                <a:spcPts val="1200"/>
              </a:spcBef>
            </a:pPr>
            <a:r>
              <a:rPr lang="en-US"/>
              <a:t>If a page or document includes lots of units with superscripts (e.g., ft</a:t>
            </a:r>
            <a:r>
              <a:rPr lang="en-US" baseline="30000"/>
              <a:t>2</a:t>
            </a:r>
            <a:r>
              <a:rPr lang="en-US"/>
              <a:t>) such that it interferes with your footnotes, switch to using these symbols: *, †, ‡, §, ¶, #</a:t>
            </a:r>
          </a:p>
          <a:p>
            <a:pPr>
              <a:spcBef>
                <a:spcPts val="1200"/>
              </a:spcBef>
            </a:pPr>
            <a:r>
              <a:rPr lang="en-US"/>
              <a:t>List general sources for the page under footnotes with the title “Source(s)”; use hyperlinks where relevant </a:t>
            </a:r>
          </a:p>
          <a:p>
            <a:pPr>
              <a:spcBef>
                <a:spcPts val="1200"/>
              </a:spcBef>
            </a:pPr>
            <a:r>
              <a:rPr lang="en-US"/>
              <a:t>If your source information won’t fit on the slide, summarize it in the appendix and reference / link to the appendix in </a:t>
            </a:r>
            <a:r>
              <a:rPr lang="en-US" u="sng"/>
              <a:t>the source line</a:t>
            </a:r>
          </a:p>
          <a:p>
            <a:pPr>
              <a:spcBef>
                <a:spcPts val="1200"/>
              </a:spcBef>
            </a:pPr>
            <a:endParaRPr lang="en-US"/>
          </a:p>
        </p:txBody>
      </p:sp>
      <p:cxnSp>
        <p:nvCxnSpPr>
          <p:cNvPr id="6" name="Straight Arrow Connector 5">
            <a:extLst>
              <a:ext uri="{FF2B5EF4-FFF2-40B4-BE49-F238E27FC236}">
                <a16:creationId xmlns:a16="http://schemas.microsoft.com/office/drawing/2014/main" id="{09087F69-3C0C-18C7-0410-0436C4485D28}"/>
              </a:ext>
            </a:extLst>
          </p:cNvPr>
          <p:cNvCxnSpPr>
            <a:cxnSpLocks/>
          </p:cNvCxnSpPr>
          <p:nvPr/>
        </p:nvCxnSpPr>
        <p:spPr>
          <a:xfrm>
            <a:off x="1602517" y="5142517"/>
            <a:ext cx="0" cy="112381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2625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59B5597-DAF9-91E3-DD28-9F91D113D9B2}"/>
              </a:ext>
            </a:extLst>
          </p:cNvPr>
          <p:cNvGraphicFramePr>
            <a:graphicFrameLocks/>
          </p:cNvGraphicFramePr>
          <p:nvPr>
            <p:custDataLst>
              <p:tags r:id="rId1"/>
            </p:custDataLst>
            <p:extLst>
              <p:ext uri="{D42A27DB-BD31-4B8C-83A1-F6EECF244321}">
                <p14:modId xmlns:p14="http://schemas.microsoft.com/office/powerpoint/2010/main" val="11066410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7" name="think-cell data - do not delete" hidden="1">
                        <a:extLst>
                          <a:ext uri="{FF2B5EF4-FFF2-40B4-BE49-F238E27FC236}">
                            <a16:creationId xmlns:a16="http://schemas.microsoft.com/office/drawing/2014/main" id="{359B5597-DAF9-91E3-DD28-9F91D113D9B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49C6BF0-CBC0-6669-E61B-BE1E165D6569}"/>
              </a:ext>
            </a:extLst>
          </p:cNvPr>
          <p:cNvSpPr>
            <a:spLocks noGrp="1"/>
          </p:cNvSpPr>
          <p:nvPr>
            <p:ph type="title"/>
          </p:nvPr>
        </p:nvSpPr>
        <p:spPr/>
        <p:txBody>
          <a:bodyPr vert="horz"/>
          <a:lstStyle/>
          <a:p>
            <a:r>
              <a:rPr lang="en-US"/>
              <a:t>Sourcing and Citations (Cont.)</a:t>
            </a:r>
          </a:p>
        </p:txBody>
      </p:sp>
      <p:sp>
        <p:nvSpPr>
          <p:cNvPr id="3" name="Slide Number Placeholder 2">
            <a:extLst>
              <a:ext uri="{FF2B5EF4-FFF2-40B4-BE49-F238E27FC236}">
                <a16:creationId xmlns:a16="http://schemas.microsoft.com/office/drawing/2014/main" id="{88E26157-9AAD-6901-DADF-014159056A08}"/>
              </a:ext>
            </a:extLst>
          </p:cNvPr>
          <p:cNvSpPr>
            <a:spLocks noGrp="1"/>
          </p:cNvSpPr>
          <p:nvPr>
            <p:ph type="sldNum" sz="quarter" idx="12"/>
          </p:nvPr>
        </p:nvSpPr>
        <p:spPr/>
        <p:txBody>
          <a:bodyPr/>
          <a:lstStyle/>
          <a:p>
            <a:fld id="{84D58D1B-E4CD-4092-A64A-067BEFC75A17}" type="slidenum">
              <a:rPr lang="en-US" smtClean="0"/>
              <a:pPr/>
              <a:t>25</a:t>
            </a:fld>
            <a:endParaRPr lang="en-US"/>
          </a:p>
        </p:txBody>
      </p:sp>
      <p:sp>
        <p:nvSpPr>
          <p:cNvPr id="4" name="Text Placeholder 3">
            <a:extLst>
              <a:ext uri="{FF2B5EF4-FFF2-40B4-BE49-F238E27FC236}">
                <a16:creationId xmlns:a16="http://schemas.microsoft.com/office/drawing/2014/main" id="{91B387F4-92E0-6E4F-AE82-21DE2E77AA60}"/>
              </a:ext>
            </a:extLst>
          </p:cNvPr>
          <p:cNvSpPr>
            <a:spLocks noGrp="1"/>
          </p:cNvSpPr>
          <p:nvPr>
            <p:ph type="body" sz="quarter" idx="15"/>
          </p:nvPr>
        </p:nvSpPr>
        <p:spPr>
          <a:xfrm>
            <a:off x="377686" y="5717628"/>
            <a:ext cx="10945987" cy="1065967"/>
          </a:xfrm>
        </p:spPr>
        <p:txBody>
          <a:bodyPr/>
          <a:lstStyle/>
          <a:p>
            <a:pPr fontAlgn="t">
              <a:spcBef>
                <a:spcPts val="600"/>
              </a:spcBef>
            </a:pPr>
            <a:r>
              <a:rPr lang="en-US" sz="1200"/>
              <a:t>Note:  A brief and simple explanation of how a number was derived can be included with the source citation (or in a separate backup page)</a:t>
            </a:r>
          </a:p>
          <a:p>
            <a:pPr fontAlgn="t">
              <a:spcBef>
                <a:spcPts val="600"/>
              </a:spcBef>
            </a:pPr>
            <a:r>
              <a:rPr lang="en-US" sz="1200"/>
              <a:t>1 - Frost &amp; Sullivan, </a:t>
            </a:r>
            <a:r>
              <a:rPr lang="en-US" sz="1200" i="1"/>
              <a:t>North American Biofuels Market</a:t>
            </a:r>
            <a:r>
              <a:rPr lang="en-US" sz="1200"/>
              <a:t>, 2007; 2 - Madeline </a:t>
            </a:r>
            <a:r>
              <a:rPr lang="en-US" sz="1200" err="1"/>
              <a:t>Bodin</a:t>
            </a:r>
            <a:r>
              <a:rPr lang="en-US" sz="1200"/>
              <a:t>, “Rediscovering Hydropower,” </a:t>
            </a:r>
            <a:r>
              <a:rPr lang="en-US" sz="1200" i="1"/>
              <a:t>Popular Mechanics,</a:t>
            </a:r>
            <a:r>
              <a:rPr lang="en-US" sz="1200"/>
              <a:t> 10/2008; 3 - Richard Golub, </a:t>
            </a:r>
            <a:r>
              <a:rPr lang="en-US" sz="1200" i="1"/>
              <a:t>The Almanac Of Science And Technology, H</a:t>
            </a:r>
            <a:r>
              <a:rPr lang="en-US" sz="1200"/>
              <a:t>arcourt Brace Jovanovich, 1990; 4 - National Biodiesel Board, “Overview of H.R. 6, the Energy Independence and Security Act of 2007 (EISA),”  December 19, 2007, http://www.biodiesel.org; 5 - Rheem Heating and Cooling Website (10,000 total employees – 5,200 for heating and cooling); 6. Based on interview with Josh </a:t>
            </a:r>
            <a:r>
              <a:rPr lang="en-US" sz="1200" err="1"/>
              <a:t>Butzbaugh</a:t>
            </a:r>
            <a:r>
              <a:rPr lang="en-US" sz="1200"/>
              <a:t>, Energy Star</a:t>
            </a:r>
          </a:p>
        </p:txBody>
      </p:sp>
      <p:graphicFrame>
        <p:nvGraphicFramePr>
          <p:cNvPr id="8" name="Content Placeholder 6">
            <a:extLst>
              <a:ext uri="{FF2B5EF4-FFF2-40B4-BE49-F238E27FC236}">
                <a16:creationId xmlns:a16="http://schemas.microsoft.com/office/drawing/2014/main" id="{F6FAC4E0-56CE-9450-4408-E7EEA882CA63}"/>
              </a:ext>
            </a:extLst>
          </p:cNvPr>
          <p:cNvGraphicFramePr>
            <a:graphicFrameLocks/>
          </p:cNvGraphicFramePr>
          <p:nvPr>
            <p:extLst>
              <p:ext uri="{D42A27DB-BD31-4B8C-83A1-F6EECF244321}">
                <p14:modId xmlns:p14="http://schemas.microsoft.com/office/powerpoint/2010/main" val="4085826524"/>
              </p:ext>
            </p:extLst>
          </p:nvPr>
        </p:nvGraphicFramePr>
        <p:xfrm>
          <a:off x="392104" y="1687648"/>
          <a:ext cx="11404659" cy="3873795"/>
        </p:xfrm>
        <a:graphic>
          <a:graphicData uri="http://schemas.openxmlformats.org/drawingml/2006/table">
            <a:tbl>
              <a:tblPr firstRow="1" bandRow="1">
                <a:tableStyleId>{C083E6E3-FA7D-4D7B-A595-EF9225AFEA82}</a:tableStyleId>
              </a:tblPr>
              <a:tblGrid>
                <a:gridCol w="2368011">
                  <a:extLst>
                    <a:ext uri="{9D8B030D-6E8A-4147-A177-3AD203B41FA5}">
                      <a16:colId xmlns:a16="http://schemas.microsoft.com/office/drawing/2014/main" val="20000"/>
                    </a:ext>
                  </a:extLst>
                </a:gridCol>
                <a:gridCol w="3935450">
                  <a:extLst>
                    <a:ext uri="{9D8B030D-6E8A-4147-A177-3AD203B41FA5}">
                      <a16:colId xmlns:a16="http://schemas.microsoft.com/office/drawing/2014/main" val="20001"/>
                    </a:ext>
                  </a:extLst>
                </a:gridCol>
                <a:gridCol w="5101198">
                  <a:extLst>
                    <a:ext uri="{9D8B030D-6E8A-4147-A177-3AD203B41FA5}">
                      <a16:colId xmlns:a16="http://schemas.microsoft.com/office/drawing/2014/main" val="20002"/>
                    </a:ext>
                  </a:extLst>
                </a:gridCol>
              </a:tblGrid>
              <a:tr h="363351">
                <a:tc>
                  <a:txBody>
                    <a:bodyPr/>
                    <a:lstStyle/>
                    <a:p>
                      <a:r>
                        <a:rPr lang="en-US" sz="1400"/>
                        <a:t>Type Of Source</a:t>
                      </a:r>
                      <a:endParaRPr lang="en-US" sz="1400">
                        <a:solidFill>
                          <a:schemeClr val="tx1"/>
                        </a:solidFill>
                        <a:latin typeface="+mn-lt"/>
                      </a:endParaRPr>
                    </a:p>
                  </a:txBody>
                  <a:tcPr marL="121920" marR="121920"/>
                </a:tc>
                <a:tc>
                  <a:txBody>
                    <a:bodyPr/>
                    <a:lstStyle/>
                    <a:p>
                      <a:r>
                        <a:rPr lang="en-US" sz="1400"/>
                        <a:t>Format</a:t>
                      </a:r>
                      <a:endParaRPr lang="en-US" sz="1400">
                        <a:solidFill>
                          <a:schemeClr val="tx1"/>
                        </a:solidFill>
                        <a:latin typeface="+mn-lt"/>
                      </a:endParaRPr>
                    </a:p>
                  </a:txBody>
                  <a:tcPr marL="121920" marR="121920"/>
                </a:tc>
                <a:tc>
                  <a:txBody>
                    <a:bodyPr/>
                    <a:lstStyle/>
                    <a:p>
                      <a:r>
                        <a:rPr lang="en-US" sz="1400"/>
                        <a:t>Example</a:t>
                      </a:r>
                      <a:endParaRPr lang="en-US" sz="1400">
                        <a:solidFill>
                          <a:schemeClr val="tx1"/>
                        </a:solidFill>
                        <a:latin typeface="+mn-lt"/>
                      </a:endParaRPr>
                    </a:p>
                  </a:txBody>
                  <a:tcPr marL="121920" marR="121920"/>
                </a:tc>
                <a:extLst>
                  <a:ext uri="{0D108BD9-81ED-4DB2-BD59-A6C34878D82A}">
                    <a16:rowId xmlns:a16="http://schemas.microsoft.com/office/drawing/2014/main" val="10000"/>
                  </a:ext>
                </a:extLst>
              </a:tr>
              <a:tr h="507696">
                <a:tc>
                  <a:txBody>
                    <a:bodyPr/>
                    <a:lstStyle/>
                    <a:p>
                      <a:r>
                        <a:rPr lang="en-US" sz="1400"/>
                        <a:t>Research Report</a:t>
                      </a:r>
                      <a:r>
                        <a:rPr lang="en-US" sz="1400" baseline="30000"/>
                        <a:t>1</a:t>
                      </a:r>
                      <a:endParaRPr lang="en-US" sz="1400">
                        <a:latin typeface="+mn-lt"/>
                      </a:endParaRPr>
                    </a:p>
                  </a:txBody>
                  <a:tcPr marL="121920" marR="121920"/>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400"/>
                        <a:t>Issuing Organization,</a:t>
                      </a:r>
                      <a:r>
                        <a:rPr lang="en-US" sz="1400" baseline="0"/>
                        <a:t> R</a:t>
                      </a:r>
                      <a:r>
                        <a:rPr lang="en-US" sz="1400"/>
                        <a:t>eport Title In Italics,  Date</a:t>
                      </a:r>
                      <a:endParaRPr lang="en-US" sz="1400">
                        <a:latin typeface="+mn-lt"/>
                      </a:endParaRPr>
                    </a:p>
                  </a:txBody>
                  <a:tcPr marL="121920" marR="121920"/>
                </a:tc>
                <a:tc>
                  <a:txBody>
                    <a:bodyPr/>
                    <a:lstStyle/>
                    <a:p>
                      <a:r>
                        <a:rPr lang="en-US" sz="1400"/>
                        <a:t>Frost &amp; Sullivan, North American Biofuels Market, 2007</a:t>
                      </a:r>
                      <a:endParaRPr lang="en-US" sz="1400" i="1">
                        <a:latin typeface="+mn-lt"/>
                      </a:endParaRPr>
                    </a:p>
                  </a:txBody>
                  <a:tcPr marL="121920" marR="121920"/>
                </a:tc>
                <a:extLst>
                  <a:ext uri="{0D108BD9-81ED-4DB2-BD59-A6C34878D82A}">
                    <a16:rowId xmlns:a16="http://schemas.microsoft.com/office/drawing/2014/main" val="10001"/>
                  </a:ext>
                </a:extLst>
              </a:tr>
              <a:tr h="507696">
                <a:tc>
                  <a:txBody>
                    <a:bodyPr/>
                    <a:lstStyle/>
                    <a:p>
                      <a:r>
                        <a:rPr lang="en-US" sz="1400"/>
                        <a:t>Periodical Article</a:t>
                      </a:r>
                      <a:r>
                        <a:rPr lang="en-US" sz="1400" baseline="30000"/>
                        <a:t>2</a:t>
                      </a:r>
                      <a:endParaRPr lang="en-US" sz="1400">
                        <a:latin typeface="+mn-lt"/>
                      </a:endParaRPr>
                    </a:p>
                  </a:txBody>
                  <a:tcPr marL="121920" marR="121920"/>
                </a:tc>
                <a:tc>
                  <a:txBody>
                    <a:bodyPr/>
                    <a:lstStyle/>
                    <a:p>
                      <a:r>
                        <a:rPr lang="en-US" sz="1400"/>
                        <a:t>Author, “Title In Quotes,”  Periodical Title In Italics, Date</a:t>
                      </a:r>
                      <a:endParaRPr lang="en-US" sz="1400">
                        <a:latin typeface="+mn-lt"/>
                      </a:endParaRPr>
                    </a:p>
                  </a:txBody>
                  <a:tcPr marL="121920" marR="121920"/>
                </a:tc>
                <a:tc>
                  <a:txBody>
                    <a:bodyPr/>
                    <a:lstStyle/>
                    <a:p>
                      <a:r>
                        <a:rPr lang="en-US" sz="1400"/>
                        <a:t>Madeline </a:t>
                      </a:r>
                      <a:r>
                        <a:rPr lang="en-US" sz="1400" err="1"/>
                        <a:t>Bodin</a:t>
                      </a:r>
                      <a:r>
                        <a:rPr lang="en-US" sz="1400"/>
                        <a:t>, “Rediscovering Hydropower,” Popular Mechanics, 10/2008</a:t>
                      </a:r>
                      <a:endParaRPr lang="en-US" sz="1400">
                        <a:latin typeface="+mn-lt"/>
                      </a:endParaRPr>
                    </a:p>
                  </a:txBody>
                  <a:tcPr marL="121920" marR="121920"/>
                </a:tc>
                <a:extLst>
                  <a:ext uri="{0D108BD9-81ED-4DB2-BD59-A6C34878D82A}">
                    <a16:rowId xmlns:a16="http://schemas.microsoft.com/office/drawing/2014/main" val="10002"/>
                  </a:ext>
                </a:extLst>
              </a:tr>
              <a:tr h="507696">
                <a:tc>
                  <a:txBody>
                    <a:bodyPr/>
                    <a:lstStyle/>
                    <a:p>
                      <a:r>
                        <a:rPr lang="en-US" sz="1400"/>
                        <a:t>Book</a:t>
                      </a:r>
                      <a:r>
                        <a:rPr lang="en-US" sz="1400" baseline="30000"/>
                        <a:t>3</a:t>
                      </a:r>
                      <a:endParaRPr lang="en-US" sz="1400">
                        <a:latin typeface="+mn-lt"/>
                      </a:endParaRPr>
                    </a:p>
                  </a:txBody>
                  <a:tcPr marL="121920" marR="121920"/>
                </a:tc>
                <a:tc>
                  <a:txBody>
                    <a:bodyPr/>
                    <a:lstStyle/>
                    <a:p>
                      <a:r>
                        <a:rPr lang="en-US" sz="1400"/>
                        <a:t>Author, Title In Italics, Publisher, Year</a:t>
                      </a:r>
                      <a:r>
                        <a:rPr lang="en-US" sz="1400" baseline="0"/>
                        <a:t> Of Publication</a:t>
                      </a:r>
                      <a:endParaRPr lang="en-US" sz="1400">
                        <a:latin typeface="+mn-lt"/>
                      </a:endParaRPr>
                    </a:p>
                  </a:txBody>
                  <a:tcPr marL="121920" marR="121920"/>
                </a:tc>
                <a:tc>
                  <a:txBody>
                    <a:bodyPr/>
                    <a:lstStyle/>
                    <a:p>
                      <a:r>
                        <a:rPr lang="en-US" sz="1400"/>
                        <a:t>Richard Golub, The</a:t>
                      </a:r>
                      <a:r>
                        <a:rPr lang="en-US" sz="1400" baseline="0"/>
                        <a:t> Almanac Of Science And Technology, Harcourt Brace Jovanovich, 1990</a:t>
                      </a:r>
                      <a:endParaRPr lang="en-US" sz="1400">
                        <a:latin typeface="+mn-lt"/>
                      </a:endParaRPr>
                    </a:p>
                  </a:txBody>
                  <a:tcPr marL="121920" marR="121920"/>
                </a:tc>
                <a:extLst>
                  <a:ext uri="{0D108BD9-81ED-4DB2-BD59-A6C34878D82A}">
                    <a16:rowId xmlns:a16="http://schemas.microsoft.com/office/drawing/2014/main" val="10003"/>
                  </a:ext>
                </a:extLst>
              </a:tr>
              <a:tr h="716748">
                <a:tc>
                  <a:txBody>
                    <a:bodyPr/>
                    <a:lstStyle/>
                    <a:p>
                      <a:r>
                        <a:rPr lang="en-US" sz="1400"/>
                        <a:t>Web-Based Article</a:t>
                      </a:r>
                      <a:r>
                        <a:rPr lang="en-US" sz="1400" baseline="30000"/>
                        <a:t>4</a:t>
                      </a:r>
                      <a:endParaRPr lang="en-US" sz="1400">
                        <a:latin typeface="+mn-lt"/>
                      </a:endParaRPr>
                    </a:p>
                  </a:txBody>
                  <a:tcPr marL="121920" marR="121920"/>
                </a:tc>
                <a:tc>
                  <a:txBody>
                    <a:bodyPr/>
                    <a:lstStyle/>
                    <a:p>
                      <a:r>
                        <a:rPr lang="en-US" sz="1400"/>
                        <a:t>Author (Individual Or</a:t>
                      </a:r>
                      <a:r>
                        <a:rPr lang="en-US" sz="1400" baseline="0"/>
                        <a:t> Organization), “Title In Quotes,” Date, URL</a:t>
                      </a:r>
                      <a:endParaRPr lang="en-US" sz="1400">
                        <a:latin typeface="+mn-lt"/>
                      </a:endParaRPr>
                    </a:p>
                  </a:txBody>
                  <a:tcPr marL="121920" marR="121920"/>
                </a:tc>
                <a:tc>
                  <a:txBody>
                    <a:bodyPr/>
                    <a:lstStyle/>
                    <a:p>
                      <a:r>
                        <a:rPr lang="en-US" sz="1400" kern="1200" baseline="0"/>
                        <a:t>National Biodiesel Board, “Overview of H.R. 6, the Energy Independence and Security Act of 2007 (EISA),”  December 19, 2007, http://www.biodiesel.org</a:t>
                      </a:r>
                      <a:endParaRPr lang="en-US" sz="1400" b="0">
                        <a:latin typeface="+mn-lt"/>
                      </a:endParaRPr>
                    </a:p>
                  </a:txBody>
                  <a:tcPr marL="121920" marR="121920"/>
                </a:tc>
                <a:extLst>
                  <a:ext uri="{0D108BD9-81ED-4DB2-BD59-A6C34878D82A}">
                    <a16:rowId xmlns:a16="http://schemas.microsoft.com/office/drawing/2014/main" val="10004"/>
                  </a:ext>
                </a:extLst>
              </a:tr>
              <a:tr h="716748">
                <a:tc>
                  <a:txBody>
                    <a:bodyPr/>
                    <a:lstStyle/>
                    <a:p>
                      <a:r>
                        <a:rPr lang="en-US" sz="1400"/>
                        <a:t>Material From Website</a:t>
                      </a:r>
                      <a:r>
                        <a:rPr lang="en-US" sz="1400" baseline="30000"/>
                        <a:t>5</a:t>
                      </a:r>
                      <a:endParaRPr lang="en-US" sz="1400">
                        <a:latin typeface="+mn-lt"/>
                      </a:endParaRPr>
                    </a:p>
                  </a:txBody>
                  <a:tcPr marL="121920" marR="121920"/>
                </a:tc>
                <a:tc>
                  <a:txBody>
                    <a:bodyPr/>
                    <a:lstStyle/>
                    <a:p>
                      <a:r>
                        <a:rPr lang="en-US" sz="1400"/>
                        <a:t>Company Name Website (specific information</a:t>
                      </a:r>
                      <a:r>
                        <a:rPr lang="en-US" sz="1400" baseline="0"/>
                        <a:t> cited when used as basis for calculations)</a:t>
                      </a:r>
                      <a:endParaRPr lang="en-US" sz="1400">
                        <a:latin typeface="+mn-lt"/>
                      </a:endParaRPr>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t>Rheem Heating and Cooling Website (10,000 total employees—5,200 for heating and cooling)</a:t>
                      </a:r>
                      <a:endParaRPr lang="en-US" sz="1400">
                        <a:latin typeface="+mn-lt"/>
                      </a:endParaRPr>
                    </a:p>
                  </a:txBody>
                  <a:tcPr marL="121920" marR="121920"/>
                </a:tc>
                <a:extLst>
                  <a:ext uri="{0D108BD9-81ED-4DB2-BD59-A6C34878D82A}">
                    <a16:rowId xmlns:a16="http://schemas.microsoft.com/office/drawing/2014/main" val="10005"/>
                  </a:ext>
                </a:extLst>
              </a:tr>
              <a:tr h="507696">
                <a:tc>
                  <a:txBody>
                    <a:bodyPr/>
                    <a:lstStyle/>
                    <a:p>
                      <a:r>
                        <a:rPr lang="en-US" sz="1400"/>
                        <a:t>Interviews</a:t>
                      </a:r>
                      <a:r>
                        <a:rPr lang="en-US" sz="1400" baseline="30000"/>
                        <a:t>6</a:t>
                      </a:r>
                      <a:endParaRPr lang="en-US" sz="1400">
                        <a:latin typeface="+mn-lt"/>
                      </a:endParaRPr>
                    </a:p>
                  </a:txBody>
                  <a:tcPr marL="121920" marR="121920"/>
                </a:tc>
                <a:tc>
                  <a:txBody>
                    <a:bodyPr/>
                    <a:lstStyle/>
                    <a:p>
                      <a:r>
                        <a:rPr lang="en-US" sz="1400"/>
                        <a:t>Interview with Interviewee Name and/or Title, Organization</a:t>
                      </a:r>
                      <a:endParaRPr lang="en-US" sz="1400">
                        <a:latin typeface="+mn-lt"/>
                      </a:endParaRPr>
                    </a:p>
                  </a:txBody>
                  <a:tcPr marL="121920" marR="121920"/>
                </a:tc>
                <a:tc>
                  <a:txBody>
                    <a:bodyPr/>
                    <a:lstStyle/>
                    <a:p>
                      <a:pPr>
                        <a:defRPr/>
                      </a:pPr>
                      <a:r>
                        <a:rPr lang="en-US" sz="1400"/>
                        <a:t>Based on interview with Josh </a:t>
                      </a:r>
                      <a:r>
                        <a:rPr lang="en-US" sz="1400" err="1"/>
                        <a:t>Butzbaugh</a:t>
                      </a:r>
                      <a:r>
                        <a:rPr lang="en-US" sz="1400"/>
                        <a:t>, Energy Star</a:t>
                      </a:r>
                      <a:endParaRPr lang="en-US" sz="1400">
                        <a:latin typeface="+mn-lt"/>
                      </a:endParaRPr>
                    </a:p>
                  </a:txBody>
                  <a:tcPr marL="121920" marR="121920"/>
                </a:tc>
                <a:extLst>
                  <a:ext uri="{0D108BD9-81ED-4DB2-BD59-A6C34878D82A}">
                    <a16:rowId xmlns:a16="http://schemas.microsoft.com/office/drawing/2014/main" val="10006"/>
                  </a:ext>
                </a:extLst>
              </a:tr>
            </a:tbl>
          </a:graphicData>
        </a:graphic>
      </p:graphicFrame>
      <p:sp>
        <p:nvSpPr>
          <p:cNvPr id="9" name="TextBox 8">
            <a:extLst>
              <a:ext uri="{FF2B5EF4-FFF2-40B4-BE49-F238E27FC236}">
                <a16:creationId xmlns:a16="http://schemas.microsoft.com/office/drawing/2014/main" id="{92E8AEA5-D926-22E6-E465-F6ED24C21934}"/>
              </a:ext>
            </a:extLst>
          </p:cNvPr>
          <p:cNvSpPr txBox="1">
            <a:spLocks noChangeArrowheads="1"/>
          </p:cNvSpPr>
          <p:nvPr/>
        </p:nvSpPr>
        <p:spPr bwMode="auto">
          <a:xfrm>
            <a:off x="392104" y="1250824"/>
            <a:ext cx="4824269" cy="369332"/>
          </a:xfrm>
          <a:prstGeom prst="rect">
            <a:avLst/>
          </a:prstGeom>
          <a:noFill/>
          <a:ln w="9525">
            <a:noFill/>
            <a:miter lim="800000"/>
            <a:headEnd/>
            <a:tailEnd/>
          </a:ln>
        </p:spPr>
        <p:txBody>
          <a:bodyPr wrap="none" lIns="0" rIns="0">
            <a:spAutoFit/>
          </a:bodyPr>
          <a:lstStyle/>
          <a:p>
            <a:r>
              <a:rPr lang="en-US" b="1">
                <a:solidFill>
                  <a:schemeClr val="accent2"/>
                </a:solidFill>
              </a:rPr>
              <a:t>FORMATS FOR FOOTNOTE SOURCE CITATIONS</a:t>
            </a:r>
          </a:p>
        </p:txBody>
      </p:sp>
    </p:spTree>
    <p:extLst>
      <p:ext uri="{BB962C8B-B14F-4D97-AF65-F5344CB8AC3E}">
        <p14:creationId xmlns:p14="http://schemas.microsoft.com/office/powerpoint/2010/main" val="25767246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0399DB-2334-2625-7C37-FFF975083DB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4D58D1B-E4CD-4092-A64A-067BEFC75A17}"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4" name="Text Placeholder 2">
            <a:extLst>
              <a:ext uri="{FF2B5EF4-FFF2-40B4-BE49-F238E27FC236}">
                <a16:creationId xmlns:a16="http://schemas.microsoft.com/office/drawing/2014/main" id="{8215C897-8C44-B635-BC0E-694BF2F0E4A0}"/>
              </a:ext>
            </a:extLst>
          </p:cNvPr>
          <p:cNvSpPr>
            <a:spLocks noGrp="1"/>
          </p:cNvSpPr>
          <p:nvPr>
            <p:ph type="body" sz="quarter" idx="17"/>
          </p:nvPr>
        </p:nvSpPr>
        <p:spPr>
          <a:xfrm>
            <a:off x="402059" y="1995812"/>
            <a:ext cx="3657600" cy="678245"/>
          </a:xfrm>
        </p:spPr>
        <p:txBody>
          <a:bodyPr anchor="ctr"/>
          <a:lstStyle/>
          <a:p>
            <a:pPr marL="914400" indent="0">
              <a:spcBef>
                <a:spcPts val="300"/>
              </a:spcBef>
              <a:buNone/>
            </a:pPr>
            <a:r>
              <a:rPr lang="en-US" sz="1600" b="1" noProof="0"/>
              <a:t>David Wylie</a:t>
            </a:r>
          </a:p>
          <a:p>
            <a:pPr marL="914400" indent="0">
              <a:spcBef>
                <a:spcPts val="300"/>
              </a:spcBef>
              <a:buNone/>
            </a:pPr>
            <a:r>
              <a:rPr lang="en-US" sz="1600" noProof="0"/>
              <a:t>Vice President</a:t>
            </a:r>
          </a:p>
          <a:p>
            <a:pPr marL="914400" indent="0">
              <a:spcBef>
                <a:spcPts val="300"/>
              </a:spcBef>
              <a:buNone/>
            </a:pPr>
            <a:r>
              <a:rPr lang="en-US" sz="1600" noProof="0"/>
              <a:t>dwylie@newrycorp.com</a:t>
            </a:r>
          </a:p>
        </p:txBody>
      </p:sp>
      <p:pic>
        <p:nvPicPr>
          <p:cNvPr id="5" name="Picture 2" descr="Welcome, Krishna Nookala! - Newry Corp | Innovation ...">
            <a:extLst>
              <a:ext uri="{FF2B5EF4-FFF2-40B4-BE49-F238E27FC236}">
                <a16:creationId xmlns:a16="http://schemas.microsoft.com/office/drawing/2014/main" id="{C074FDA2-F80F-615A-2791-12BD8FA0FE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472" t="343" r="10157" b="20890"/>
          <a:stretch/>
        </p:blipFill>
        <p:spPr bwMode="auto">
          <a:xfrm>
            <a:off x="403580" y="4200554"/>
            <a:ext cx="914400" cy="914400"/>
          </a:xfrm>
          <a:prstGeom prst="ellipse">
            <a:avLst/>
          </a:prstGeom>
          <a:noFill/>
          <a:extLst>
            <a:ext uri="{909E8E84-426E-40DD-AFC4-6F175D3DCCD1}">
              <a14:hiddenFill xmlns:a14="http://schemas.microsoft.com/office/drawing/2010/main">
                <a:solidFill>
                  <a:srgbClr val="FFFFFF"/>
                </a:solidFill>
              </a14:hiddenFill>
            </a:ext>
          </a:extLst>
        </p:spPr>
      </p:pic>
      <p:pic>
        <p:nvPicPr>
          <p:cNvPr id="6" name="Picture 8" descr="Our Team - Newry Corp | Innovation Consulting &amp; Product Strategy Consulting  Firm">
            <a:extLst>
              <a:ext uri="{FF2B5EF4-FFF2-40B4-BE49-F238E27FC236}">
                <a16:creationId xmlns:a16="http://schemas.microsoft.com/office/drawing/2014/main" id="{E048594D-8DB7-B21A-3EA5-815F1423C7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812" t="2055" r="12842" b="24315"/>
          <a:stretch/>
        </p:blipFill>
        <p:spPr bwMode="auto">
          <a:xfrm>
            <a:off x="407535" y="1877734"/>
            <a:ext cx="914400" cy="914400"/>
          </a:xfrm>
          <a:prstGeom prst="flowChartConnector">
            <a:avLst/>
          </a:prstGeom>
          <a:noFill/>
          <a:extLst>
            <a:ext uri="{909E8E84-426E-40DD-AFC4-6F175D3DCCD1}">
              <a14:hiddenFill xmlns:a14="http://schemas.microsoft.com/office/drawing/2010/main">
                <a:solidFill>
                  <a:srgbClr val="FFFFFF"/>
                </a:solidFill>
              </a14:hiddenFill>
            </a:ext>
          </a:extLst>
        </p:spPr>
      </p:pic>
      <p:sp>
        <p:nvSpPr>
          <p:cNvPr id="7" name="Text Placeholder 2">
            <a:extLst>
              <a:ext uri="{FF2B5EF4-FFF2-40B4-BE49-F238E27FC236}">
                <a16:creationId xmlns:a16="http://schemas.microsoft.com/office/drawing/2014/main" id="{523EEF83-C919-4E1A-1FE5-D83C7C5932FF}"/>
              </a:ext>
            </a:extLst>
          </p:cNvPr>
          <p:cNvSpPr txBox="1">
            <a:spLocks/>
          </p:cNvSpPr>
          <p:nvPr/>
        </p:nvSpPr>
        <p:spPr>
          <a:xfrm>
            <a:off x="402060" y="4279372"/>
            <a:ext cx="3657600" cy="756765"/>
          </a:xfrm>
          <a:prstGeom prst="rect">
            <a:avLst/>
          </a:prstGeom>
        </p:spPr>
        <p:txBody>
          <a:bodyPr anchor="ctr"/>
          <a:lstStyle>
            <a:lvl1pPr marL="233363" indent="-233363" algn="l" defTabSz="914400" rtl="0" eaLnBrk="1" latinLnBrk="0" hangingPunct="1">
              <a:lnSpc>
                <a:spcPct val="100000"/>
              </a:lnSpc>
              <a:spcBef>
                <a:spcPts val="600"/>
              </a:spcBef>
              <a:buFont typeface="Arial" panose="020B0604020202020204" pitchFamily="34" charset="0"/>
              <a:buChar char="•"/>
              <a:defRPr sz="1800" b="0" kern="1200">
                <a:solidFill>
                  <a:schemeClr val="tx1"/>
                </a:solidFill>
                <a:latin typeface="+mn-lt"/>
                <a:ea typeface="+mn-ea"/>
                <a:cs typeface="+mn-cs"/>
              </a:defRPr>
            </a:lvl1pPr>
            <a:lvl2pPr marL="457200" indent="-223838" algn="l" defTabSz="914400" rtl="0" eaLnBrk="1" latinLnBrk="0" hangingPunct="1">
              <a:lnSpc>
                <a:spcPct val="100000"/>
              </a:lnSpc>
              <a:spcBef>
                <a:spcPts val="600"/>
              </a:spcBef>
              <a:buFont typeface="Calibri" panose="020F0502020204030204" pitchFamily="34" charset="0"/>
              <a:buChar char="–"/>
              <a:defRPr sz="1800" kern="1200">
                <a:solidFill>
                  <a:schemeClr val="tx1">
                    <a:lumMod val="50000"/>
                  </a:schemeClr>
                </a:solidFill>
                <a:latin typeface="+mn-lt"/>
                <a:ea typeface="+mn-ea"/>
                <a:cs typeface="+mn-cs"/>
              </a:defRPr>
            </a:lvl2pPr>
            <a:lvl3pPr marL="690563" indent="-233363" algn="l" defTabSz="914400" rtl="0" eaLnBrk="1" latinLnBrk="0" hangingPunct="1">
              <a:lnSpc>
                <a:spcPct val="100000"/>
              </a:lnSpc>
              <a:spcBef>
                <a:spcPts val="600"/>
              </a:spcBef>
              <a:buFont typeface="Wingdings" panose="05000000000000000000" pitchFamily="2" charset="2"/>
              <a:buChar char="§"/>
              <a:defRPr sz="1800" kern="1200">
                <a:solidFill>
                  <a:schemeClr val="tx1">
                    <a:lumMod val="50000"/>
                  </a:schemeClr>
                </a:solidFill>
                <a:latin typeface="+mn-lt"/>
                <a:ea typeface="+mn-ea"/>
                <a:cs typeface="+mn-cs"/>
              </a:defRPr>
            </a:lvl3pPr>
            <a:lvl4pPr marL="914400" indent="-223838" algn="l" defTabSz="914400" rtl="0" eaLnBrk="1" latinLnBrk="0" hangingPunct="1">
              <a:lnSpc>
                <a:spcPct val="100000"/>
              </a:lnSpc>
              <a:spcBef>
                <a:spcPts val="600"/>
              </a:spcBef>
              <a:buFont typeface="Courier New" panose="02070309020205020404" pitchFamily="49" charset="0"/>
              <a:buChar char="o"/>
              <a:defRPr sz="1800" kern="1200">
                <a:solidFill>
                  <a:schemeClr val="tx1">
                    <a:lumMod val="50000"/>
                  </a:schemeClr>
                </a:solidFill>
                <a:latin typeface="+mn-lt"/>
                <a:ea typeface="+mn-ea"/>
                <a:cs typeface="+mn-cs"/>
              </a:defRPr>
            </a:lvl4pPr>
            <a:lvl5pPr marL="1147763" indent="-233363" algn="l" defTabSz="914400" rtl="0" eaLnBrk="1" latinLnBrk="0" hangingPunct="1">
              <a:lnSpc>
                <a:spcPct val="100000"/>
              </a:lnSpc>
              <a:spcBef>
                <a:spcPts val="600"/>
              </a:spcBef>
              <a:buFont typeface="Wingdings" panose="05000000000000000000" pitchFamily="2" charset="2"/>
              <a:buChar char="Ø"/>
              <a:defRPr sz="1800" kern="1200">
                <a:solidFill>
                  <a:schemeClr val="tx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1600" b="1" i="0" u="none" strike="noStrike" kern="1200" cap="none" spc="0" normalizeH="0" baseline="0" noProof="0">
                <a:ln>
                  <a:noFill/>
                </a:ln>
                <a:solidFill>
                  <a:prstClr val="black"/>
                </a:solidFill>
                <a:effectLst/>
                <a:uLnTx/>
                <a:uFillTx/>
                <a:latin typeface="Aptos" panose="02110004020202020204"/>
                <a:ea typeface="+mn-ea"/>
                <a:cs typeface="+mn-cs"/>
              </a:rPr>
              <a:t>Krishna Nookala</a:t>
            </a:r>
          </a:p>
          <a:p>
            <a:pPr marL="914400"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Vice President, Sales</a:t>
            </a:r>
          </a:p>
          <a:p>
            <a:pPr marL="914400"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knookala@newrycorp.com</a:t>
            </a:r>
          </a:p>
        </p:txBody>
      </p:sp>
      <p:sp>
        <p:nvSpPr>
          <p:cNvPr id="8" name="Text Placeholder 2">
            <a:extLst>
              <a:ext uri="{FF2B5EF4-FFF2-40B4-BE49-F238E27FC236}">
                <a16:creationId xmlns:a16="http://schemas.microsoft.com/office/drawing/2014/main" id="{749E2504-1ACC-C081-FB76-29AAE27BDD33}"/>
              </a:ext>
            </a:extLst>
          </p:cNvPr>
          <p:cNvSpPr txBox="1">
            <a:spLocks/>
          </p:cNvSpPr>
          <p:nvPr/>
        </p:nvSpPr>
        <p:spPr>
          <a:xfrm>
            <a:off x="402059" y="3117962"/>
            <a:ext cx="3657600" cy="756765"/>
          </a:xfrm>
          <a:prstGeom prst="rect">
            <a:avLst/>
          </a:prstGeom>
        </p:spPr>
        <p:txBody>
          <a:bodyPr anchor="ctr"/>
          <a:lstStyle>
            <a:lvl1pPr marL="233363" indent="-233363" algn="l" defTabSz="914400" rtl="0" eaLnBrk="1" latinLnBrk="0" hangingPunct="1">
              <a:lnSpc>
                <a:spcPct val="100000"/>
              </a:lnSpc>
              <a:spcBef>
                <a:spcPts val="600"/>
              </a:spcBef>
              <a:buFont typeface="Arial" panose="020B0604020202020204" pitchFamily="34" charset="0"/>
              <a:buChar char="•"/>
              <a:defRPr sz="1800" b="0" kern="1200">
                <a:solidFill>
                  <a:schemeClr val="tx1"/>
                </a:solidFill>
                <a:latin typeface="+mn-lt"/>
                <a:ea typeface="+mn-ea"/>
                <a:cs typeface="+mn-cs"/>
              </a:defRPr>
            </a:lvl1pPr>
            <a:lvl2pPr marL="457200" indent="-223838" algn="l" defTabSz="914400" rtl="0" eaLnBrk="1" latinLnBrk="0" hangingPunct="1">
              <a:lnSpc>
                <a:spcPct val="100000"/>
              </a:lnSpc>
              <a:spcBef>
                <a:spcPts val="600"/>
              </a:spcBef>
              <a:buFont typeface="Calibri" panose="020F0502020204030204" pitchFamily="34" charset="0"/>
              <a:buChar char="–"/>
              <a:defRPr sz="1800" kern="1200">
                <a:solidFill>
                  <a:schemeClr val="tx1">
                    <a:lumMod val="50000"/>
                  </a:schemeClr>
                </a:solidFill>
                <a:latin typeface="+mn-lt"/>
                <a:ea typeface="+mn-ea"/>
                <a:cs typeface="+mn-cs"/>
              </a:defRPr>
            </a:lvl2pPr>
            <a:lvl3pPr marL="690563" indent="-233363" algn="l" defTabSz="914400" rtl="0" eaLnBrk="1" latinLnBrk="0" hangingPunct="1">
              <a:lnSpc>
                <a:spcPct val="100000"/>
              </a:lnSpc>
              <a:spcBef>
                <a:spcPts val="600"/>
              </a:spcBef>
              <a:buFont typeface="Wingdings" panose="05000000000000000000" pitchFamily="2" charset="2"/>
              <a:buChar char="§"/>
              <a:defRPr sz="1800" kern="1200">
                <a:solidFill>
                  <a:schemeClr val="tx1">
                    <a:lumMod val="50000"/>
                  </a:schemeClr>
                </a:solidFill>
                <a:latin typeface="+mn-lt"/>
                <a:ea typeface="+mn-ea"/>
                <a:cs typeface="+mn-cs"/>
              </a:defRPr>
            </a:lvl3pPr>
            <a:lvl4pPr marL="914400" indent="-223838" algn="l" defTabSz="914400" rtl="0" eaLnBrk="1" latinLnBrk="0" hangingPunct="1">
              <a:lnSpc>
                <a:spcPct val="100000"/>
              </a:lnSpc>
              <a:spcBef>
                <a:spcPts val="600"/>
              </a:spcBef>
              <a:buFont typeface="Courier New" panose="02070309020205020404" pitchFamily="49" charset="0"/>
              <a:buChar char="o"/>
              <a:defRPr sz="1800" kern="1200">
                <a:solidFill>
                  <a:schemeClr val="tx1">
                    <a:lumMod val="50000"/>
                  </a:schemeClr>
                </a:solidFill>
                <a:latin typeface="+mn-lt"/>
                <a:ea typeface="+mn-ea"/>
                <a:cs typeface="+mn-cs"/>
              </a:defRPr>
            </a:lvl4pPr>
            <a:lvl5pPr marL="1147763" indent="-233363" algn="l" defTabSz="914400" rtl="0" eaLnBrk="1" latinLnBrk="0" hangingPunct="1">
              <a:lnSpc>
                <a:spcPct val="100000"/>
              </a:lnSpc>
              <a:spcBef>
                <a:spcPts val="600"/>
              </a:spcBef>
              <a:buFont typeface="Wingdings" panose="05000000000000000000" pitchFamily="2" charset="2"/>
              <a:buChar char="Ø"/>
              <a:defRPr sz="1800" kern="1200">
                <a:solidFill>
                  <a:schemeClr val="tx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1600" b="1" i="0" u="none" strike="noStrike" kern="1200" cap="none" spc="0" normalizeH="0" baseline="0" noProof="0">
                <a:ln>
                  <a:noFill/>
                </a:ln>
                <a:solidFill>
                  <a:prstClr val="black"/>
                </a:solidFill>
                <a:effectLst/>
                <a:uLnTx/>
                <a:uFillTx/>
                <a:latin typeface="Aptos" panose="02110004020202020204"/>
                <a:ea typeface="+mn-ea"/>
                <a:cs typeface="+mn-cs"/>
              </a:rPr>
              <a:t>Kasey Correnti</a:t>
            </a:r>
          </a:p>
          <a:p>
            <a:pPr marL="914400"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Vice President</a:t>
            </a:r>
          </a:p>
          <a:p>
            <a:pPr marL="914400" marR="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ptos" panose="02110004020202020204"/>
                <a:ea typeface="+mn-ea"/>
                <a:cs typeface="+mn-cs"/>
              </a:rPr>
              <a:t>kcorrenti@newrycorp.com</a:t>
            </a:r>
          </a:p>
        </p:txBody>
      </p:sp>
      <p:pic>
        <p:nvPicPr>
          <p:cNvPr id="9" name="Picture 4" descr="Our Team - Innovation Consulting &amp; Business Growth Consultants - Newry Corp">
            <a:extLst>
              <a:ext uri="{FF2B5EF4-FFF2-40B4-BE49-F238E27FC236}">
                <a16:creationId xmlns:a16="http://schemas.microsoft.com/office/drawing/2014/main" id="{19C31452-32AD-4EF6-A445-6BD421DC052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947" t="1095" r="11342" b="26355"/>
          <a:stretch>
            <a:fillRect/>
          </a:stretch>
        </p:blipFill>
        <p:spPr bwMode="auto">
          <a:xfrm>
            <a:off x="402059" y="3039144"/>
            <a:ext cx="914400" cy="914400"/>
          </a:xfrm>
          <a:prstGeom prst="ellipse">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E4E9649-F836-5113-A7CF-98627249FFB1}"/>
              </a:ext>
            </a:extLst>
          </p:cNvPr>
          <p:cNvSpPr txBox="1"/>
          <p:nvPr/>
        </p:nvSpPr>
        <p:spPr>
          <a:xfrm>
            <a:off x="397948" y="5467810"/>
            <a:ext cx="548277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t>&lt;CLIENT&gt; CONFIDENTIAL INFORMATION: This document may not be disclosed to anyone other than employees of &lt;Client&gt; or Newry. If this document is found by any other party, please do not read or copy any information therein, and please call (440) 808-3839 to arrange for its return.</a:t>
            </a:r>
          </a:p>
        </p:txBody>
      </p:sp>
      <p:pic>
        <p:nvPicPr>
          <p:cNvPr id="3" name="Picture 6" descr="Our Team - Newry Corp | Innovation Consulting &amp; Product Strategy Consulting  Firm">
            <a:extLst>
              <a:ext uri="{FF2B5EF4-FFF2-40B4-BE49-F238E27FC236}">
                <a16:creationId xmlns:a16="http://schemas.microsoft.com/office/drawing/2014/main" id="{80FF0CB8-EFC8-70B4-32F9-B77BFA4C039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886" t="1776" r="14353" b="25589"/>
          <a:stretch/>
        </p:blipFill>
        <p:spPr bwMode="auto">
          <a:xfrm>
            <a:off x="7215125" y="3031519"/>
            <a:ext cx="824593" cy="824593"/>
          </a:xfrm>
          <a:prstGeom prst="ellipse">
            <a:avLst/>
          </a:prstGeom>
          <a:noFill/>
          <a:extLst>
            <a:ext uri="{909E8E84-426E-40DD-AFC4-6F175D3DCCD1}">
              <a14:hiddenFill xmlns:a14="http://schemas.microsoft.com/office/drawing/2010/main">
                <a:solidFill>
                  <a:srgbClr val="FFFFFF"/>
                </a:solidFill>
              </a14:hiddenFill>
            </a:ext>
          </a:extLst>
        </p:spPr>
      </p:pic>
      <p:pic>
        <p:nvPicPr>
          <p:cNvPr id="11" name="Picture 2" descr="Managing Director Matt Szugye">
            <a:extLst>
              <a:ext uri="{FF2B5EF4-FFF2-40B4-BE49-F238E27FC236}">
                <a16:creationId xmlns:a16="http://schemas.microsoft.com/office/drawing/2014/main" id="{19B3261B-7144-5381-FF17-55E43748F8B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5334" t="5825" r="16025" b="28537"/>
          <a:stretch/>
        </p:blipFill>
        <p:spPr bwMode="auto">
          <a:xfrm>
            <a:off x="6310993" y="136071"/>
            <a:ext cx="824593" cy="824593"/>
          </a:xfrm>
          <a:prstGeom prst="ellipse">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582BFBB7-EBD4-B676-EDAF-3C0ED5B7C7B4}"/>
              </a:ext>
            </a:extLst>
          </p:cNvPr>
          <p:cNvPicPr>
            <a:picLocks noChangeAspect="1"/>
          </p:cNvPicPr>
          <p:nvPr/>
        </p:nvPicPr>
        <p:blipFill rotWithShape="1">
          <a:blip r:embed="rId7"/>
          <a:srcRect l="49182" t="5059" r="12559" b="29952"/>
          <a:stretch/>
        </p:blipFill>
        <p:spPr>
          <a:xfrm>
            <a:off x="7334251" y="136071"/>
            <a:ext cx="827040" cy="827040"/>
          </a:xfrm>
          <a:prstGeom prst="ellipse">
            <a:avLst/>
          </a:prstGeom>
        </p:spPr>
      </p:pic>
      <p:pic>
        <p:nvPicPr>
          <p:cNvPr id="13" name="Picture 4" descr="Newry Vice President David Wylie">
            <a:extLst>
              <a:ext uri="{FF2B5EF4-FFF2-40B4-BE49-F238E27FC236}">
                <a16:creationId xmlns:a16="http://schemas.microsoft.com/office/drawing/2014/main" id="{8B2BBC05-D1F7-D063-FA2A-A5AB16E025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123" t="5985" r="14163" b="23157"/>
          <a:stretch/>
        </p:blipFill>
        <p:spPr bwMode="auto">
          <a:xfrm>
            <a:off x="8295185" y="136071"/>
            <a:ext cx="824593" cy="824593"/>
          </a:xfrm>
          <a:prstGeom prst="ellipse">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F9608C2E-5B70-CCA5-FD74-81268D1FE450}"/>
              </a:ext>
            </a:extLst>
          </p:cNvPr>
          <p:cNvPicPr>
            <a:picLocks noChangeAspect="1"/>
          </p:cNvPicPr>
          <p:nvPr/>
        </p:nvPicPr>
        <p:blipFill rotWithShape="1">
          <a:blip r:embed="rId8"/>
          <a:srcRect l="45674" t="2984" r="13481" b="27634"/>
          <a:stretch/>
        </p:blipFill>
        <p:spPr>
          <a:xfrm>
            <a:off x="9259120" y="136071"/>
            <a:ext cx="824593" cy="824593"/>
          </a:xfrm>
          <a:prstGeom prst="ellipse">
            <a:avLst/>
          </a:prstGeom>
        </p:spPr>
      </p:pic>
      <p:pic>
        <p:nvPicPr>
          <p:cNvPr id="15" name="Picture 14">
            <a:extLst>
              <a:ext uri="{FF2B5EF4-FFF2-40B4-BE49-F238E27FC236}">
                <a16:creationId xmlns:a16="http://schemas.microsoft.com/office/drawing/2014/main" id="{D2F8F2E5-CFAB-C162-5B89-7A6292D04E5F}"/>
              </a:ext>
            </a:extLst>
          </p:cNvPr>
          <p:cNvPicPr>
            <a:picLocks noChangeAspect="1"/>
          </p:cNvPicPr>
          <p:nvPr/>
        </p:nvPicPr>
        <p:blipFill rotWithShape="1">
          <a:blip r:embed="rId9"/>
          <a:srcRect l="45613" t="5042" r="12295" b="23458"/>
          <a:stretch/>
        </p:blipFill>
        <p:spPr>
          <a:xfrm>
            <a:off x="10247010" y="137852"/>
            <a:ext cx="824593" cy="824593"/>
          </a:xfrm>
          <a:prstGeom prst="ellipse">
            <a:avLst/>
          </a:prstGeom>
        </p:spPr>
      </p:pic>
      <p:pic>
        <p:nvPicPr>
          <p:cNvPr id="16" name="Picture 15">
            <a:extLst>
              <a:ext uri="{FF2B5EF4-FFF2-40B4-BE49-F238E27FC236}">
                <a16:creationId xmlns:a16="http://schemas.microsoft.com/office/drawing/2014/main" id="{BCA8BCF3-D776-EC1B-67DC-0265677782C2}"/>
              </a:ext>
            </a:extLst>
          </p:cNvPr>
          <p:cNvPicPr>
            <a:picLocks noChangeAspect="1"/>
          </p:cNvPicPr>
          <p:nvPr/>
        </p:nvPicPr>
        <p:blipFill rotWithShape="1">
          <a:blip r:embed="rId10"/>
          <a:srcRect l="45638" t="4473" r="13682" b="26426"/>
          <a:stretch/>
        </p:blipFill>
        <p:spPr>
          <a:xfrm>
            <a:off x="11234900" y="136071"/>
            <a:ext cx="824593" cy="824593"/>
          </a:xfrm>
          <a:prstGeom prst="ellipse">
            <a:avLst/>
          </a:prstGeom>
        </p:spPr>
      </p:pic>
      <p:pic>
        <p:nvPicPr>
          <p:cNvPr id="17" name="Picture 16">
            <a:extLst>
              <a:ext uri="{FF2B5EF4-FFF2-40B4-BE49-F238E27FC236}">
                <a16:creationId xmlns:a16="http://schemas.microsoft.com/office/drawing/2014/main" id="{99E9404A-6AF1-4A78-4E16-2395BB8DF88C}"/>
              </a:ext>
            </a:extLst>
          </p:cNvPr>
          <p:cNvPicPr>
            <a:picLocks noChangeAspect="1"/>
          </p:cNvPicPr>
          <p:nvPr/>
        </p:nvPicPr>
        <p:blipFill rotWithShape="1">
          <a:blip r:embed="rId11"/>
          <a:srcRect l="46041" t="2847" r="14986" b="30952"/>
          <a:stretch/>
        </p:blipFill>
        <p:spPr>
          <a:xfrm>
            <a:off x="6304597" y="1043984"/>
            <a:ext cx="824593" cy="824593"/>
          </a:xfrm>
          <a:prstGeom prst="ellipse">
            <a:avLst/>
          </a:prstGeom>
        </p:spPr>
      </p:pic>
      <p:pic>
        <p:nvPicPr>
          <p:cNvPr id="18" name="Picture 17">
            <a:extLst>
              <a:ext uri="{FF2B5EF4-FFF2-40B4-BE49-F238E27FC236}">
                <a16:creationId xmlns:a16="http://schemas.microsoft.com/office/drawing/2014/main" id="{B8F4074E-E657-9C8F-7805-5F77272369F4}"/>
              </a:ext>
            </a:extLst>
          </p:cNvPr>
          <p:cNvPicPr>
            <a:picLocks noChangeAspect="1"/>
          </p:cNvPicPr>
          <p:nvPr/>
        </p:nvPicPr>
        <p:blipFill rotWithShape="1">
          <a:blip r:embed="rId12"/>
          <a:srcRect l="40612" t="3435" r="19759" b="29249"/>
          <a:stretch/>
        </p:blipFill>
        <p:spPr>
          <a:xfrm>
            <a:off x="7288088" y="1034279"/>
            <a:ext cx="824592" cy="824592"/>
          </a:xfrm>
          <a:prstGeom prst="ellipse">
            <a:avLst/>
          </a:prstGeom>
        </p:spPr>
      </p:pic>
      <p:pic>
        <p:nvPicPr>
          <p:cNvPr id="19" name="Picture 8" descr="Newry consultant Erin Ross">
            <a:extLst>
              <a:ext uri="{FF2B5EF4-FFF2-40B4-BE49-F238E27FC236}">
                <a16:creationId xmlns:a16="http://schemas.microsoft.com/office/drawing/2014/main" id="{290172F3-A9D0-22AB-551B-00055F479F50}"/>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42647" t="3522" r="17998" b="29628"/>
          <a:stretch/>
        </p:blipFill>
        <p:spPr bwMode="auto">
          <a:xfrm>
            <a:off x="8227486" y="1043983"/>
            <a:ext cx="824593" cy="824593"/>
          </a:xfrm>
          <a:prstGeom prst="ellipse">
            <a:avLst/>
          </a:prstGeom>
          <a:noFill/>
          <a:extLst>
            <a:ext uri="{909E8E84-426E-40DD-AFC4-6F175D3DCCD1}">
              <a14:hiddenFill xmlns:a14="http://schemas.microsoft.com/office/drawing/2010/main">
                <a:solidFill>
                  <a:srgbClr val="FFFFFF"/>
                </a:solidFill>
              </a14:hiddenFill>
            </a:ext>
          </a:extLst>
        </p:spPr>
      </p:pic>
      <p:pic>
        <p:nvPicPr>
          <p:cNvPr id="20" name="Picture 10">
            <a:extLst>
              <a:ext uri="{FF2B5EF4-FFF2-40B4-BE49-F238E27FC236}">
                <a16:creationId xmlns:a16="http://schemas.microsoft.com/office/drawing/2014/main" id="{23638FB8-A7E5-BE70-E5A7-935C4CE2FB83}"/>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45008" t="6429" r="15745" b="26905"/>
          <a:stretch/>
        </p:blipFill>
        <p:spPr bwMode="auto">
          <a:xfrm>
            <a:off x="9204813" y="1033496"/>
            <a:ext cx="824593" cy="824593"/>
          </a:xfrm>
          <a:prstGeom prst="ellipse">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344AB3CB-BFC5-D80F-7025-BE87A3BF08A2}"/>
              </a:ext>
            </a:extLst>
          </p:cNvPr>
          <p:cNvPicPr>
            <a:picLocks noChangeAspect="1"/>
          </p:cNvPicPr>
          <p:nvPr/>
        </p:nvPicPr>
        <p:blipFill rotWithShape="1">
          <a:blip r:embed="rId15"/>
          <a:srcRect l="41463" t="6890" r="18155" b="24515"/>
          <a:stretch/>
        </p:blipFill>
        <p:spPr>
          <a:xfrm>
            <a:off x="10231634" y="1043984"/>
            <a:ext cx="824593" cy="824593"/>
          </a:xfrm>
          <a:prstGeom prst="ellipse">
            <a:avLst/>
          </a:prstGeom>
        </p:spPr>
      </p:pic>
      <p:pic>
        <p:nvPicPr>
          <p:cNvPr id="22" name="Picture 14" descr="Professional headshot of Newry consultant Anna Jaffe">
            <a:extLst>
              <a:ext uri="{FF2B5EF4-FFF2-40B4-BE49-F238E27FC236}">
                <a16:creationId xmlns:a16="http://schemas.microsoft.com/office/drawing/2014/main" id="{0694E28C-B745-42BD-7892-9B00F22A14C5}"/>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49159" t="3630" r="11478" b="29506"/>
          <a:stretch/>
        </p:blipFill>
        <p:spPr bwMode="auto">
          <a:xfrm>
            <a:off x="11203528" y="1033496"/>
            <a:ext cx="855965" cy="855965"/>
          </a:xfrm>
          <a:prstGeom prst="ellipse">
            <a:avLst/>
          </a:prstGeom>
          <a:noFill/>
          <a:extLst>
            <a:ext uri="{909E8E84-426E-40DD-AFC4-6F175D3DCCD1}">
              <a14:hiddenFill xmlns:a14="http://schemas.microsoft.com/office/drawing/2010/main">
                <a:solidFill>
                  <a:srgbClr val="FFFFFF"/>
                </a:solidFill>
              </a14:hiddenFill>
            </a:ext>
          </a:extLst>
        </p:spPr>
      </p:pic>
      <p:pic>
        <p:nvPicPr>
          <p:cNvPr id="23" name="Picture 16" descr="Professional headshot of Newry consultant Isabel Anness">
            <a:extLst>
              <a:ext uri="{FF2B5EF4-FFF2-40B4-BE49-F238E27FC236}">
                <a16:creationId xmlns:a16="http://schemas.microsoft.com/office/drawing/2014/main" id="{03FBBC8A-539E-07D9-CE28-9ED25B5A0D32}"/>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45057" t="6911" r="13364" b="22460"/>
          <a:stretch/>
        </p:blipFill>
        <p:spPr bwMode="auto">
          <a:xfrm>
            <a:off x="6298907" y="1978396"/>
            <a:ext cx="824592" cy="824592"/>
          </a:xfrm>
          <a:prstGeom prst="ellipse">
            <a:avLst/>
          </a:prstGeom>
          <a:noFill/>
          <a:extLst>
            <a:ext uri="{909E8E84-426E-40DD-AFC4-6F175D3DCCD1}">
              <a14:hiddenFill xmlns:a14="http://schemas.microsoft.com/office/drawing/2010/main">
                <a:solidFill>
                  <a:srgbClr val="FFFFFF"/>
                </a:solidFill>
              </a14:hiddenFill>
            </a:ext>
          </a:extLst>
        </p:spPr>
      </p:pic>
      <p:pic>
        <p:nvPicPr>
          <p:cNvPr id="24" name="Picture 18" descr="Newry editor Adam Rounick">
            <a:extLst>
              <a:ext uri="{FF2B5EF4-FFF2-40B4-BE49-F238E27FC236}">
                <a16:creationId xmlns:a16="http://schemas.microsoft.com/office/drawing/2014/main" id="{D506A59B-7016-575A-1121-0A1EA8F7EB0C}"/>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47038" t="3373" r="14405" b="31131"/>
          <a:stretch/>
        </p:blipFill>
        <p:spPr bwMode="auto">
          <a:xfrm>
            <a:off x="10192216" y="3075167"/>
            <a:ext cx="824593" cy="824593"/>
          </a:xfrm>
          <a:prstGeom prst="ellipse">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2F1C2EF5-556E-8B03-394C-70F91B9BCAC6}"/>
              </a:ext>
            </a:extLst>
          </p:cNvPr>
          <p:cNvPicPr>
            <a:picLocks noChangeAspect="1"/>
          </p:cNvPicPr>
          <p:nvPr/>
        </p:nvPicPr>
        <p:blipFill rotWithShape="1">
          <a:blip r:embed="rId19"/>
          <a:srcRect l="43793" t="5416" r="15795" b="25938"/>
          <a:stretch/>
        </p:blipFill>
        <p:spPr>
          <a:xfrm>
            <a:off x="6290895" y="3053415"/>
            <a:ext cx="824594" cy="824594"/>
          </a:xfrm>
          <a:prstGeom prst="ellipse">
            <a:avLst/>
          </a:prstGeom>
        </p:spPr>
      </p:pic>
      <p:pic>
        <p:nvPicPr>
          <p:cNvPr id="26" name="Picture 25">
            <a:extLst>
              <a:ext uri="{FF2B5EF4-FFF2-40B4-BE49-F238E27FC236}">
                <a16:creationId xmlns:a16="http://schemas.microsoft.com/office/drawing/2014/main" id="{ACF15A57-FBFD-4BF9-1627-1DC86A810AC8}"/>
              </a:ext>
            </a:extLst>
          </p:cNvPr>
          <p:cNvPicPr>
            <a:picLocks noChangeAspect="1"/>
          </p:cNvPicPr>
          <p:nvPr/>
        </p:nvPicPr>
        <p:blipFill rotWithShape="1">
          <a:blip r:embed="rId20"/>
          <a:srcRect l="47112" t="2121" r="15701" b="34711"/>
          <a:stretch/>
        </p:blipFill>
        <p:spPr>
          <a:xfrm>
            <a:off x="8211799" y="3069102"/>
            <a:ext cx="824593" cy="824593"/>
          </a:xfrm>
          <a:prstGeom prst="ellipse">
            <a:avLst/>
          </a:prstGeom>
        </p:spPr>
      </p:pic>
      <p:pic>
        <p:nvPicPr>
          <p:cNvPr id="27" name="Picture 26">
            <a:extLst>
              <a:ext uri="{FF2B5EF4-FFF2-40B4-BE49-F238E27FC236}">
                <a16:creationId xmlns:a16="http://schemas.microsoft.com/office/drawing/2014/main" id="{857171AD-82A3-AC99-91E3-38311A5C0F02}"/>
              </a:ext>
            </a:extLst>
          </p:cNvPr>
          <p:cNvPicPr>
            <a:picLocks noChangeAspect="1"/>
          </p:cNvPicPr>
          <p:nvPr/>
        </p:nvPicPr>
        <p:blipFill rotWithShape="1">
          <a:blip r:embed="rId21"/>
          <a:srcRect l="50000" t="1057" r="9911" b="30843"/>
          <a:stretch>
            <a:fillRect/>
          </a:stretch>
        </p:blipFill>
        <p:spPr>
          <a:xfrm>
            <a:off x="7215126" y="1963801"/>
            <a:ext cx="824592" cy="824592"/>
          </a:xfrm>
          <a:prstGeom prst="ellipse">
            <a:avLst/>
          </a:prstGeom>
        </p:spPr>
      </p:pic>
      <p:pic>
        <p:nvPicPr>
          <p:cNvPr id="28" name="Picture 27" descr="A person in a suit and tie&#10;&#10;AI-generated content may be incorrect.">
            <a:extLst>
              <a:ext uri="{FF2B5EF4-FFF2-40B4-BE49-F238E27FC236}">
                <a16:creationId xmlns:a16="http://schemas.microsoft.com/office/drawing/2014/main" id="{D8163CA0-19EC-3AF4-0FFF-A1BDCF1AE72D}"/>
              </a:ext>
            </a:extLst>
          </p:cNvPr>
          <p:cNvPicPr>
            <a:picLocks noChangeAspect="1"/>
          </p:cNvPicPr>
          <p:nvPr/>
        </p:nvPicPr>
        <p:blipFill rotWithShape="1">
          <a:blip r:embed="rId22">
            <a:extLst>
              <a:ext uri="{28A0092B-C50C-407E-A947-70E740481C1C}">
                <a14:useLocalDpi xmlns:a14="http://schemas.microsoft.com/office/drawing/2010/main" val="0"/>
              </a:ext>
            </a:extLst>
          </a:blip>
          <a:srcRect l="46678" t="4716" r="13074" b="26916"/>
          <a:stretch>
            <a:fillRect/>
          </a:stretch>
        </p:blipFill>
        <p:spPr>
          <a:xfrm>
            <a:off x="8196114" y="1930039"/>
            <a:ext cx="855965" cy="855965"/>
          </a:xfrm>
          <a:prstGeom prst="ellipse">
            <a:avLst/>
          </a:prstGeom>
        </p:spPr>
      </p:pic>
      <p:pic>
        <p:nvPicPr>
          <p:cNvPr id="29" name="Picture 28" descr="A man in a suit and tie with an orange striped shirt.&#10;&#10;AI-generated content may be incorrect.">
            <a:extLst>
              <a:ext uri="{FF2B5EF4-FFF2-40B4-BE49-F238E27FC236}">
                <a16:creationId xmlns:a16="http://schemas.microsoft.com/office/drawing/2014/main" id="{E0725016-728E-D86D-B58E-7DAF76654C93}"/>
              </a:ext>
            </a:extLst>
          </p:cNvPr>
          <p:cNvPicPr>
            <a:picLocks noChangeAspect="1"/>
          </p:cNvPicPr>
          <p:nvPr/>
        </p:nvPicPr>
        <p:blipFill rotWithShape="1">
          <a:blip r:embed="rId23">
            <a:extLst>
              <a:ext uri="{28A0092B-C50C-407E-A947-70E740481C1C}">
                <a14:useLocalDpi xmlns:a14="http://schemas.microsoft.com/office/drawing/2010/main" val="0"/>
              </a:ext>
            </a:extLst>
          </a:blip>
          <a:srcRect l="45877" t="5820" r="11739" b="22184"/>
          <a:stretch>
            <a:fillRect/>
          </a:stretch>
        </p:blipFill>
        <p:spPr>
          <a:xfrm>
            <a:off x="9227747" y="3037729"/>
            <a:ext cx="855966" cy="855966"/>
          </a:xfrm>
          <a:prstGeom prst="ellipse">
            <a:avLst/>
          </a:prstGeom>
        </p:spPr>
      </p:pic>
      <p:pic>
        <p:nvPicPr>
          <p:cNvPr id="30" name="Picture 29" descr="The image shows a woman with long, dark hair, dressed in a black suit and white blouse, against a plain, white background.&#10;&#10;AI-generated content may be incorrect.">
            <a:extLst>
              <a:ext uri="{FF2B5EF4-FFF2-40B4-BE49-F238E27FC236}">
                <a16:creationId xmlns:a16="http://schemas.microsoft.com/office/drawing/2014/main" id="{7E51FE05-95D5-0B1E-D75E-A95C24853C1F}"/>
              </a:ext>
            </a:extLst>
          </p:cNvPr>
          <p:cNvPicPr>
            <a:picLocks noChangeAspect="1"/>
          </p:cNvPicPr>
          <p:nvPr/>
        </p:nvPicPr>
        <p:blipFill rotWithShape="1">
          <a:blip r:embed="rId24">
            <a:extLst>
              <a:ext uri="{28A0092B-C50C-407E-A947-70E740481C1C}">
                <a14:useLocalDpi xmlns:a14="http://schemas.microsoft.com/office/drawing/2010/main" val="0"/>
              </a:ext>
            </a:extLst>
          </a:blip>
          <a:srcRect l="45324" t="5630" r="15242" b="27384"/>
          <a:stretch>
            <a:fillRect/>
          </a:stretch>
        </p:blipFill>
        <p:spPr>
          <a:xfrm>
            <a:off x="9173441" y="1961411"/>
            <a:ext cx="855965" cy="855965"/>
          </a:xfrm>
          <a:prstGeom prst="ellipse">
            <a:avLst/>
          </a:prstGeom>
        </p:spPr>
      </p:pic>
    </p:spTree>
    <p:extLst>
      <p:ext uri="{BB962C8B-B14F-4D97-AF65-F5344CB8AC3E}">
        <p14:creationId xmlns:p14="http://schemas.microsoft.com/office/powerpoint/2010/main" val="1428282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2B094-A6A5-4257-EC24-7B3031120F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70BE99-2C17-CA07-53CE-92F0A59572B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4D58D1B-E4CD-4092-A64A-067BEFC75A17}"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10" name="TextBox 9">
            <a:extLst>
              <a:ext uri="{FF2B5EF4-FFF2-40B4-BE49-F238E27FC236}">
                <a16:creationId xmlns:a16="http://schemas.microsoft.com/office/drawing/2014/main" id="{286750A9-7CCB-F962-58A3-EF263D70062B}"/>
              </a:ext>
            </a:extLst>
          </p:cNvPr>
          <p:cNvSpPr txBox="1"/>
          <p:nvPr/>
        </p:nvSpPr>
        <p:spPr>
          <a:xfrm>
            <a:off x="397948" y="5467810"/>
            <a:ext cx="548277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black">
                    <a:lumMod val="50000"/>
                    <a:lumOff val="50000"/>
                  </a:prstClr>
                </a:solidFill>
                <a:effectLst/>
                <a:uLnTx/>
                <a:uFillTx/>
                <a:latin typeface="Aptos" panose="02110004020202020204"/>
                <a:ea typeface="+mn-ea"/>
                <a:cs typeface="+mn-cs"/>
              </a:rPr>
              <a:t>&lt;CLIENT&gt; CONFIDENTIAL INFORMATION: This document may not be disclosed to anyone other than employees of &lt;Client&gt; or Newry. If this document is found by any other party, please do not read or copy any information therein, and please call (440) 808-3839 to arrange for its return.</a:t>
            </a:r>
          </a:p>
        </p:txBody>
      </p:sp>
      <p:pic>
        <p:nvPicPr>
          <p:cNvPr id="3" name="Picture 6" descr="Our Team - Newry Corp | Innovation Consulting &amp; Product Strategy Consulting  Firm">
            <a:extLst>
              <a:ext uri="{FF2B5EF4-FFF2-40B4-BE49-F238E27FC236}">
                <a16:creationId xmlns:a16="http://schemas.microsoft.com/office/drawing/2014/main" id="{BB2A1FB9-41FD-16D9-4865-85B3444D4B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2886" t="1776" r="14353" b="25589"/>
          <a:stretch/>
        </p:blipFill>
        <p:spPr bwMode="auto">
          <a:xfrm>
            <a:off x="7215125" y="3031519"/>
            <a:ext cx="824593" cy="824593"/>
          </a:xfrm>
          <a:prstGeom prst="ellipse">
            <a:avLst/>
          </a:prstGeom>
          <a:noFill/>
          <a:extLst>
            <a:ext uri="{909E8E84-426E-40DD-AFC4-6F175D3DCCD1}">
              <a14:hiddenFill xmlns:a14="http://schemas.microsoft.com/office/drawing/2010/main">
                <a:solidFill>
                  <a:srgbClr val="FFFFFF"/>
                </a:solidFill>
              </a14:hiddenFill>
            </a:ext>
          </a:extLst>
        </p:spPr>
      </p:pic>
      <p:pic>
        <p:nvPicPr>
          <p:cNvPr id="11" name="Picture 2" descr="Managing Director Matt Szugye">
            <a:extLst>
              <a:ext uri="{FF2B5EF4-FFF2-40B4-BE49-F238E27FC236}">
                <a16:creationId xmlns:a16="http://schemas.microsoft.com/office/drawing/2014/main" id="{3C549593-6F54-8865-4CA5-6BFE69BFBD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334" t="5825" r="16025" b="28537"/>
          <a:stretch/>
        </p:blipFill>
        <p:spPr bwMode="auto">
          <a:xfrm>
            <a:off x="6310993" y="136071"/>
            <a:ext cx="824593" cy="824593"/>
          </a:xfrm>
          <a:prstGeom prst="ellipse">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9D2DA23B-2885-3CD1-A027-C476D6DF245C}"/>
              </a:ext>
            </a:extLst>
          </p:cNvPr>
          <p:cNvPicPr>
            <a:picLocks noChangeAspect="1"/>
          </p:cNvPicPr>
          <p:nvPr/>
        </p:nvPicPr>
        <p:blipFill rotWithShape="1">
          <a:blip r:embed="rId4"/>
          <a:srcRect l="49182" t="5059" r="12559" b="29952"/>
          <a:stretch/>
        </p:blipFill>
        <p:spPr>
          <a:xfrm>
            <a:off x="7334251" y="136071"/>
            <a:ext cx="827040" cy="827040"/>
          </a:xfrm>
          <a:prstGeom prst="ellipse">
            <a:avLst/>
          </a:prstGeom>
        </p:spPr>
      </p:pic>
      <p:pic>
        <p:nvPicPr>
          <p:cNvPr id="13" name="Picture 4" descr="Newry Vice President David Wylie">
            <a:extLst>
              <a:ext uri="{FF2B5EF4-FFF2-40B4-BE49-F238E27FC236}">
                <a16:creationId xmlns:a16="http://schemas.microsoft.com/office/drawing/2014/main" id="{83625522-3238-5121-C545-ABA4445B810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4123" t="5985" r="14163" b="23157"/>
          <a:stretch/>
        </p:blipFill>
        <p:spPr bwMode="auto">
          <a:xfrm>
            <a:off x="8295185" y="136071"/>
            <a:ext cx="824593" cy="824593"/>
          </a:xfrm>
          <a:prstGeom prst="ellipse">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AE4C20AE-B4DE-9E86-F166-7C65B72AF7FB}"/>
              </a:ext>
            </a:extLst>
          </p:cNvPr>
          <p:cNvPicPr>
            <a:picLocks noChangeAspect="1"/>
          </p:cNvPicPr>
          <p:nvPr/>
        </p:nvPicPr>
        <p:blipFill rotWithShape="1">
          <a:blip r:embed="rId6"/>
          <a:srcRect l="45674" t="2984" r="13481" b="27634"/>
          <a:stretch/>
        </p:blipFill>
        <p:spPr>
          <a:xfrm>
            <a:off x="9259120" y="136071"/>
            <a:ext cx="824593" cy="824593"/>
          </a:xfrm>
          <a:prstGeom prst="ellipse">
            <a:avLst/>
          </a:prstGeom>
        </p:spPr>
      </p:pic>
      <p:pic>
        <p:nvPicPr>
          <p:cNvPr id="15" name="Picture 14">
            <a:extLst>
              <a:ext uri="{FF2B5EF4-FFF2-40B4-BE49-F238E27FC236}">
                <a16:creationId xmlns:a16="http://schemas.microsoft.com/office/drawing/2014/main" id="{00C9CC52-46D2-50AF-1B43-439D38DC2BB1}"/>
              </a:ext>
            </a:extLst>
          </p:cNvPr>
          <p:cNvPicPr>
            <a:picLocks noChangeAspect="1"/>
          </p:cNvPicPr>
          <p:nvPr/>
        </p:nvPicPr>
        <p:blipFill rotWithShape="1">
          <a:blip r:embed="rId7"/>
          <a:srcRect l="45613" t="5042" r="12295" b="23458"/>
          <a:stretch/>
        </p:blipFill>
        <p:spPr>
          <a:xfrm>
            <a:off x="10247010" y="137852"/>
            <a:ext cx="824593" cy="824593"/>
          </a:xfrm>
          <a:prstGeom prst="ellipse">
            <a:avLst/>
          </a:prstGeom>
        </p:spPr>
      </p:pic>
      <p:pic>
        <p:nvPicPr>
          <p:cNvPr id="16" name="Picture 15">
            <a:extLst>
              <a:ext uri="{FF2B5EF4-FFF2-40B4-BE49-F238E27FC236}">
                <a16:creationId xmlns:a16="http://schemas.microsoft.com/office/drawing/2014/main" id="{C5592C80-D252-651A-BA52-485492768F84}"/>
              </a:ext>
            </a:extLst>
          </p:cNvPr>
          <p:cNvPicPr>
            <a:picLocks noChangeAspect="1"/>
          </p:cNvPicPr>
          <p:nvPr/>
        </p:nvPicPr>
        <p:blipFill rotWithShape="1">
          <a:blip r:embed="rId8"/>
          <a:srcRect l="45638" t="4473" r="13682" b="26426"/>
          <a:stretch/>
        </p:blipFill>
        <p:spPr>
          <a:xfrm>
            <a:off x="11234900" y="136071"/>
            <a:ext cx="824593" cy="824593"/>
          </a:xfrm>
          <a:prstGeom prst="ellipse">
            <a:avLst/>
          </a:prstGeom>
        </p:spPr>
      </p:pic>
      <p:pic>
        <p:nvPicPr>
          <p:cNvPr id="17" name="Picture 16">
            <a:extLst>
              <a:ext uri="{FF2B5EF4-FFF2-40B4-BE49-F238E27FC236}">
                <a16:creationId xmlns:a16="http://schemas.microsoft.com/office/drawing/2014/main" id="{CD68A3EC-C84C-0022-FAB0-AA5EB126381D}"/>
              </a:ext>
            </a:extLst>
          </p:cNvPr>
          <p:cNvPicPr>
            <a:picLocks noChangeAspect="1"/>
          </p:cNvPicPr>
          <p:nvPr/>
        </p:nvPicPr>
        <p:blipFill rotWithShape="1">
          <a:blip r:embed="rId9"/>
          <a:srcRect l="46041" t="2847" r="14986" b="30952"/>
          <a:stretch/>
        </p:blipFill>
        <p:spPr>
          <a:xfrm>
            <a:off x="6304597" y="1043984"/>
            <a:ext cx="824593" cy="824593"/>
          </a:xfrm>
          <a:prstGeom prst="ellipse">
            <a:avLst/>
          </a:prstGeom>
        </p:spPr>
      </p:pic>
      <p:pic>
        <p:nvPicPr>
          <p:cNvPr id="18" name="Picture 17">
            <a:extLst>
              <a:ext uri="{FF2B5EF4-FFF2-40B4-BE49-F238E27FC236}">
                <a16:creationId xmlns:a16="http://schemas.microsoft.com/office/drawing/2014/main" id="{2C7FB1E5-8DEE-2BF8-371A-FFE028997FB5}"/>
              </a:ext>
            </a:extLst>
          </p:cNvPr>
          <p:cNvPicPr>
            <a:picLocks noChangeAspect="1"/>
          </p:cNvPicPr>
          <p:nvPr/>
        </p:nvPicPr>
        <p:blipFill rotWithShape="1">
          <a:blip r:embed="rId10"/>
          <a:srcRect l="40612" t="3435" r="19759" b="29249"/>
          <a:stretch/>
        </p:blipFill>
        <p:spPr>
          <a:xfrm>
            <a:off x="7288088" y="1034279"/>
            <a:ext cx="824592" cy="824592"/>
          </a:xfrm>
          <a:prstGeom prst="ellipse">
            <a:avLst/>
          </a:prstGeom>
        </p:spPr>
      </p:pic>
      <p:pic>
        <p:nvPicPr>
          <p:cNvPr id="19" name="Picture 8" descr="Newry consultant Erin Ross">
            <a:extLst>
              <a:ext uri="{FF2B5EF4-FFF2-40B4-BE49-F238E27FC236}">
                <a16:creationId xmlns:a16="http://schemas.microsoft.com/office/drawing/2014/main" id="{BA6D097C-BDC7-7D2E-8166-620352A5BE0E}"/>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42647" t="3522" r="17998" b="29628"/>
          <a:stretch/>
        </p:blipFill>
        <p:spPr bwMode="auto">
          <a:xfrm>
            <a:off x="8227486" y="1043983"/>
            <a:ext cx="824593" cy="824593"/>
          </a:xfrm>
          <a:prstGeom prst="ellipse">
            <a:avLst/>
          </a:prstGeom>
          <a:noFill/>
          <a:extLst>
            <a:ext uri="{909E8E84-426E-40DD-AFC4-6F175D3DCCD1}">
              <a14:hiddenFill xmlns:a14="http://schemas.microsoft.com/office/drawing/2010/main">
                <a:solidFill>
                  <a:srgbClr val="FFFFFF"/>
                </a:solidFill>
              </a14:hiddenFill>
            </a:ext>
          </a:extLst>
        </p:spPr>
      </p:pic>
      <p:pic>
        <p:nvPicPr>
          <p:cNvPr id="20" name="Picture 10">
            <a:extLst>
              <a:ext uri="{FF2B5EF4-FFF2-40B4-BE49-F238E27FC236}">
                <a16:creationId xmlns:a16="http://schemas.microsoft.com/office/drawing/2014/main" id="{2CA1D06B-159C-3F11-AA22-A84D83C0A0C6}"/>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45008" t="6429" r="15745" b="26905"/>
          <a:stretch/>
        </p:blipFill>
        <p:spPr bwMode="auto">
          <a:xfrm>
            <a:off x="9204813" y="1033496"/>
            <a:ext cx="824593" cy="824593"/>
          </a:xfrm>
          <a:prstGeom prst="ellipse">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57E8C807-6E2B-3FB3-7CDB-FAEAA732A30E}"/>
              </a:ext>
            </a:extLst>
          </p:cNvPr>
          <p:cNvPicPr>
            <a:picLocks noChangeAspect="1"/>
          </p:cNvPicPr>
          <p:nvPr/>
        </p:nvPicPr>
        <p:blipFill rotWithShape="1">
          <a:blip r:embed="rId13"/>
          <a:srcRect l="41463" t="6890" r="18155" b="24515"/>
          <a:stretch/>
        </p:blipFill>
        <p:spPr>
          <a:xfrm>
            <a:off x="10231634" y="1043984"/>
            <a:ext cx="824593" cy="824593"/>
          </a:xfrm>
          <a:prstGeom prst="ellipse">
            <a:avLst/>
          </a:prstGeom>
        </p:spPr>
      </p:pic>
      <p:pic>
        <p:nvPicPr>
          <p:cNvPr id="22" name="Picture 14" descr="Professional headshot of Newry consultant Anna Jaffe">
            <a:extLst>
              <a:ext uri="{FF2B5EF4-FFF2-40B4-BE49-F238E27FC236}">
                <a16:creationId xmlns:a16="http://schemas.microsoft.com/office/drawing/2014/main" id="{B11DD601-D881-1580-C787-001EC5B2C88E}"/>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49159" t="3630" r="11478" b="29506"/>
          <a:stretch/>
        </p:blipFill>
        <p:spPr bwMode="auto">
          <a:xfrm>
            <a:off x="11203528" y="1033496"/>
            <a:ext cx="855965" cy="855965"/>
          </a:xfrm>
          <a:prstGeom prst="ellipse">
            <a:avLst/>
          </a:prstGeom>
          <a:noFill/>
          <a:extLst>
            <a:ext uri="{909E8E84-426E-40DD-AFC4-6F175D3DCCD1}">
              <a14:hiddenFill xmlns:a14="http://schemas.microsoft.com/office/drawing/2010/main">
                <a:solidFill>
                  <a:srgbClr val="FFFFFF"/>
                </a:solidFill>
              </a14:hiddenFill>
            </a:ext>
          </a:extLst>
        </p:spPr>
      </p:pic>
      <p:pic>
        <p:nvPicPr>
          <p:cNvPr id="23" name="Picture 16" descr="Professional headshot of Newry consultant Isabel Anness">
            <a:extLst>
              <a:ext uri="{FF2B5EF4-FFF2-40B4-BE49-F238E27FC236}">
                <a16:creationId xmlns:a16="http://schemas.microsoft.com/office/drawing/2014/main" id="{882AB730-F21D-3889-4355-730ED128A8AE}"/>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45057" t="6911" r="13364" b="22460"/>
          <a:stretch/>
        </p:blipFill>
        <p:spPr bwMode="auto">
          <a:xfrm>
            <a:off x="6298907" y="1978396"/>
            <a:ext cx="824592" cy="824592"/>
          </a:xfrm>
          <a:prstGeom prst="ellipse">
            <a:avLst/>
          </a:prstGeom>
          <a:noFill/>
          <a:extLst>
            <a:ext uri="{909E8E84-426E-40DD-AFC4-6F175D3DCCD1}">
              <a14:hiddenFill xmlns:a14="http://schemas.microsoft.com/office/drawing/2010/main">
                <a:solidFill>
                  <a:srgbClr val="FFFFFF"/>
                </a:solidFill>
              </a14:hiddenFill>
            </a:ext>
          </a:extLst>
        </p:spPr>
      </p:pic>
      <p:pic>
        <p:nvPicPr>
          <p:cNvPr id="24" name="Picture 18" descr="Newry editor Adam Rounick">
            <a:extLst>
              <a:ext uri="{FF2B5EF4-FFF2-40B4-BE49-F238E27FC236}">
                <a16:creationId xmlns:a16="http://schemas.microsoft.com/office/drawing/2014/main" id="{9EF634E7-C880-2E2F-F4A2-A65D5606E52F}"/>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47038" t="3373" r="14405" b="31131"/>
          <a:stretch/>
        </p:blipFill>
        <p:spPr bwMode="auto">
          <a:xfrm>
            <a:off x="10192216" y="3075167"/>
            <a:ext cx="824593" cy="824593"/>
          </a:xfrm>
          <a:prstGeom prst="ellipse">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BDE67DE5-565F-12EE-F9F8-06E88E10161F}"/>
              </a:ext>
            </a:extLst>
          </p:cNvPr>
          <p:cNvPicPr>
            <a:picLocks noChangeAspect="1"/>
          </p:cNvPicPr>
          <p:nvPr/>
        </p:nvPicPr>
        <p:blipFill rotWithShape="1">
          <a:blip r:embed="rId17"/>
          <a:srcRect l="43793" t="5416" r="15795" b="25938"/>
          <a:stretch/>
        </p:blipFill>
        <p:spPr>
          <a:xfrm>
            <a:off x="6290895" y="3053415"/>
            <a:ext cx="824594" cy="824594"/>
          </a:xfrm>
          <a:prstGeom prst="ellipse">
            <a:avLst/>
          </a:prstGeom>
        </p:spPr>
      </p:pic>
      <p:pic>
        <p:nvPicPr>
          <p:cNvPr id="26" name="Picture 25">
            <a:extLst>
              <a:ext uri="{FF2B5EF4-FFF2-40B4-BE49-F238E27FC236}">
                <a16:creationId xmlns:a16="http://schemas.microsoft.com/office/drawing/2014/main" id="{A2DA3621-DAE5-EC03-12B0-7DBCCFBB9206}"/>
              </a:ext>
            </a:extLst>
          </p:cNvPr>
          <p:cNvPicPr>
            <a:picLocks noChangeAspect="1"/>
          </p:cNvPicPr>
          <p:nvPr/>
        </p:nvPicPr>
        <p:blipFill rotWithShape="1">
          <a:blip r:embed="rId18"/>
          <a:srcRect l="47112" t="2121" r="15701" b="34711"/>
          <a:stretch/>
        </p:blipFill>
        <p:spPr>
          <a:xfrm>
            <a:off x="8211799" y="3069102"/>
            <a:ext cx="824593" cy="824593"/>
          </a:xfrm>
          <a:prstGeom prst="ellipse">
            <a:avLst/>
          </a:prstGeom>
        </p:spPr>
      </p:pic>
      <p:pic>
        <p:nvPicPr>
          <p:cNvPr id="27" name="Picture 26">
            <a:extLst>
              <a:ext uri="{FF2B5EF4-FFF2-40B4-BE49-F238E27FC236}">
                <a16:creationId xmlns:a16="http://schemas.microsoft.com/office/drawing/2014/main" id="{C604298F-3FD8-709E-3884-D9DF35C1E722}"/>
              </a:ext>
            </a:extLst>
          </p:cNvPr>
          <p:cNvPicPr>
            <a:picLocks noChangeAspect="1"/>
          </p:cNvPicPr>
          <p:nvPr/>
        </p:nvPicPr>
        <p:blipFill rotWithShape="1">
          <a:blip r:embed="rId19"/>
          <a:srcRect l="50000" t="1057" r="9911" b="30843"/>
          <a:stretch>
            <a:fillRect/>
          </a:stretch>
        </p:blipFill>
        <p:spPr>
          <a:xfrm>
            <a:off x="7215126" y="1963801"/>
            <a:ext cx="824592" cy="824592"/>
          </a:xfrm>
          <a:prstGeom prst="ellipse">
            <a:avLst/>
          </a:prstGeom>
        </p:spPr>
      </p:pic>
      <p:pic>
        <p:nvPicPr>
          <p:cNvPr id="28" name="Picture 27" descr="A person in a suit and tie&#10;&#10;AI-generated content may be incorrect.">
            <a:extLst>
              <a:ext uri="{FF2B5EF4-FFF2-40B4-BE49-F238E27FC236}">
                <a16:creationId xmlns:a16="http://schemas.microsoft.com/office/drawing/2014/main" id="{3139E566-37AF-5759-66E3-EE0944FA2CF3}"/>
              </a:ext>
            </a:extLst>
          </p:cNvPr>
          <p:cNvPicPr>
            <a:picLocks noChangeAspect="1"/>
          </p:cNvPicPr>
          <p:nvPr/>
        </p:nvPicPr>
        <p:blipFill rotWithShape="1">
          <a:blip r:embed="rId20">
            <a:extLst>
              <a:ext uri="{28A0092B-C50C-407E-A947-70E740481C1C}">
                <a14:useLocalDpi xmlns:a14="http://schemas.microsoft.com/office/drawing/2010/main" val="0"/>
              </a:ext>
            </a:extLst>
          </a:blip>
          <a:srcRect l="46678" t="4716" r="13074" b="26916"/>
          <a:stretch>
            <a:fillRect/>
          </a:stretch>
        </p:blipFill>
        <p:spPr>
          <a:xfrm>
            <a:off x="8196114" y="1930039"/>
            <a:ext cx="855965" cy="855965"/>
          </a:xfrm>
          <a:prstGeom prst="ellipse">
            <a:avLst/>
          </a:prstGeom>
        </p:spPr>
      </p:pic>
      <p:pic>
        <p:nvPicPr>
          <p:cNvPr id="29" name="Picture 28" descr="A man in a suit and tie with an orange striped shirt.&#10;&#10;AI-generated content may be incorrect.">
            <a:extLst>
              <a:ext uri="{FF2B5EF4-FFF2-40B4-BE49-F238E27FC236}">
                <a16:creationId xmlns:a16="http://schemas.microsoft.com/office/drawing/2014/main" id="{27452B89-96DC-C99C-56E5-B0191BCB17D6}"/>
              </a:ext>
            </a:extLst>
          </p:cNvPr>
          <p:cNvPicPr>
            <a:picLocks noChangeAspect="1"/>
          </p:cNvPicPr>
          <p:nvPr/>
        </p:nvPicPr>
        <p:blipFill rotWithShape="1">
          <a:blip r:embed="rId21">
            <a:extLst>
              <a:ext uri="{28A0092B-C50C-407E-A947-70E740481C1C}">
                <a14:useLocalDpi xmlns:a14="http://schemas.microsoft.com/office/drawing/2010/main" val="0"/>
              </a:ext>
            </a:extLst>
          </a:blip>
          <a:srcRect l="45877" t="5820" r="11739" b="22184"/>
          <a:stretch>
            <a:fillRect/>
          </a:stretch>
        </p:blipFill>
        <p:spPr>
          <a:xfrm>
            <a:off x="9227747" y="3037729"/>
            <a:ext cx="855966" cy="855966"/>
          </a:xfrm>
          <a:prstGeom prst="ellipse">
            <a:avLst/>
          </a:prstGeom>
        </p:spPr>
      </p:pic>
      <p:pic>
        <p:nvPicPr>
          <p:cNvPr id="30" name="Picture 29" descr="The image shows a woman with long, dark hair, dressed in a black suit and white blouse, against a plain, white background.&#10;&#10;AI-generated content may be incorrect.">
            <a:extLst>
              <a:ext uri="{FF2B5EF4-FFF2-40B4-BE49-F238E27FC236}">
                <a16:creationId xmlns:a16="http://schemas.microsoft.com/office/drawing/2014/main" id="{F9197DEE-4C81-E93B-786F-A1DD97280B34}"/>
              </a:ext>
            </a:extLst>
          </p:cNvPr>
          <p:cNvPicPr>
            <a:picLocks noChangeAspect="1"/>
          </p:cNvPicPr>
          <p:nvPr/>
        </p:nvPicPr>
        <p:blipFill rotWithShape="1">
          <a:blip r:embed="rId22">
            <a:extLst>
              <a:ext uri="{28A0092B-C50C-407E-A947-70E740481C1C}">
                <a14:useLocalDpi xmlns:a14="http://schemas.microsoft.com/office/drawing/2010/main" val="0"/>
              </a:ext>
            </a:extLst>
          </a:blip>
          <a:srcRect l="45324" t="5630" r="15242" b="27384"/>
          <a:stretch>
            <a:fillRect/>
          </a:stretch>
        </p:blipFill>
        <p:spPr>
          <a:xfrm>
            <a:off x="9173441" y="1961411"/>
            <a:ext cx="855965" cy="855965"/>
          </a:xfrm>
          <a:prstGeom prst="ellipse">
            <a:avLst/>
          </a:prstGeom>
        </p:spPr>
      </p:pic>
      <p:graphicFrame>
        <p:nvGraphicFramePr>
          <p:cNvPr id="32" name="Table 31">
            <a:extLst>
              <a:ext uri="{FF2B5EF4-FFF2-40B4-BE49-F238E27FC236}">
                <a16:creationId xmlns:a16="http://schemas.microsoft.com/office/drawing/2014/main" id="{98FAF798-0EB0-AA52-51EC-5955446EE692}"/>
              </a:ext>
            </a:extLst>
          </p:cNvPr>
          <p:cNvGraphicFramePr>
            <a:graphicFrameLocks noGrp="1"/>
          </p:cNvGraphicFramePr>
          <p:nvPr/>
        </p:nvGraphicFramePr>
        <p:xfrm>
          <a:off x="397948" y="3856112"/>
          <a:ext cx="5468112" cy="1573596"/>
        </p:xfrm>
        <a:graphic>
          <a:graphicData uri="http://schemas.openxmlformats.org/drawingml/2006/table">
            <a:tbl>
              <a:tblPr firstRow="1" bandRow="1">
                <a:tableStyleId>{5940675A-B579-460E-94D1-54222C63F5DA}</a:tableStyleId>
              </a:tblPr>
              <a:tblGrid>
                <a:gridCol w="731520">
                  <a:extLst>
                    <a:ext uri="{9D8B030D-6E8A-4147-A177-3AD203B41FA5}">
                      <a16:colId xmlns:a16="http://schemas.microsoft.com/office/drawing/2014/main" val="1698663003"/>
                    </a:ext>
                  </a:extLst>
                </a:gridCol>
                <a:gridCol w="2002536">
                  <a:extLst>
                    <a:ext uri="{9D8B030D-6E8A-4147-A177-3AD203B41FA5}">
                      <a16:colId xmlns:a16="http://schemas.microsoft.com/office/drawing/2014/main" val="1980701313"/>
                    </a:ext>
                  </a:extLst>
                </a:gridCol>
                <a:gridCol w="731520">
                  <a:extLst>
                    <a:ext uri="{9D8B030D-6E8A-4147-A177-3AD203B41FA5}">
                      <a16:colId xmlns:a16="http://schemas.microsoft.com/office/drawing/2014/main" val="1555688196"/>
                    </a:ext>
                  </a:extLst>
                </a:gridCol>
                <a:gridCol w="2002536">
                  <a:extLst>
                    <a:ext uri="{9D8B030D-6E8A-4147-A177-3AD203B41FA5}">
                      <a16:colId xmlns:a16="http://schemas.microsoft.com/office/drawing/2014/main" val="3950514589"/>
                    </a:ext>
                  </a:extLst>
                </a:gridCol>
              </a:tblGrid>
              <a:tr h="786798">
                <a:tc>
                  <a:txBody>
                    <a:bodyPr/>
                    <a:lstStyle/>
                    <a:p>
                      <a:endParaRPr lang="en-US"/>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r>
                        <a:rPr lang="en-US" sz="1600"/>
                        <a:t>[NAME]</a:t>
                      </a:r>
                    </a:p>
                    <a:p>
                      <a:r>
                        <a:rPr lang="en-US" sz="1600"/>
                        <a:t>[email]</a:t>
                      </a:r>
                    </a:p>
                  </a:txBody>
                  <a:tcPr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endParaRPr lang="en-US" sz="1600"/>
                    </a:p>
                  </a:txBody>
                  <a:tcPr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r>
                        <a:rPr lang="en-US" sz="1600"/>
                        <a:t>[NAME]</a:t>
                      </a:r>
                    </a:p>
                    <a:p>
                      <a:r>
                        <a:rPr lang="en-US" sz="1600"/>
                        <a:t>[email]</a:t>
                      </a:r>
                    </a:p>
                  </a:txBody>
                  <a:tcPr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95580012"/>
                  </a:ext>
                </a:extLst>
              </a:tr>
              <a:tr h="786798">
                <a:tc>
                  <a:txBody>
                    <a:bodyPr/>
                    <a:lstStyle/>
                    <a:p>
                      <a:endParaRPr lang="en-US"/>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r>
                        <a:rPr lang="en-US" sz="1600"/>
                        <a:t>[NAME]</a:t>
                      </a:r>
                    </a:p>
                    <a:p>
                      <a:r>
                        <a:rPr lang="en-US" sz="1600"/>
                        <a:t>[email]</a:t>
                      </a:r>
                    </a:p>
                  </a:txBody>
                  <a:tcPr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endParaRPr lang="en-US" sz="1600"/>
                    </a:p>
                  </a:txBody>
                  <a:tcPr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r>
                        <a:rPr lang="en-US" sz="1600"/>
                        <a:t>[NAME]</a:t>
                      </a:r>
                    </a:p>
                    <a:p>
                      <a:r>
                        <a:rPr lang="en-US" sz="1600"/>
                        <a:t>[email]</a:t>
                      </a:r>
                    </a:p>
                  </a:txBody>
                  <a:tcPr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7245063"/>
                  </a:ext>
                </a:extLst>
              </a:tr>
            </a:tbl>
          </a:graphicData>
        </a:graphic>
      </p:graphicFrame>
      <p:sp>
        <p:nvSpPr>
          <p:cNvPr id="33" name="Text Placeholder 2">
            <a:extLst>
              <a:ext uri="{FF2B5EF4-FFF2-40B4-BE49-F238E27FC236}">
                <a16:creationId xmlns:a16="http://schemas.microsoft.com/office/drawing/2014/main" id="{37CFA642-FFB5-1D86-4DBD-190694E31FD8}"/>
              </a:ext>
            </a:extLst>
          </p:cNvPr>
          <p:cNvSpPr>
            <a:spLocks noGrp="1"/>
          </p:cNvSpPr>
          <p:nvPr>
            <p:ph type="body" sz="quarter" idx="17"/>
          </p:nvPr>
        </p:nvSpPr>
        <p:spPr>
          <a:xfrm>
            <a:off x="381000" y="1918732"/>
            <a:ext cx="5482774" cy="1975481"/>
          </a:xfrm>
        </p:spPr>
        <p:txBody>
          <a:bodyPr/>
          <a:lstStyle/>
          <a:p>
            <a:pPr marL="0" indent="0">
              <a:buNone/>
            </a:pPr>
            <a:r>
              <a:rPr lang="en-US" sz="1600" dirty="0"/>
              <a:t>Document Prepared By:</a:t>
            </a:r>
          </a:p>
          <a:p>
            <a:pPr marL="914400" indent="0">
              <a:buNone/>
            </a:pPr>
            <a:r>
              <a:rPr lang="en-US" sz="1600" dirty="0"/>
              <a:t>[ENGAGEMENT MANAGER’S NAME]</a:t>
            </a:r>
          </a:p>
          <a:p>
            <a:pPr marL="914400" indent="0">
              <a:buNone/>
            </a:pPr>
            <a:r>
              <a:rPr lang="en-US" sz="1600" dirty="0">
                <a:hlinkClick r:id="rId23"/>
              </a:rPr>
              <a:t>[NAME]@newrycorp.com</a:t>
            </a:r>
            <a:endParaRPr lang="en-US" sz="1600" dirty="0"/>
          </a:p>
          <a:p>
            <a:pPr marL="914400" indent="0">
              <a:buNone/>
            </a:pPr>
            <a:r>
              <a:rPr lang="en-US" sz="1600" dirty="0"/>
              <a:t>(XXX) XXX-XXXX</a:t>
            </a:r>
          </a:p>
          <a:p>
            <a:pPr marL="0" indent="0">
              <a:buNone/>
            </a:pPr>
            <a:endParaRPr lang="en-US" sz="1600" dirty="0"/>
          </a:p>
          <a:p>
            <a:pPr marL="0" indent="0">
              <a:buNone/>
            </a:pPr>
            <a:r>
              <a:rPr lang="en-US" sz="1600" i="1" dirty="0"/>
              <a:t>Additional Contributors:</a:t>
            </a:r>
          </a:p>
        </p:txBody>
      </p:sp>
    </p:spTree>
    <p:extLst>
      <p:ext uri="{BB962C8B-B14F-4D97-AF65-F5344CB8AC3E}">
        <p14:creationId xmlns:p14="http://schemas.microsoft.com/office/powerpoint/2010/main" val="39571571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RUNT-HP-EHYK9B" val="CwAAAA=="/>
  <p:tag name="THINKCELLPRESENTATIONDONOTDELETE" val="&lt;?xml version=&quot;1.0&quot; encoding=&quot;UTF-16&quot; standalone=&quot;yes&quot;?&gt;&lt;root reqver=&quot;28224&quot;&gt;&lt;version val=&quot;3549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9dCfNdu8vDT7_W9p9ONoS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FD72WjwEvbilZPFbG7sbf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dS3pzJayJ5uQ0r3nANV0bA"/>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bEcMpt.L.Rcp0s61YLtmWQ"/>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Eev8u.EgYkMAXMyvbZZim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zWLoqd9BNoDbn63LKh_2D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Su8.QoQ_pfCStxuZF3j.i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XQyey7PgORfpTFs4l.gjz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622QEhwuYvi4oMAq15EPp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aREZ6R1Y5F5PEZ.42_9J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Lwkvc34jWZ8Vr22FgWxgl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Ox_efP2JIv1GeOHcz5FxW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IvDTUm7DNgaM21WVbhEhsg"/>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w1wwBVPhRPpGuTO_jBv6l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rShnv1kx.4pXhJOQOzucV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d7GAGsUSS45Fp6aUfGBEQA"/>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0npoxVb331rgpRdTok4j8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092IKvY47rvyPJQ3IiAMn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M94NRhPxCiZrTV_HF56iu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jesgiVRViCf.f3kBJu3Rm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JBxNktLxUkwcsMNbgd75sg"/>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mCg3DaJE5T7gQYh9lrqo6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8JBE8UHThvGrp4.BTkTKlQ"/>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LK.dwG406PdLyuevjkZ.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ZJZWLvZeUJpf.ULlTVyT3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744yeRWirZ96KG4h5Jid_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Q0CbifdNpFDDfwkvdZUSUg"/>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fRGx.qZX3W4ZuaVoFaWyUA"/>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8nf8rH_yKiOjAUlVg6xNyw"/>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b9XtRAORRFKJ7CcmQ2ua6A"/>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kRrK0HCmrWhzcfIVcK5iUg"/>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jo5Irq_V72FDbXNqfsVo6A"/>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pSmY6wwAutCa08VZz6cIrw"/>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1su6XDutCgbAOgHjw1hTP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5Q5Qz5Td.jCZpQXrZoS9Qg"/>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_DBA.Qibl0aRg9mpgP_qAA"/>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Blue-Grey Gradient with Accents 3">
      <a:dk1>
        <a:sysClr val="windowText" lastClr="000000"/>
      </a:dk1>
      <a:lt1>
        <a:sysClr val="window" lastClr="FFFFFF"/>
      </a:lt1>
      <a:dk2>
        <a:srgbClr val="920D29"/>
      </a:dk2>
      <a:lt2>
        <a:srgbClr val="FDBC0D"/>
      </a:lt2>
      <a:accent1>
        <a:srgbClr val="0F263F"/>
      </a:accent1>
      <a:accent2>
        <a:srgbClr val="1E4C7F"/>
      </a:accent2>
      <a:accent3>
        <a:srgbClr val="3079CA"/>
      </a:accent3>
      <a:accent4>
        <a:srgbClr val="89B4E3"/>
      </a:accent4>
      <a:accent5>
        <a:srgbClr val="BBD4EF"/>
      </a:accent5>
      <a:accent6>
        <a:srgbClr val="DBE7F5"/>
      </a:accent6>
      <a:hlink>
        <a:srgbClr val="3079CA"/>
      </a:hlink>
      <a:folHlink>
        <a:srgbClr val="857875"/>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dirty="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Blue-Grey Gradient with Accents 3">
      <a:dk1>
        <a:sysClr val="windowText" lastClr="000000"/>
      </a:dk1>
      <a:lt1>
        <a:sysClr val="window" lastClr="FFFFFF"/>
      </a:lt1>
      <a:dk2>
        <a:srgbClr val="920D29"/>
      </a:dk2>
      <a:lt2>
        <a:srgbClr val="FDBC0D"/>
      </a:lt2>
      <a:accent1>
        <a:srgbClr val="0F263F"/>
      </a:accent1>
      <a:accent2>
        <a:srgbClr val="1E4C7F"/>
      </a:accent2>
      <a:accent3>
        <a:srgbClr val="3079CA"/>
      </a:accent3>
      <a:accent4>
        <a:srgbClr val="89B4E3"/>
      </a:accent4>
      <a:accent5>
        <a:srgbClr val="BBD4EF"/>
      </a:accent5>
      <a:accent6>
        <a:srgbClr val="DBE7F5"/>
      </a:accent6>
      <a:hlink>
        <a:srgbClr val="3079CA"/>
      </a:hlink>
      <a:folHlink>
        <a:srgbClr val="857875"/>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dirty="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6886871EAF004CBB8314829FCB3ECE" ma:contentTypeVersion="18" ma:contentTypeDescription="Create a new document." ma:contentTypeScope="" ma:versionID="b62bb71a0257c0762712f140b0403cb1">
  <xsd:schema xmlns:xsd="http://www.w3.org/2001/XMLSchema" xmlns:xs="http://www.w3.org/2001/XMLSchema" xmlns:p="http://schemas.microsoft.com/office/2006/metadata/properties" xmlns:ns2="6389c963-fab8-4530-b22b-a5c8f1bde035" xmlns:ns3="71f81f2a-cbc9-468a-8550-0fdf5601f7cc" xmlns:ns4="fc130a1d-fad6-4ebd-8644-ea4517eda28c" targetNamespace="http://schemas.microsoft.com/office/2006/metadata/properties" ma:root="true" ma:fieldsID="d0fbf77f7b21f724bcd166b605174c8a" ns2:_="" ns3:_="" ns4:_="">
    <xsd:import namespace="6389c963-fab8-4530-b22b-a5c8f1bde035"/>
    <xsd:import namespace="71f81f2a-cbc9-468a-8550-0fdf5601f7cc"/>
    <xsd:import namespace="fc130a1d-fad6-4ebd-8644-ea4517eda28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Location"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89c963-fab8-4530-b22b-a5c8f1bde0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779b99e-86a2-4232-9caf-6149c80440e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1f81f2a-cbc9-468a-8550-0fdf5601f7c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c130a1d-fad6-4ebd-8644-ea4517eda28c"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86add401-d120-4659-b5bc-b900c2e98769}" ma:internalName="TaxCatchAll" ma:showField="CatchAllData" ma:web="fc130a1d-fad6-4ebd-8644-ea4517eda2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c130a1d-fad6-4ebd-8644-ea4517eda28c" xsi:nil="true"/>
    <lcf76f155ced4ddcb4097134ff3c332f xmlns="6389c963-fab8-4530-b22b-a5c8f1bde03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9CD5B5-ADB7-4D2F-9EDD-12ECC82BDA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89c963-fab8-4530-b22b-a5c8f1bde035"/>
    <ds:schemaRef ds:uri="71f81f2a-cbc9-468a-8550-0fdf5601f7cc"/>
    <ds:schemaRef ds:uri="fc130a1d-fad6-4ebd-8644-ea4517eda2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94F4A76-0D12-4A02-9A8B-8CDCA147A29C}">
  <ds:schemaRefs>
    <ds:schemaRef ds:uri="http://schemas.microsoft.com/office/2006/metadata/properties"/>
    <ds:schemaRef ds:uri="http://purl.org/dc/elements/1.1/"/>
    <ds:schemaRef ds:uri="fc130a1d-fad6-4ebd-8644-ea4517eda28c"/>
    <ds:schemaRef ds:uri="http://purl.org/dc/terms/"/>
    <ds:schemaRef ds:uri="6389c963-fab8-4530-b22b-a5c8f1bde035"/>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71f81f2a-cbc9-468a-8550-0fdf5601f7cc"/>
    <ds:schemaRef ds:uri="http://www.w3.org/XML/1998/namespace"/>
  </ds:schemaRefs>
</ds:datastoreItem>
</file>

<file path=customXml/itemProps3.xml><?xml version="1.0" encoding="utf-8"?>
<ds:datastoreItem xmlns:ds="http://schemas.openxmlformats.org/officeDocument/2006/customXml" ds:itemID="{DC7F099B-F137-47CC-A689-818E652428F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3091</Words>
  <Application>Microsoft Office PowerPoint</Application>
  <PresentationFormat>Widescreen</PresentationFormat>
  <Paragraphs>471</Paragraphs>
  <Slides>27</Slides>
  <Notes>25</Notes>
  <HiddenSlides>0</HiddenSlides>
  <MMClips>0</MMClips>
  <ScaleCrop>false</ScaleCrop>
  <HeadingPairs>
    <vt:vector size="4" baseType="variant">
      <vt:variant>
        <vt:lpstr>Theme</vt:lpstr>
      </vt:variant>
      <vt:variant>
        <vt:i4>2</vt:i4>
      </vt:variant>
      <vt:variant>
        <vt:lpstr>Slide Titles</vt:lpstr>
      </vt:variant>
      <vt:variant>
        <vt:i4>27</vt:i4>
      </vt:variant>
    </vt:vector>
  </HeadingPairs>
  <TitlesOfParts>
    <vt:vector size="29" baseType="lpstr">
      <vt:lpstr>Office Theme</vt:lpstr>
      <vt:lpstr>1_Office Theme</vt:lpstr>
      <vt:lpstr>Newry Communications</vt:lpstr>
      <vt:lpstr>Table of Contents</vt:lpstr>
      <vt:lpstr>Document Creation and File Management</vt:lpstr>
      <vt:lpstr>PowerPoint Presentation</vt:lpstr>
      <vt:lpstr>Background and Objectives</vt:lpstr>
      <vt:lpstr>Interview Slide</vt:lpstr>
      <vt:lpstr>Generic Content Slide</vt:lpstr>
      <vt:lpstr>Market Sizing Slide</vt:lpstr>
      <vt:lpstr>Value Chain / Process Flow Slide</vt:lpstr>
      <vt:lpstr>Timeline Slide</vt:lpstr>
      <vt:lpstr>Qualitative Description of Multiple Technologies / Segments / Other Items</vt:lpstr>
      <vt:lpstr>Comparison Table (Gradient)</vt:lpstr>
      <vt:lpstr>PowerPoint Presentation</vt:lpstr>
      <vt:lpstr>Newry Palette</vt:lpstr>
      <vt:lpstr>Newry Logos</vt:lpstr>
      <vt:lpstr>Templates Provided: Hard-Coded Slide Layouts</vt:lpstr>
      <vt:lpstr>Templates Provided: Additional Body Slide Layouts</vt:lpstr>
      <vt:lpstr>Templates Provided: NBD Slide Layouts</vt:lpstr>
      <vt:lpstr>H1: Aptos Display (Headings), 28pt, 1 – 2 Lines</vt:lpstr>
      <vt:lpstr>Shapes and Other Visual Elements</vt:lpstr>
      <vt:lpstr>Table Formatting</vt:lpstr>
      <vt:lpstr>Usage Rules</vt:lpstr>
      <vt:lpstr>Usage Rules</vt:lpstr>
      <vt:lpstr>Sourcing and Citations</vt:lpstr>
      <vt:lpstr>Sourcing and Citations (Cont.)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Bryn Adams</dc:creator>
  <cp:lastModifiedBy>Adam Rounick</cp:lastModifiedBy>
  <cp:revision>9</cp:revision>
  <dcterms:created xsi:type="dcterms:W3CDTF">2024-03-11T18:54:09Z</dcterms:created>
  <dcterms:modified xsi:type="dcterms:W3CDTF">2026-06-19T21:12:12Z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0x0101003C6886871EAF004CBB8314829FCB3ECE</vt:lpwstr>
  </property>
  <property fmtid="{D5CDD505-2E9C-101B-9397-08002B2CF9AE}" pid="3" name="MediaServiceImageTags">
    <vt:lpwstr/>
  </property>
</Properties>
</file>